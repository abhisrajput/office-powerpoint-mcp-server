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3.xml" ContentType="application/vnd.openxmlformats-officedocument.theme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theme/theme4.xml" ContentType="application/vnd.openxmlformats-officedocument.theme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theme/theme5.xml" ContentType="application/vnd.openxmlformats-officedocument.theme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theme/theme6.xml" ContentType="application/vnd.openxmlformats-officedocument.theme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713" r:id="rId5"/>
    <p:sldMasterId id="2147483721" r:id="rId6"/>
    <p:sldMasterId id="2147483833" r:id="rId7"/>
    <p:sldMasterId id="2147483844" r:id="rId8"/>
    <p:sldMasterId id="2147483853" r:id="rId9"/>
    <p:sldMasterId id="2147483886" r:id="rId10"/>
  </p:sldMasterIdLst>
  <p:notesMasterIdLst>
    <p:notesMasterId r:id="rId15"/>
  </p:notesMasterIdLst>
  <p:handoutMasterIdLst>
    <p:handoutMasterId r:id="rId16"/>
  </p:handoutMasterIdLst>
  <p:sldIdLst>
    <p:sldId id="312" r:id="rId11"/>
    <p:sldId id="282" r:id="rId12"/>
    <p:sldId id="2147483637" r:id="rId13"/>
    <p:sldId id="613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59B0C31-4FB8-4EA3-BC14-5F7CCCD78B66}">
          <p14:sldIdLst>
            <p14:sldId id="312"/>
            <p14:sldId id="282"/>
            <p14:sldId id="2147483637"/>
            <p14:sldId id="613"/>
          </p14:sldIdLst>
        </p14:section>
        <p14:section name="PARKING LOT" id="{33AB2E9B-9A9B-4914-80D0-ABBEB1CAAEF3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9E3E601-077D-D385-4558-FB6F64EF8B1D}" name="Pratik Kumar" initials="PK" userId="S::pratik.kumar@tavant.com::53b410d1-edb5-405c-90fd-35dee99cb4be" providerId="AD"/>
  <p188:author id="{386AB302-D68B-5D91-288E-F476392839F1}" name="Rajesh Sampath" initials="" userId="S::rajesh.sampath@tavant.com::cc9f7bb8-a1d8-4907-b4c9-7528ce3b243e" providerId="AD"/>
  <p188:author id="{26A7011A-24CE-0532-4B6E-9C97CCAB48C9}" name="Varadaraj Bhat Yekkar" initials="VY" userId="S::varadaraj.yekkar@tavant.com::7f06edbb-94ca-4a78-893c-908c83272097" providerId="AD"/>
  <p188:author id="{5B23B21D-5542-F0C8-0FBA-271F0A197BEB}" name="Satish Kumar Nulu" initials="" userId="S::satish.nulu@tavant.com::f4474a62-7e61-457e-8d60-ca0935423a14" providerId="AD"/>
  <p188:author id="{E37E8F4C-010E-1D29-5B54-D7F7D598BB8D}" name="Ajay Sharma" initials="" userId="S::ajay.sharma@tavant.com::561c737a-f10b-409c-ac2e-08d296c6fdef" providerId="AD"/>
  <p188:author id="{6341954E-00C0-274A-F1A9-D31DE288F3C3}" name="Sreekanth Mandadi" initials="SM" userId="S::sreekanth.mandadi@tavant.com::88a27786-0fa3-46dc-821f-f79ddeaff3e8" providerId="AD"/>
  <p188:author id="{FAB2DB53-6B65-FE92-E4AF-C14691CB29D8}" name="Manish Arya" initials="" userId="S::manish.arya@tavant.com::f939842a-1e88-485b-98ca-46db974bb10b" providerId="AD"/>
  <p188:author id="{4D9D175A-BA96-8C69-125B-E7DE3D31ABC9}" name="Paresh Deshpande" initials="" userId="S::paresh.deshpande@tavant.com::6753044a-9ab3-4510-85be-5749cafa468d" providerId="AD"/>
  <p188:author id="{C2ABFF79-60D3-ACBB-B015-FFBFB9DF21A1}" name="Rajesh Agrawal" initials="RA" userId="S::rajesh.agrawal@tavant.com::cf5fc557-5fac-4cc9-a826-d96722d6bbaf" providerId="AD"/>
  <p188:author id="{09A0D789-0D14-C629-BC6E-A871C3A1B0DA}" name="Anurag Pratap" initials="AP" userId="S::anurag.pratap@tavant.com::bd29eede-aba3-427c-8318-97a0cd6979a4" providerId="AD"/>
  <p188:author id="{555BCEA6-8204-3CAB-E185-7A6E7CA08DE1}" name="Christoph Knoess" initials="CK" userId="S::christoph.knoess@tavant.com::56d21025-2716-4925-9bd6-92b25e2b023a" providerId="AD"/>
  <p188:author id="{1EA53CA8-630B-5E0D-7E9C-8787F865428E}" name="Pratip Sengupta" initials="PS" userId="S::pratip.sengupta@tavant.com::137e9a71-88d6-4251-ae3d-9314b988412b" providerId="AD"/>
  <p188:author id="{33DD40B8-DA18-3B8E-2BD7-0227FCA47495}" name="Mohammad Rashid" initials="MR" userId="S::mohammad.rashid@tavant.com::7bae347f-34bf-4c21-ba6c-b336d17c2793" providerId="AD"/>
  <p188:author id="{14D3FFCF-62F4-1458-BD2A-D97CE5177040}" name="Aseem Mital" initials="AM" userId="S::aseem.mital@tavant.com::4e95d925-5abf-4b1b-98da-33a01fabc17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6F26"/>
    <a:srgbClr val="F2F2F2"/>
    <a:srgbClr val="FFBE32"/>
    <a:srgbClr val="68C546"/>
    <a:srgbClr val="026427"/>
    <a:srgbClr val="009081"/>
    <a:srgbClr val="1577D3"/>
    <a:srgbClr val="512AA3"/>
    <a:srgbClr val="AC161F"/>
    <a:srgbClr val="C92C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472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3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2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1.xml"/><Relationship Id="rId5" Type="http://schemas.openxmlformats.org/officeDocument/2006/relationships/slideMaster" Target="slideMasters/slideMaster2.xml"/><Relationship Id="rId15" Type="http://schemas.openxmlformats.org/officeDocument/2006/relationships/notesMaster" Target="notesMasters/notesMaster1.xml"/><Relationship Id="rId10" Type="http://schemas.openxmlformats.org/officeDocument/2006/relationships/slideMaster" Target="slideMasters/slideMaster7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4.xml"/><Relationship Id="rId22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jesh Sampath" userId="cc9f7bb8-a1d8-4907-b4c9-7528ce3b243e" providerId="ADAL" clId="{0AE70C14-A647-403D-9A03-06D1F369CB9C}"/>
    <pc:docChg chg="modSld sldOrd">
      <pc:chgData name="Rajesh Sampath" userId="cc9f7bb8-a1d8-4907-b4c9-7528ce3b243e" providerId="ADAL" clId="{0AE70C14-A647-403D-9A03-06D1F369CB9C}" dt="2025-10-29T20:03:28.298" v="3" actId="1076"/>
      <pc:docMkLst>
        <pc:docMk/>
      </pc:docMkLst>
      <pc:sldChg chg="ord">
        <pc:chgData name="Rajesh Sampath" userId="cc9f7bb8-a1d8-4907-b4c9-7528ce3b243e" providerId="ADAL" clId="{0AE70C14-A647-403D-9A03-06D1F369CB9C}" dt="2025-10-14T20:29:09.581" v="1"/>
        <pc:sldMkLst>
          <pc:docMk/>
          <pc:sldMk cId="3619444394" sldId="295"/>
        </pc:sldMkLst>
      </pc:sldChg>
      <pc:sldChg chg="modSp mod">
        <pc:chgData name="Rajesh Sampath" userId="cc9f7bb8-a1d8-4907-b4c9-7528ce3b243e" providerId="ADAL" clId="{0AE70C14-A647-403D-9A03-06D1F369CB9C}" dt="2025-10-29T20:03:28.298" v="3" actId="1076"/>
        <pc:sldMkLst>
          <pc:docMk/>
          <pc:sldMk cId="153538496" sldId="325"/>
        </pc:sldMkLst>
        <pc:graphicFrameChg chg="mod">
          <ac:chgData name="Rajesh Sampath" userId="cc9f7bb8-a1d8-4907-b4c9-7528ce3b243e" providerId="ADAL" clId="{0AE70C14-A647-403D-9A03-06D1F369CB9C}" dt="2025-10-29T20:03:28.298" v="3" actId="1076"/>
          <ac:graphicFrameMkLst>
            <pc:docMk/>
            <pc:sldMk cId="153538496" sldId="325"/>
            <ac:graphicFrameMk id="20" creationId="{D09E686F-A98C-C56E-E8FD-48C012C9AEE8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495FE78-906C-D34A-8865-F8FA2464069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FFE60C-17F1-154A-A72F-EC663FE25C5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636311-7B67-924F-88C2-EAA680C16F6A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FEFB7C-0613-8B41-935D-C4D7146B1EC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71CE1D-F318-6849-9923-B7043C4F322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595EE8-5BAD-D141-A60B-5E39C02D7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79185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D90849-1993-AC4B-BB45-E5E3D2619170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806334-34F4-E344-B059-B83D6FAC08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0792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B806334-34F4-E344-B059-B83D6FAC08E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343345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6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6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6.pn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6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6.pn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6.pn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6.pn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6.png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emf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3.png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6.png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6.png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6.png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6.png"/><Relationship Id="rId4" Type="http://schemas.openxmlformats.org/officeDocument/2006/relationships/image" Target="../media/image23.png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4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6.png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6.png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emf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3.png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emf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3.png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6.png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6.png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6.png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6.png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6.png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emf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3.png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6.png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emf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3.png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6.png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6.png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6.png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6.png"/></Relationships>
</file>

<file path=ppt/slideLayouts/_rels/slideLayout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6.png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6.xml"/><Relationship Id="rId4" Type="http://schemas.openxmlformats.org/officeDocument/2006/relationships/image" Target="../media/image6.png"/></Relationships>
</file>

<file path=ppt/slideLayouts/_rels/slideLayout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6.xml"/><Relationship Id="rId4" Type="http://schemas.openxmlformats.org/officeDocument/2006/relationships/image" Target="../media/image6.png"/></Relationships>
</file>

<file path=ppt/slideLayouts/_rels/slideLayout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6.xml"/><Relationship Id="rId4" Type="http://schemas.openxmlformats.org/officeDocument/2006/relationships/image" Target="../media/image6.png"/></Relationships>
</file>

<file path=ppt/slideLayouts/_rels/slideLayout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6.xml"/><Relationship Id="rId4" Type="http://schemas.openxmlformats.org/officeDocument/2006/relationships/image" Target="../media/image6.png"/></Relationships>
</file>

<file path=ppt/slideLayouts/_rels/slideLayout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6.xml"/><Relationship Id="rId4" Type="http://schemas.openxmlformats.org/officeDocument/2006/relationships/image" Target="../media/image6.png"/></Relationships>
</file>

<file path=ppt/slideLayouts/_rels/slideLayout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/Relationships>
</file>

<file path=ppt/slideLayouts/_rels/slideLayout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emf"/><Relationship Id="rId1" Type="http://schemas.openxmlformats.org/officeDocument/2006/relationships/slideMaster" Target="../slideMasters/slideMaster6.xml"/><Relationship Id="rId4" Type="http://schemas.openxmlformats.org/officeDocument/2006/relationships/image" Target="../media/image3.png"/></Relationships>
</file>

<file path=ppt/slideLayouts/_rels/slideLayout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6.xml"/><Relationship Id="rId4" Type="http://schemas.openxmlformats.org/officeDocument/2006/relationships/image" Target="../media/image6.png"/></Relationships>
</file>

<file path=ppt/slideLayouts/_rels/slideLayout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6.xml"/><Relationship Id="rId4" Type="http://schemas.openxmlformats.org/officeDocument/2006/relationships/image" Target="../media/image6.png"/></Relationships>
</file>

<file path=ppt/slideLayouts/_rels/slideLayout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/Relationships>
</file>

<file path=ppt/slideLayouts/_rels/slideLayout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6.xml"/><Relationship Id="rId4" Type="http://schemas.openxmlformats.org/officeDocument/2006/relationships/image" Target="../media/image6.png"/></Relationships>
</file>

<file path=ppt/slideLayouts/_rels/slideLayout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emf"/><Relationship Id="rId1" Type="http://schemas.openxmlformats.org/officeDocument/2006/relationships/slideMaster" Target="../slideMasters/slideMaster6.xml"/><Relationship Id="rId4" Type="http://schemas.openxmlformats.org/officeDocument/2006/relationships/image" Target="../media/image3.png"/></Relationships>
</file>

<file path=ppt/slideLayouts/_rels/slideLayout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/Relationships>
</file>

<file path=ppt/slideLayouts/_rels/slideLayout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/Relationships>
</file>

<file path=ppt/slideLayouts/_rels/slideLayout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7.xml"/><Relationship Id="rId4" Type="http://schemas.openxmlformats.org/officeDocument/2006/relationships/image" Target="../media/image6.png"/></Relationships>
</file>

<file path=ppt/slideLayouts/_rels/slideLayout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7.xml"/><Relationship Id="rId4" Type="http://schemas.openxmlformats.org/officeDocument/2006/relationships/image" Target="../media/image6.png"/></Relationships>
</file>

<file path=ppt/slideLayouts/_rels/slideLayout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7.xml"/><Relationship Id="rId4" Type="http://schemas.openxmlformats.org/officeDocument/2006/relationships/image" Target="../media/image6.png"/></Relationships>
</file>

<file path=ppt/slideLayouts/_rels/slideLayout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7.xml"/><Relationship Id="rId4" Type="http://schemas.openxmlformats.org/officeDocument/2006/relationships/image" Target="../media/image6.png"/></Relationships>
</file>

<file path=ppt/slideLayouts/_rels/slideLayout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7.xml"/><Relationship Id="rId4" Type="http://schemas.openxmlformats.org/officeDocument/2006/relationships/image" Target="../media/image6.png"/></Relationships>
</file>

<file path=ppt/slideLayouts/_rels/slideLayout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7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7.xml"/></Relationships>
</file>

<file path=ppt/slideLayouts/_rels/slideLayout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7.xml"/></Relationships>
</file>

<file path=ppt/slideLayouts/_rels/slideLayout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7.xml"/><Relationship Id="rId4" Type="http://schemas.openxmlformats.org/officeDocument/2006/relationships/image" Target="../media/image6.png"/></Relationships>
</file>

<file path=ppt/slideLayouts/_rels/slideLayout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emf"/><Relationship Id="rId1" Type="http://schemas.openxmlformats.org/officeDocument/2006/relationships/slideMaster" Target="../slideMasters/slideMaster7.xml"/><Relationship Id="rId4" Type="http://schemas.openxmlformats.org/officeDocument/2006/relationships/image" Target="../media/image3.png"/></Relationships>
</file>

<file path=ppt/slideLayouts/_rels/slideLayout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7.xml"/></Relationships>
</file>

<file path=ppt/slideLayouts/_rels/slideLayout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7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7.xml"/></Relationships>
</file>

<file path=ppt/slideLayouts/_rels/slideLayout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7.xml"/></Relationships>
</file>

<file path=ppt/slideLayouts/_rels/slideLayout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7.xml"/><Relationship Id="rId4" Type="http://schemas.openxmlformats.org/officeDocument/2006/relationships/image" Target="../media/image6.png"/></Relationships>
</file>

<file path=ppt/slideLayouts/_rels/slideLayout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7.xml"/></Relationships>
</file>

<file path=ppt/slideLayouts/_rels/slideLayout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7.xml"/></Relationships>
</file>

<file path=ppt/slideLayouts/_rels/slideLayout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7.xml"/><Relationship Id="rId4" Type="http://schemas.openxmlformats.org/officeDocument/2006/relationships/image" Target="../media/image6.png"/></Relationships>
</file>

<file path=ppt/slideLayouts/_rels/slideLayout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7.xml"/></Relationships>
</file>

<file path=ppt/slideLayouts/_rels/slideLayout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7.xml"/><Relationship Id="rId4" Type="http://schemas.openxmlformats.org/officeDocument/2006/relationships/image" Target="../media/image6.png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7.xml"/></Relationships>
</file>

<file path=ppt/slideLayouts/_rels/slideLayout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7.xml"/></Relationships>
</file>

<file path=ppt/slideLayouts/_rels/slideLayout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7.xml"/></Relationships>
</file>

<file path=ppt/slideLayouts/_rels/slideLayout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Relationship Id="rId5" Type="http://schemas.openxmlformats.org/officeDocument/2006/relationships/image" Target="../media/image6.png"/><Relationship Id="rId4" Type="http://schemas.openxmlformats.org/officeDocument/2006/relationships/image" Target="../media/image23.png"/></Relationships>
</file>

<file path=ppt/slideLayouts/_rels/slideLayout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7.xml"/></Relationships>
</file>

<file path=ppt/slideLayouts/_rels/slideLayout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4.jpeg"/><Relationship Id="rId1" Type="http://schemas.openxmlformats.org/officeDocument/2006/relationships/slideMaster" Target="../slideMasters/slideMaster7.xml"/><Relationship Id="rId4" Type="http://schemas.openxmlformats.org/officeDocument/2006/relationships/image" Target="../media/image6.png"/></Relationships>
</file>

<file path=ppt/slideLayouts/_rels/slideLayout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7.xml"/></Relationships>
</file>

<file path=ppt/slideLayouts/_rels/slideLayout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7.xml"/></Relationships>
</file>

<file path=ppt/slideLayouts/_rels/slideLayout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7.xml"/><Relationship Id="rId4" Type="http://schemas.openxmlformats.org/officeDocument/2006/relationships/image" Target="../media/image6.png"/></Relationships>
</file>

<file path=ppt/slideLayouts/_rels/slideLayout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7.xml"/></Relationships>
</file>

<file path=ppt/slideLayouts/_rels/slideLayout1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emf"/><Relationship Id="rId1" Type="http://schemas.openxmlformats.org/officeDocument/2006/relationships/slideMaster" Target="../slideMasters/slideMaster7.xml"/><Relationship Id="rId4" Type="http://schemas.openxmlformats.org/officeDocument/2006/relationships/image" Target="../media/image3.png"/></Relationships>
</file>

<file path=ppt/slideLayouts/_rels/slideLayout1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emf"/><Relationship Id="rId1" Type="http://schemas.openxmlformats.org/officeDocument/2006/relationships/slideMaster" Target="../slideMasters/slideMaster7.xml"/><Relationship Id="rId4" Type="http://schemas.openxmlformats.org/officeDocument/2006/relationships/image" Target="../media/image3.png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7.xml"/><Relationship Id="rId5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B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74;p15">
            <a:extLst>
              <a:ext uri="{FF2B5EF4-FFF2-40B4-BE49-F238E27FC236}">
                <a16:creationId xmlns:a16="http://schemas.microsoft.com/office/drawing/2014/main" id="{E472C359-95D0-EE4E-953B-9BEE9A62A676}"/>
              </a:ext>
            </a:extLst>
          </p:cNvPr>
          <p:cNvPicPr/>
          <p:nvPr userDrawn="1"/>
        </p:nvPicPr>
        <p:blipFill rotWithShape="1">
          <a:blip r:embed="rId2"/>
          <a:srcRect l="51117" t="7968" r="1173" b="191"/>
          <a:stretch/>
        </p:blipFill>
        <p:spPr>
          <a:xfrm>
            <a:off x="5948708" y="103793"/>
            <a:ext cx="6236915" cy="6752975"/>
          </a:xfrm>
          <a:prstGeom prst="rect">
            <a:avLst/>
          </a:prstGeom>
          <a:ln w="0">
            <a:noFill/>
          </a:ln>
        </p:spPr>
      </p:pic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447C2F5C-3901-8E43-802F-45CFFB00C7C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45620" y="3573016"/>
            <a:ext cx="5503089" cy="456954"/>
          </a:xfrm>
          <a:prstGeom prst="rect">
            <a:avLst/>
          </a:prstGeom>
        </p:spPr>
        <p:txBody>
          <a:bodyPr lIns="0" anchor="ctr" anchorCtr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tabLst>
                <a:tab pos="0" algn="l"/>
              </a:tabLst>
              <a:defRPr sz="1800">
                <a:solidFill>
                  <a:srgbClr val="F77A33"/>
                </a:solidFill>
                <a:latin typeface="+mj-lt"/>
                <a:cs typeface="Calibri" panose="020F0502020204030204" pitchFamily="34" charset="0"/>
              </a:defRPr>
            </a:lvl1pPr>
            <a:lvl2pPr marL="12700" indent="0">
              <a:buNone/>
              <a:defRPr sz="1800">
                <a:solidFill>
                  <a:schemeClr val="accent1"/>
                </a:solidFill>
              </a:defRPr>
            </a:lvl2pPr>
            <a:lvl3pPr>
              <a:defRPr sz="1800">
                <a:solidFill>
                  <a:schemeClr val="accent1"/>
                </a:solidFill>
              </a:defRPr>
            </a:lvl3pPr>
            <a:lvl4pPr>
              <a:defRPr sz="1800">
                <a:solidFill>
                  <a:schemeClr val="accent1"/>
                </a:solidFill>
              </a:defRPr>
            </a:lvl4pPr>
            <a:lvl5pPr>
              <a:defRPr sz="1800">
                <a:solidFill>
                  <a:schemeClr val="accent1"/>
                </a:solidFill>
              </a:defRPr>
            </a:lvl5pPr>
          </a:lstStyle>
          <a:p>
            <a:pPr>
              <a:lnSpc>
                <a:spcPct val="90000"/>
              </a:lnSpc>
              <a:tabLst>
                <a:tab pos="0" algn="l"/>
              </a:tabLst>
            </a:pPr>
            <a:r>
              <a:rPr lang="en-IN" sz="1800">
                <a:solidFill>
                  <a:srgbClr val="F36F26"/>
                </a:solidFill>
                <a:ea typeface="Calibri"/>
              </a:rPr>
              <a:t>This is your optional subtitle. Try to keep this to a maximum two lines.</a:t>
            </a:r>
            <a:endParaRPr lang="en-IN" sz="1800">
              <a:solidFill>
                <a:srgbClr val="000000"/>
              </a:solidFill>
            </a:endParaRP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C41B0FDA-65ED-6F45-8A82-DEAB865DDBE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5622" y="4274366"/>
            <a:ext cx="5503088" cy="360000"/>
          </a:xfrm>
          <a:prstGeom prst="rect">
            <a:avLst/>
          </a:prstGeom>
        </p:spPr>
        <p:txBody>
          <a:bodyPr lIns="0" anchor="ctr" anchorCtr="0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800">
                <a:solidFill>
                  <a:schemeClr val="bg1"/>
                </a:solidFill>
                <a:latin typeface="+mj-lt"/>
                <a:cs typeface="Calibri" panose="020F0502020204030204" pitchFamily="34" charset="0"/>
              </a:defRPr>
            </a:lvl1pPr>
            <a:lvl2pPr marL="12700" indent="0">
              <a:buNone/>
              <a:defRPr sz="1800">
                <a:solidFill>
                  <a:schemeClr val="accent1"/>
                </a:solidFill>
              </a:defRPr>
            </a:lvl2pPr>
            <a:lvl3pPr>
              <a:defRPr sz="1800">
                <a:solidFill>
                  <a:schemeClr val="accent1"/>
                </a:solidFill>
              </a:defRPr>
            </a:lvl3pPr>
            <a:lvl4pPr>
              <a:defRPr sz="1800">
                <a:solidFill>
                  <a:schemeClr val="accent1"/>
                </a:solidFill>
              </a:defRPr>
            </a:lvl4pPr>
            <a:lvl5pPr>
              <a:defRPr sz="1800">
                <a:solidFill>
                  <a:schemeClr val="accent1"/>
                </a:solidFill>
              </a:defRPr>
            </a:lvl5pPr>
          </a:lstStyle>
          <a:p>
            <a:pPr>
              <a:tabLst>
                <a:tab pos="0" algn="l"/>
              </a:tabLst>
            </a:pPr>
            <a:r>
              <a:rPr lang="en" sz="1800">
                <a:solidFill>
                  <a:schemeClr val="lt1"/>
                </a:solidFill>
                <a:latin typeface="Calibri"/>
                <a:ea typeface="Calibri"/>
              </a:rPr>
              <a:t>Date (Optional)</a:t>
            </a:r>
            <a:endParaRPr lang="en-IN" sz="180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Google Shape;61;p13">
            <a:extLst>
              <a:ext uri="{FF2B5EF4-FFF2-40B4-BE49-F238E27FC236}">
                <a16:creationId xmlns:a16="http://schemas.microsoft.com/office/drawing/2014/main" id="{86DDE0A7-8172-2247-8A48-64EA1BB8487E}"/>
              </a:ext>
            </a:extLst>
          </p:cNvPr>
          <p:cNvSpPr/>
          <p:nvPr userDrawn="1"/>
        </p:nvSpPr>
        <p:spPr>
          <a:xfrm>
            <a:off x="420951" y="5238763"/>
            <a:ext cx="2914660" cy="45153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>
              <a:tabLst>
                <a:tab pos="0" algn="l"/>
              </a:tabLst>
            </a:pPr>
            <a:r>
              <a:rPr lang="en" sz="1467">
                <a:solidFill>
                  <a:srgbClr val="F26F26"/>
                </a:solidFill>
                <a:latin typeface="+mj-lt"/>
                <a:ea typeface="Calibri"/>
              </a:rPr>
              <a:t>Unlocking the power of AI.</a:t>
            </a:r>
            <a:br>
              <a:rPr lang="en" sz="1467">
                <a:solidFill>
                  <a:srgbClr val="F26F26"/>
                </a:solidFill>
                <a:latin typeface="+mj-lt"/>
                <a:ea typeface="Calibri"/>
              </a:rPr>
            </a:br>
            <a:r>
              <a:rPr lang="en" sz="1467">
                <a:solidFill>
                  <a:srgbClr val="F26F26"/>
                </a:solidFill>
                <a:latin typeface="+mj-lt"/>
                <a:ea typeface="Calibri"/>
              </a:rPr>
              <a:t>Accelerating digital transformation.</a:t>
            </a:r>
            <a:endParaRPr lang="en-IN" sz="1467">
              <a:solidFill>
                <a:srgbClr val="F26F26"/>
              </a:solidFill>
              <a:latin typeface="+mj-lt"/>
            </a:endParaRP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54896872-B460-2D4C-825E-FB1BFCAFD54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5620" y="1744215"/>
            <a:ext cx="5503089" cy="1601743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5000"/>
              <a:buFontTx/>
              <a:buNone/>
              <a:tabLst>
                <a:tab pos="0" algn="l"/>
              </a:tabLst>
              <a:defRPr sz="4000" b="1" i="0" baseline="0">
                <a:solidFill>
                  <a:schemeClr val="bg1"/>
                </a:solidFill>
                <a:latin typeface="+mj-lt"/>
                <a:cs typeface="Calibri" panose="020F0502020204030204" pitchFamily="34" charset="0"/>
              </a:defRPr>
            </a:lvl1pPr>
            <a:lvl2pPr marL="12700" indent="0">
              <a:buNone/>
              <a:defRPr sz="1800">
                <a:solidFill>
                  <a:schemeClr val="accent1"/>
                </a:solidFill>
              </a:defRPr>
            </a:lvl2pPr>
            <a:lvl3pPr>
              <a:defRPr sz="1800">
                <a:solidFill>
                  <a:schemeClr val="accent1"/>
                </a:solidFill>
              </a:defRPr>
            </a:lvl3pPr>
            <a:lvl4pPr>
              <a:defRPr sz="1800">
                <a:solidFill>
                  <a:schemeClr val="accent1"/>
                </a:solidFill>
              </a:defRPr>
            </a:lvl4pPr>
            <a:lvl5pPr>
              <a:defRPr sz="1800">
                <a:solidFill>
                  <a:schemeClr val="accent1"/>
                </a:solidFill>
              </a:defRPr>
            </a:lvl5pPr>
          </a:lstStyle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5000"/>
              <a:buFontTx/>
              <a:buNone/>
              <a:tabLst>
                <a:tab pos="0" algn="l"/>
              </a:tabLst>
              <a:defRPr/>
            </a:pPr>
            <a:r>
              <a:rPr kumimoji="0" lang="en-IN" sz="4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THIS IS YOUR TITLE</a:t>
            </a:r>
          </a:p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5000"/>
              <a:buFontTx/>
              <a:buNone/>
              <a:tabLst>
                <a:tab pos="0" algn="l"/>
              </a:tabLst>
              <a:defRPr/>
            </a:pPr>
            <a:r>
              <a:rPr kumimoji="0" lang="en-IN" sz="4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TRY TO KEEP TO</a:t>
            </a:r>
          </a:p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5000"/>
              <a:buFontTx/>
              <a:buNone/>
              <a:tabLst>
                <a:tab pos="0" algn="l"/>
              </a:tabLst>
              <a:defRPr/>
            </a:pPr>
            <a:r>
              <a:rPr kumimoji="0" lang="en-IN" sz="4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THREE LINES</a:t>
            </a:r>
            <a:endParaRPr kumimoji="0" lang="en-IN" sz="1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Google Shape;56;p13">
            <a:extLst>
              <a:ext uri="{FF2B5EF4-FFF2-40B4-BE49-F238E27FC236}">
                <a16:creationId xmlns:a16="http://schemas.microsoft.com/office/drawing/2014/main" id="{73A72B38-DE8D-4C4D-986A-7AFE13D47CA3}"/>
              </a:ext>
            </a:extLst>
          </p:cNvPr>
          <p:cNvPicPr/>
          <p:nvPr userDrawn="1"/>
        </p:nvPicPr>
        <p:blipFill>
          <a:blip r:embed="rId3" cstate="print"/>
          <a:stretch/>
        </p:blipFill>
        <p:spPr>
          <a:xfrm>
            <a:off x="285709" y="306720"/>
            <a:ext cx="2699520" cy="736320"/>
          </a:xfrm>
          <a:prstGeom prst="rect">
            <a:avLst/>
          </a:prstGeom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35763924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63DC610-05F1-1A40-A503-D1A657921390}"/>
              </a:ext>
            </a:extLst>
          </p:cNvPr>
          <p:cNvSpPr/>
          <p:nvPr userDrawn="1"/>
        </p:nvSpPr>
        <p:spPr>
          <a:xfrm>
            <a:off x="1" y="6244390"/>
            <a:ext cx="12192000" cy="6136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 descr="Shape&#10;&#10;Description automatically generated with low confidence">
            <a:extLst>
              <a:ext uri="{FF2B5EF4-FFF2-40B4-BE49-F238E27FC236}">
                <a16:creationId xmlns:a16="http://schemas.microsoft.com/office/drawing/2014/main" id="{46577264-DEDF-4041-8B6B-92EDABBB407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809514" y="1"/>
            <a:ext cx="1382485" cy="1193678"/>
          </a:xfrm>
          <a:prstGeom prst="rect">
            <a:avLst/>
          </a:prstGeom>
        </p:spPr>
      </p:pic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610AFDA3-5670-CB47-BBCD-C711997CFFB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2049" y="1193679"/>
            <a:ext cx="6278207" cy="4832501"/>
          </a:xfrm>
        </p:spPr>
        <p:txBody>
          <a:bodyPr tIns="46800" rIns="90000" bIns="46800" anchor="ctr" anchorCtr="0"/>
          <a:lstStyle>
            <a:lvl1pPr marL="403225" indent="-403225" algn="l">
              <a:lnSpc>
                <a:spcPct val="90000"/>
              </a:lnSpc>
              <a:spcAft>
                <a:spcPts val="1000"/>
              </a:spcAft>
              <a:buClr>
                <a:srgbClr val="F36F26"/>
              </a:buClr>
              <a:buSzPct val="100000"/>
              <a:buFont typeface="+mj-lt"/>
              <a:buAutoNum type="arabicPeriod"/>
              <a:tabLst/>
              <a:defRPr sz="2000" b="1" kern="1200" baseline="0">
                <a:latin typeface="+mn-lt"/>
              </a:defRPr>
            </a:lvl1pPr>
            <a:lvl2pPr marL="630000" indent="-165600">
              <a:lnSpc>
                <a:spcPct val="90000"/>
              </a:lnSpc>
              <a:spcBef>
                <a:spcPts val="500"/>
              </a:spcBef>
              <a:spcAft>
                <a:spcPts val="1000"/>
              </a:spcAft>
              <a:buClr>
                <a:srgbClr val="F36F26"/>
              </a:buClr>
              <a:buFont typeface="Wingdings" pitchFamily="2" charset="2"/>
              <a:buChar char="§"/>
              <a:tabLst/>
              <a:defRPr kern="1200" baseline="0">
                <a:solidFill>
                  <a:schemeClr val="bg2"/>
                </a:solidFill>
                <a:latin typeface="+mn-lt"/>
              </a:defRPr>
            </a:lvl2pPr>
            <a:lvl3pPr marL="630000" indent="-165600">
              <a:lnSpc>
                <a:spcPct val="90000"/>
              </a:lnSpc>
              <a:spcBef>
                <a:spcPts val="500"/>
              </a:spcBef>
              <a:spcAft>
                <a:spcPts val="1000"/>
              </a:spcAft>
              <a:buClr>
                <a:srgbClr val="F36F26"/>
              </a:buClr>
              <a:buFont typeface="Calibri" panose="020F0502020204030204" pitchFamily="34" charset="0"/>
              <a:buChar char="‒"/>
              <a:tabLst/>
              <a:defRPr sz="1400" kern="1200" baseline="0">
                <a:solidFill>
                  <a:schemeClr val="bg2"/>
                </a:solidFill>
                <a:latin typeface="+mn-lt"/>
              </a:defRPr>
            </a:lvl3pPr>
            <a:lvl4pPr marL="630000" indent="-165600">
              <a:lnSpc>
                <a:spcPct val="90000"/>
              </a:lnSpc>
              <a:spcBef>
                <a:spcPts val="500"/>
              </a:spcBef>
              <a:spcAft>
                <a:spcPts val="1000"/>
              </a:spcAft>
              <a:buClr>
                <a:srgbClr val="F36F26"/>
              </a:buClr>
              <a:buFont typeface="Calibri" panose="020F0502020204030204" pitchFamily="34" charset="0"/>
              <a:buChar char="●"/>
              <a:tabLst/>
              <a:defRPr sz="1400" kern="1200" baseline="0">
                <a:solidFill>
                  <a:schemeClr val="bg2"/>
                </a:solidFill>
                <a:latin typeface="+mn-lt"/>
              </a:defRPr>
            </a:lvl4pPr>
            <a:lvl5pPr marL="630000" indent="-165600">
              <a:lnSpc>
                <a:spcPct val="90000"/>
              </a:lnSpc>
              <a:spcBef>
                <a:spcPts val="500"/>
              </a:spcBef>
              <a:spcAft>
                <a:spcPts val="1000"/>
              </a:spcAft>
              <a:buFont typeface=".Hiragino Kaku Gothic Interface W3"/>
              <a:buChar char="▫"/>
              <a:tabLst/>
              <a:defRPr sz="1400" kern="1200" baseline="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4" name="Google Shape;67;p14">
            <a:extLst>
              <a:ext uri="{FF2B5EF4-FFF2-40B4-BE49-F238E27FC236}">
                <a16:creationId xmlns:a16="http://schemas.microsoft.com/office/drawing/2014/main" id="{E92733B9-3577-B248-AA28-3D2EFD6B8228}"/>
              </a:ext>
            </a:extLst>
          </p:cNvPr>
          <p:cNvPicPr/>
          <p:nvPr userDrawn="1"/>
        </p:nvPicPr>
        <p:blipFill rotWithShape="1">
          <a:blip r:embed="rId3"/>
          <a:srcRect l="36895" t="4218" r="10891" b="1924"/>
          <a:stretch/>
        </p:blipFill>
        <p:spPr>
          <a:xfrm>
            <a:off x="6847680" y="-27384"/>
            <a:ext cx="5343840" cy="6408712"/>
          </a:xfrm>
          <a:prstGeom prst="rect">
            <a:avLst/>
          </a:prstGeom>
          <a:ln w="0">
            <a:noFill/>
          </a:ln>
        </p:spPr>
      </p:pic>
      <p:pic>
        <p:nvPicPr>
          <p:cNvPr id="15" name="Google Shape;107;p19">
            <a:extLst>
              <a:ext uri="{FF2B5EF4-FFF2-40B4-BE49-F238E27FC236}">
                <a16:creationId xmlns:a16="http://schemas.microsoft.com/office/drawing/2014/main" id="{E37AEFD1-0E55-A34F-8749-1E61EDF43B62}"/>
              </a:ext>
            </a:extLst>
          </p:cNvPr>
          <p:cNvPicPr/>
          <p:nvPr userDrawn="1"/>
        </p:nvPicPr>
        <p:blipFill>
          <a:blip r:embed="rId4"/>
          <a:stretch/>
        </p:blipFill>
        <p:spPr>
          <a:xfrm>
            <a:off x="-962" y="6362184"/>
            <a:ext cx="12191520" cy="523200"/>
          </a:xfrm>
          <a:prstGeom prst="rect">
            <a:avLst/>
          </a:prstGeom>
          <a:ln w="0">
            <a:noFill/>
          </a:ln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A0D20D30-D737-9D47-93B8-89B62F522F1E}"/>
              </a:ext>
            </a:extLst>
          </p:cNvPr>
          <p:cNvSpPr txBox="1"/>
          <p:nvPr userDrawn="1"/>
        </p:nvSpPr>
        <p:spPr>
          <a:xfrm>
            <a:off x="11502039" y="6495512"/>
            <a:ext cx="349775" cy="256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954E5BDB-61AA-4049-AE86-82CC72DFC771}" type="slidenum">
              <a:rPr lang="en-US" sz="1067" smtClean="0">
                <a:solidFill>
                  <a:schemeClr val="bg1"/>
                </a:solidFill>
              </a:rPr>
              <a:t>‹#›</a:t>
            </a:fld>
            <a:endParaRPr lang="en-US" sz="1067">
              <a:solidFill>
                <a:schemeClr val="bg1"/>
              </a:solidFill>
            </a:endParaRP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CD1BEC87-BA0D-4D4D-92DB-2D2879784C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2049" y="357925"/>
            <a:ext cx="2827606" cy="726649"/>
          </a:xfrm>
          <a:noFill/>
        </p:spPr>
        <p:txBody>
          <a:bodyPr anchor="ctr"/>
          <a:lstStyle>
            <a:lvl1pPr algn="l">
              <a:defRPr sz="2400" baseline="0">
                <a:solidFill>
                  <a:srgbClr val="F36F26"/>
                </a:solidFill>
              </a:defRPr>
            </a:lvl1pPr>
          </a:lstStyle>
          <a:p>
            <a:r>
              <a:rPr lang="en-US" sz="2400" b="1">
                <a:latin typeface="Calibri" panose="020F0502020204030204" pitchFamily="34" charset="0"/>
                <a:cs typeface="Calibri" panose="020F0502020204030204" pitchFamily="34" charset="0"/>
              </a:rPr>
              <a:t>AGENDA</a:t>
            </a:r>
            <a:endParaRPr lang="en-US" sz="4200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1" name="Google Shape;108;p19">
            <a:extLst>
              <a:ext uri="{FF2B5EF4-FFF2-40B4-BE49-F238E27FC236}">
                <a16:creationId xmlns:a16="http://schemas.microsoft.com/office/drawing/2014/main" id="{5425B208-C81E-B847-A5D1-6AD4D1EF011D}"/>
              </a:ext>
            </a:extLst>
          </p:cNvPr>
          <p:cNvPicPr/>
          <p:nvPr userDrawn="1"/>
        </p:nvPicPr>
        <p:blipFill>
          <a:blip r:embed="rId5" cstate="print"/>
          <a:stretch/>
        </p:blipFill>
        <p:spPr>
          <a:xfrm>
            <a:off x="265064" y="6462185"/>
            <a:ext cx="1264320" cy="344640"/>
          </a:xfrm>
          <a:prstGeom prst="rect">
            <a:avLst/>
          </a:prstGeom>
          <a:ln w="0">
            <a:noFill/>
          </a:ln>
        </p:spPr>
      </p:pic>
      <p:sp>
        <p:nvSpPr>
          <p:cNvPr id="2" name="Google Shape;109;p19">
            <a:extLst>
              <a:ext uri="{FF2B5EF4-FFF2-40B4-BE49-F238E27FC236}">
                <a16:creationId xmlns:a16="http://schemas.microsoft.com/office/drawing/2014/main" id="{EA68FC41-3B2C-C3E9-C5CF-CE09ABCBC7E2}"/>
              </a:ext>
            </a:extLst>
          </p:cNvPr>
          <p:cNvSpPr/>
          <p:nvPr userDrawn="1"/>
        </p:nvSpPr>
        <p:spPr>
          <a:xfrm>
            <a:off x="10015412" y="6541678"/>
            <a:ext cx="1931040" cy="16421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1520">
              <a:lnSpc>
                <a:spcPct val="100000"/>
              </a:lnSpc>
              <a:tabLst>
                <a:tab pos="0" algn="l"/>
              </a:tabLst>
            </a:pPr>
            <a:r>
              <a:rPr lang="en" sz="1067" b="0" u="none" strike="noStrike">
                <a:uFillTx/>
                <a:latin typeface="Calibri"/>
                <a:ea typeface="Calibri"/>
              </a:rPr>
              <a:t>Tavant Confidential</a:t>
            </a:r>
            <a:endParaRPr lang="en-IN" sz="1067" b="0" u="none" strike="noStrike"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46311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ER SLID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83;p16">
            <a:extLst>
              <a:ext uri="{FF2B5EF4-FFF2-40B4-BE49-F238E27FC236}">
                <a16:creationId xmlns:a16="http://schemas.microsoft.com/office/drawing/2014/main" id="{B381CFA4-4653-A944-B576-D620472C2E58}"/>
              </a:ext>
            </a:extLst>
          </p:cNvPr>
          <p:cNvPicPr/>
          <p:nvPr userDrawn="1"/>
        </p:nvPicPr>
        <p:blipFill rotWithShape="1">
          <a:blip r:embed="rId2"/>
          <a:srcRect l="30311" t="8369" r="-25" b="-4"/>
          <a:stretch/>
        </p:blipFill>
        <p:spPr>
          <a:xfrm>
            <a:off x="3692735" y="44624"/>
            <a:ext cx="8499265" cy="6284044"/>
          </a:xfrm>
          <a:prstGeom prst="rect">
            <a:avLst/>
          </a:prstGeom>
          <a:ln w="0">
            <a:noFill/>
          </a:ln>
        </p:spPr>
      </p:pic>
      <p:pic>
        <p:nvPicPr>
          <p:cNvPr id="12" name="Google Shape;107;p19">
            <a:extLst>
              <a:ext uri="{FF2B5EF4-FFF2-40B4-BE49-F238E27FC236}">
                <a16:creationId xmlns:a16="http://schemas.microsoft.com/office/drawing/2014/main" id="{AB6DCF16-E5E8-9A44-972A-09C2C3281563}"/>
              </a:ext>
            </a:extLst>
          </p:cNvPr>
          <p:cNvPicPr/>
          <p:nvPr userDrawn="1"/>
        </p:nvPicPr>
        <p:blipFill>
          <a:blip r:embed="rId3"/>
          <a:stretch/>
        </p:blipFill>
        <p:spPr>
          <a:xfrm>
            <a:off x="-962" y="6362184"/>
            <a:ext cx="12191520" cy="523200"/>
          </a:xfrm>
          <a:prstGeom prst="rect">
            <a:avLst/>
          </a:prstGeom>
          <a:ln w="0">
            <a:noFill/>
          </a:ln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BC535D3A-CF20-774F-B198-D96775085F64}"/>
              </a:ext>
            </a:extLst>
          </p:cNvPr>
          <p:cNvSpPr/>
          <p:nvPr userDrawn="1"/>
        </p:nvSpPr>
        <p:spPr>
          <a:xfrm>
            <a:off x="11547063" y="641909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DE695A4-0722-884A-9867-163EB04712C5}"/>
              </a:ext>
            </a:extLst>
          </p:cNvPr>
          <p:cNvSpPr/>
          <p:nvPr userDrawn="1"/>
        </p:nvSpPr>
        <p:spPr>
          <a:xfrm>
            <a:off x="11547063" y="646557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F84BF60-351B-2849-8434-CF84E3B9FAE6}"/>
              </a:ext>
            </a:extLst>
          </p:cNvPr>
          <p:cNvSpPr txBox="1"/>
          <p:nvPr userDrawn="1"/>
        </p:nvSpPr>
        <p:spPr>
          <a:xfrm>
            <a:off x="11502039" y="6495512"/>
            <a:ext cx="349775" cy="256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954E5BDB-61AA-4049-AE86-82CC72DFC771}" type="slidenum">
              <a:rPr lang="en-US" sz="1067" smtClean="0">
                <a:solidFill>
                  <a:schemeClr val="bg1"/>
                </a:solidFill>
              </a:rPr>
              <a:t>‹#›</a:t>
            </a:fld>
            <a:endParaRPr lang="en-US" sz="1067">
              <a:solidFill>
                <a:schemeClr val="bg1"/>
              </a:solidFill>
            </a:endParaRP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3BF4C7B0-F6C2-C743-9FBD-CAF725A4051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1675" y="3284985"/>
            <a:ext cx="3822117" cy="1368151"/>
          </a:xfrm>
          <a:prstGeom prst="rect">
            <a:avLst/>
          </a:prstGeom>
        </p:spPr>
        <p:txBody>
          <a:bodyPr tIns="46800" rIns="90000" bIns="46800" anchor="t" anchorCtr="0"/>
          <a:lstStyle>
            <a:lvl1pPr marL="0" indent="0" algn="l">
              <a:lnSpc>
                <a:spcPct val="90000"/>
              </a:lnSpc>
              <a:spcAft>
                <a:spcPts val="1000"/>
              </a:spcAft>
              <a:buClr>
                <a:srgbClr val="F36F26"/>
              </a:buClr>
              <a:buSzPct val="100000"/>
              <a:buFont typeface="+mj-lt"/>
              <a:buNone/>
              <a:tabLst/>
              <a:defRPr b="0" kern="1200" baseline="0">
                <a:solidFill>
                  <a:schemeClr val="bg1"/>
                </a:solidFill>
              </a:defRPr>
            </a:lvl1pPr>
            <a:lvl2pPr marL="630000" indent="-165600">
              <a:lnSpc>
                <a:spcPct val="90000"/>
              </a:lnSpc>
              <a:spcBef>
                <a:spcPts val="500"/>
              </a:spcBef>
              <a:spcAft>
                <a:spcPts val="1000"/>
              </a:spcAft>
              <a:buClr>
                <a:srgbClr val="F36F26"/>
              </a:buClr>
              <a:buFont typeface="Wingdings" pitchFamily="2" charset="2"/>
              <a:buChar char="§"/>
              <a:tabLst/>
              <a:defRPr sz="1600" kern="1200" baseline="0">
                <a:solidFill>
                  <a:schemeClr val="bg1"/>
                </a:solidFill>
              </a:defRPr>
            </a:lvl2pPr>
            <a:lvl3pPr marL="630000" indent="-165600">
              <a:lnSpc>
                <a:spcPct val="90000"/>
              </a:lnSpc>
              <a:spcBef>
                <a:spcPts val="500"/>
              </a:spcBef>
              <a:spcAft>
                <a:spcPts val="1000"/>
              </a:spcAft>
              <a:buClr>
                <a:srgbClr val="F36F26"/>
              </a:buClr>
              <a:buFont typeface="Calibri" panose="020F0502020204030204" pitchFamily="34" charset="0"/>
              <a:buChar char="‒"/>
              <a:tabLst/>
              <a:defRPr sz="1400" kern="1200" baseline="0">
                <a:solidFill>
                  <a:schemeClr val="bg1"/>
                </a:solidFill>
              </a:defRPr>
            </a:lvl3pPr>
            <a:lvl4pPr marL="630000" indent="-165600">
              <a:lnSpc>
                <a:spcPct val="90000"/>
              </a:lnSpc>
              <a:spcBef>
                <a:spcPts val="500"/>
              </a:spcBef>
              <a:spcAft>
                <a:spcPts val="1000"/>
              </a:spcAft>
              <a:buClr>
                <a:srgbClr val="F36F26"/>
              </a:buClr>
              <a:buFont typeface="Calibri" panose="020F0502020204030204" pitchFamily="34" charset="0"/>
              <a:buChar char="●"/>
              <a:tabLst/>
              <a:defRPr sz="1400" kern="1200" baseline="0">
                <a:solidFill>
                  <a:schemeClr val="bg1"/>
                </a:solidFill>
              </a:defRPr>
            </a:lvl4pPr>
            <a:lvl5pPr marL="630000" indent="-165600">
              <a:lnSpc>
                <a:spcPct val="90000"/>
              </a:lnSpc>
              <a:spcBef>
                <a:spcPts val="500"/>
              </a:spcBef>
              <a:spcAft>
                <a:spcPts val="1000"/>
              </a:spcAft>
              <a:buFont typeface=".Hiragino Kaku Gothic Interface W3"/>
              <a:buChar char="▫"/>
              <a:tabLst/>
              <a:defRPr sz="1400" kern="120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Key Point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itle Placeholder 1">
            <a:extLst>
              <a:ext uri="{FF2B5EF4-FFF2-40B4-BE49-F238E27FC236}">
                <a16:creationId xmlns:a16="http://schemas.microsoft.com/office/drawing/2014/main" id="{F9996841-9264-A54A-BB39-065AFAADA1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1674" y="2543175"/>
            <a:ext cx="5344607" cy="428625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>
              <a:defRPr sz="2400" b="1">
                <a:solidFill>
                  <a:srgbClr val="F77A33"/>
                </a:solidFill>
                <a:latin typeface="+mj-lt"/>
                <a:cs typeface="Calibri" panose="020F0502020204030204" pitchFamily="34" charset="0"/>
              </a:defRPr>
            </a:lvl1pPr>
          </a:lstStyle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US"/>
              <a:t>THIS IS YOUR BREAKER SLIDE TITLE</a:t>
            </a:r>
            <a:endParaRPr lang="en-IN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" name="Google Shape;108;p19">
            <a:extLst>
              <a:ext uri="{FF2B5EF4-FFF2-40B4-BE49-F238E27FC236}">
                <a16:creationId xmlns:a16="http://schemas.microsoft.com/office/drawing/2014/main" id="{7ED8FF4F-09D3-6946-9373-9711E224135D}"/>
              </a:ext>
            </a:extLst>
          </p:cNvPr>
          <p:cNvPicPr/>
          <p:nvPr userDrawn="1"/>
        </p:nvPicPr>
        <p:blipFill>
          <a:blip r:embed="rId4" cstate="print"/>
          <a:stretch/>
        </p:blipFill>
        <p:spPr>
          <a:xfrm>
            <a:off x="265064" y="6462185"/>
            <a:ext cx="1264320" cy="344640"/>
          </a:xfrm>
          <a:prstGeom prst="rect">
            <a:avLst/>
          </a:prstGeom>
          <a:ln w="0">
            <a:noFill/>
          </a:ln>
        </p:spPr>
      </p:pic>
      <p:sp>
        <p:nvSpPr>
          <p:cNvPr id="2" name="Google Shape;109;p19">
            <a:extLst>
              <a:ext uri="{FF2B5EF4-FFF2-40B4-BE49-F238E27FC236}">
                <a16:creationId xmlns:a16="http://schemas.microsoft.com/office/drawing/2014/main" id="{0917C411-6843-20AE-E1DA-8080701450FA}"/>
              </a:ext>
            </a:extLst>
          </p:cNvPr>
          <p:cNvSpPr/>
          <p:nvPr userDrawn="1"/>
        </p:nvSpPr>
        <p:spPr>
          <a:xfrm>
            <a:off x="10015412" y="6541678"/>
            <a:ext cx="1931040" cy="16421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1520">
              <a:lnSpc>
                <a:spcPct val="100000"/>
              </a:lnSpc>
              <a:tabLst>
                <a:tab pos="0" algn="l"/>
              </a:tabLst>
            </a:pPr>
            <a:r>
              <a:rPr lang="en" sz="1067" b="0" u="none" strike="noStrike">
                <a:uFillTx/>
                <a:latin typeface="Calibri"/>
                <a:ea typeface="Calibri"/>
              </a:rPr>
              <a:t>Tavant Confidential</a:t>
            </a:r>
            <a:endParaRPr lang="en-IN" sz="1067" b="0" u="none" strike="noStrike"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694685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ER SLID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91;p17">
            <a:extLst>
              <a:ext uri="{FF2B5EF4-FFF2-40B4-BE49-F238E27FC236}">
                <a16:creationId xmlns:a16="http://schemas.microsoft.com/office/drawing/2014/main" id="{35D49C55-7167-304C-AD2C-70FEB5FAACAA}"/>
              </a:ext>
            </a:extLst>
          </p:cNvPr>
          <p:cNvPicPr/>
          <p:nvPr userDrawn="1"/>
        </p:nvPicPr>
        <p:blipFill rotWithShape="1">
          <a:blip r:embed="rId2"/>
          <a:srcRect l="47635" t="1" b="7998"/>
          <a:stretch/>
        </p:blipFill>
        <p:spPr>
          <a:xfrm>
            <a:off x="5807968" y="25839"/>
            <a:ext cx="6384032" cy="6309320"/>
          </a:xfrm>
          <a:prstGeom prst="rect">
            <a:avLst/>
          </a:prstGeom>
          <a:ln w="0">
            <a:noFill/>
          </a:ln>
        </p:spPr>
      </p:pic>
      <p:pic>
        <p:nvPicPr>
          <p:cNvPr id="12" name="Google Shape;107;p19">
            <a:extLst>
              <a:ext uri="{FF2B5EF4-FFF2-40B4-BE49-F238E27FC236}">
                <a16:creationId xmlns:a16="http://schemas.microsoft.com/office/drawing/2014/main" id="{944BFAD9-2334-1346-B888-5F696A807799}"/>
              </a:ext>
            </a:extLst>
          </p:cNvPr>
          <p:cNvPicPr/>
          <p:nvPr userDrawn="1"/>
        </p:nvPicPr>
        <p:blipFill>
          <a:blip r:embed="rId3"/>
          <a:stretch/>
        </p:blipFill>
        <p:spPr>
          <a:xfrm>
            <a:off x="-962" y="6362184"/>
            <a:ext cx="12191520" cy="523200"/>
          </a:xfrm>
          <a:prstGeom prst="rect">
            <a:avLst/>
          </a:prstGeom>
          <a:ln w="0">
            <a:noFill/>
          </a:ln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2099A479-AEC7-F644-9220-522FC7942D9B}"/>
              </a:ext>
            </a:extLst>
          </p:cNvPr>
          <p:cNvSpPr/>
          <p:nvPr userDrawn="1"/>
        </p:nvSpPr>
        <p:spPr>
          <a:xfrm>
            <a:off x="11547063" y="641909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FB20322-E558-5E43-B90C-AEF722D49614}"/>
              </a:ext>
            </a:extLst>
          </p:cNvPr>
          <p:cNvSpPr/>
          <p:nvPr userDrawn="1"/>
        </p:nvSpPr>
        <p:spPr>
          <a:xfrm>
            <a:off x="11547063" y="646557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CB00C47-20BD-6340-A196-D14A89156B6D}"/>
              </a:ext>
            </a:extLst>
          </p:cNvPr>
          <p:cNvSpPr txBox="1"/>
          <p:nvPr userDrawn="1"/>
        </p:nvSpPr>
        <p:spPr>
          <a:xfrm>
            <a:off x="11502039" y="6495512"/>
            <a:ext cx="349775" cy="256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954E5BDB-61AA-4049-AE86-82CC72DFC771}" type="slidenum">
              <a:rPr lang="en-US" sz="1067" smtClean="0">
                <a:solidFill>
                  <a:schemeClr val="bg1"/>
                </a:solidFill>
              </a:rPr>
              <a:t>‹#›</a:t>
            </a:fld>
            <a:endParaRPr lang="en-US" sz="1067">
              <a:solidFill>
                <a:schemeClr val="bg1"/>
              </a:solidFill>
            </a:endParaRP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3801D150-2A4E-144F-8EE4-96F09C9021C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1675" y="3284985"/>
            <a:ext cx="3822117" cy="1368151"/>
          </a:xfrm>
          <a:prstGeom prst="rect">
            <a:avLst/>
          </a:prstGeom>
        </p:spPr>
        <p:txBody>
          <a:bodyPr tIns="46800" rIns="90000" bIns="46800" anchor="t" anchorCtr="0"/>
          <a:lstStyle>
            <a:lvl1pPr marL="0" indent="0" algn="l">
              <a:lnSpc>
                <a:spcPct val="90000"/>
              </a:lnSpc>
              <a:spcAft>
                <a:spcPts val="1000"/>
              </a:spcAft>
              <a:buClr>
                <a:srgbClr val="F36F26"/>
              </a:buClr>
              <a:buSzPct val="100000"/>
              <a:buFont typeface="+mj-lt"/>
              <a:buNone/>
              <a:tabLst/>
              <a:defRPr b="0" kern="1200" baseline="0">
                <a:solidFill>
                  <a:schemeClr val="bg1"/>
                </a:solidFill>
              </a:defRPr>
            </a:lvl1pPr>
            <a:lvl2pPr marL="630000" indent="-165600">
              <a:lnSpc>
                <a:spcPct val="90000"/>
              </a:lnSpc>
              <a:spcBef>
                <a:spcPts val="500"/>
              </a:spcBef>
              <a:spcAft>
                <a:spcPts val="1000"/>
              </a:spcAft>
              <a:buClr>
                <a:srgbClr val="F36F26"/>
              </a:buClr>
              <a:buFont typeface="Wingdings" pitchFamily="2" charset="2"/>
              <a:buChar char="§"/>
              <a:tabLst/>
              <a:defRPr sz="1600" kern="1200" baseline="0">
                <a:solidFill>
                  <a:schemeClr val="bg1"/>
                </a:solidFill>
              </a:defRPr>
            </a:lvl2pPr>
            <a:lvl3pPr marL="630000" indent="-165600">
              <a:lnSpc>
                <a:spcPct val="90000"/>
              </a:lnSpc>
              <a:spcBef>
                <a:spcPts val="500"/>
              </a:spcBef>
              <a:spcAft>
                <a:spcPts val="1000"/>
              </a:spcAft>
              <a:buClr>
                <a:srgbClr val="F36F26"/>
              </a:buClr>
              <a:buFont typeface="Calibri" panose="020F0502020204030204" pitchFamily="34" charset="0"/>
              <a:buChar char="‒"/>
              <a:tabLst/>
              <a:defRPr sz="1400" kern="1200" baseline="0">
                <a:solidFill>
                  <a:schemeClr val="bg1"/>
                </a:solidFill>
              </a:defRPr>
            </a:lvl3pPr>
            <a:lvl4pPr marL="630000" indent="-165600">
              <a:lnSpc>
                <a:spcPct val="90000"/>
              </a:lnSpc>
              <a:spcBef>
                <a:spcPts val="500"/>
              </a:spcBef>
              <a:spcAft>
                <a:spcPts val="1000"/>
              </a:spcAft>
              <a:buClr>
                <a:srgbClr val="F36F26"/>
              </a:buClr>
              <a:buFont typeface="Calibri" panose="020F0502020204030204" pitchFamily="34" charset="0"/>
              <a:buChar char="●"/>
              <a:tabLst/>
              <a:defRPr sz="1400" kern="1200" baseline="0">
                <a:solidFill>
                  <a:schemeClr val="bg1"/>
                </a:solidFill>
              </a:defRPr>
            </a:lvl4pPr>
            <a:lvl5pPr marL="630000" indent="-165600">
              <a:lnSpc>
                <a:spcPct val="90000"/>
              </a:lnSpc>
              <a:spcBef>
                <a:spcPts val="500"/>
              </a:spcBef>
              <a:spcAft>
                <a:spcPts val="1000"/>
              </a:spcAft>
              <a:buFont typeface=".Hiragino Kaku Gothic Interface W3"/>
              <a:buChar char="▫"/>
              <a:tabLst/>
              <a:defRPr sz="1400" kern="120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Key Point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F899CD62-B34B-2443-AD22-C48271E191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1674" y="2543175"/>
            <a:ext cx="5344607" cy="428625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>
              <a:defRPr sz="2400" b="1">
                <a:solidFill>
                  <a:srgbClr val="F77A33"/>
                </a:solidFill>
                <a:latin typeface="+mj-lt"/>
                <a:cs typeface="Calibri" panose="020F0502020204030204" pitchFamily="34" charset="0"/>
              </a:defRPr>
            </a:lvl1pPr>
          </a:lstStyle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US"/>
              <a:t>THIS IS YOUR BREAKER SLIDE TITLE</a:t>
            </a:r>
            <a:endParaRPr lang="en-IN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" name="Google Shape;108;p19">
            <a:extLst>
              <a:ext uri="{FF2B5EF4-FFF2-40B4-BE49-F238E27FC236}">
                <a16:creationId xmlns:a16="http://schemas.microsoft.com/office/drawing/2014/main" id="{B6FE6786-E58A-8241-8F9B-EBB77598C684}"/>
              </a:ext>
            </a:extLst>
          </p:cNvPr>
          <p:cNvPicPr/>
          <p:nvPr userDrawn="1"/>
        </p:nvPicPr>
        <p:blipFill>
          <a:blip r:embed="rId4" cstate="print"/>
          <a:stretch/>
        </p:blipFill>
        <p:spPr>
          <a:xfrm>
            <a:off x="265064" y="6462185"/>
            <a:ext cx="1264320" cy="344640"/>
          </a:xfrm>
          <a:prstGeom prst="rect">
            <a:avLst/>
          </a:prstGeom>
          <a:ln w="0">
            <a:noFill/>
          </a:ln>
        </p:spPr>
      </p:pic>
      <p:sp>
        <p:nvSpPr>
          <p:cNvPr id="2" name="Google Shape;109;p19">
            <a:extLst>
              <a:ext uri="{FF2B5EF4-FFF2-40B4-BE49-F238E27FC236}">
                <a16:creationId xmlns:a16="http://schemas.microsoft.com/office/drawing/2014/main" id="{8D0121E5-2357-D68D-199C-BB799FE44F50}"/>
              </a:ext>
            </a:extLst>
          </p:cNvPr>
          <p:cNvSpPr/>
          <p:nvPr userDrawn="1"/>
        </p:nvSpPr>
        <p:spPr>
          <a:xfrm>
            <a:off x="10015412" y="6541678"/>
            <a:ext cx="1931040" cy="16421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1520">
              <a:lnSpc>
                <a:spcPct val="100000"/>
              </a:lnSpc>
              <a:tabLst>
                <a:tab pos="0" algn="l"/>
              </a:tabLst>
            </a:pPr>
            <a:r>
              <a:rPr lang="en" sz="1067" b="0" u="none" strike="noStrike">
                <a:uFillTx/>
                <a:latin typeface="Calibri"/>
                <a:ea typeface="Calibri"/>
              </a:rPr>
              <a:t>Tavant Confidential</a:t>
            </a:r>
            <a:endParaRPr lang="en-IN" sz="1067" b="0" u="none" strike="noStrike"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1858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ER SLIDE 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99;p18">
            <a:extLst>
              <a:ext uri="{FF2B5EF4-FFF2-40B4-BE49-F238E27FC236}">
                <a16:creationId xmlns:a16="http://schemas.microsoft.com/office/drawing/2014/main" id="{AE8165D1-6A41-0745-93BC-280B1045F69A}"/>
              </a:ext>
            </a:extLst>
          </p:cNvPr>
          <p:cNvPicPr/>
          <p:nvPr userDrawn="1"/>
        </p:nvPicPr>
        <p:blipFill rotWithShape="1">
          <a:blip r:embed="rId2"/>
          <a:srcRect l="37401" t="400" b="7598"/>
          <a:stretch/>
        </p:blipFill>
        <p:spPr>
          <a:xfrm>
            <a:off x="4559829" y="44624"/>
            <a:ext cx="7631691" cy="6309320"/>
          </a:xfrm>
          <a:prstGeom prst="rect">
            <a:avLst/>
          </a:prstGeom>
          <a:ln w="0">
            <a:noFill/>
          </a:ln>
        </p:spPr>
      </p:pic>
      <p:pic>
        <p:nvPicPr>
          <p:cNvPr id="12" name="Google Shape;107;p19">
            <a:extLst>
              <a:ext uri="{FF2B5EF4-FFF2-40B4-BE49-F238E27FC236}">
                <a16:creationId xmlns:a16="http://schemas.microsoft.com/office/drawing/2014/main" id="{70ED10F0-4513-E64B-A8D3-82356BB9DB24}"/>
              </a:ext>
            </a:extLst>
          </p:cNvPr>
          <p:cNvPicPr/>
          <p:nvPr userDrawn="1"/>
        </p:nvPicPr>
        <p:blipFill>
          <a:blip r:embed="rId3"/>
          <a:stretch/>
        </p:blipFill>
        <p:spPr>
          <a:xfrm>
            <a:off x="-962" y="6362184"/>
            <a:ext cx="12191520" cy="523200"/>
          </a:xfrm>
          <a:prstGeom prst="rect">
            <a:avLst/>
          </a:prstGeom>
          <a:ln w="0">
            <a:noFill/>
          </a:ln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8A9CCFE3-A867-0449-968B-656FFD43921B}"/>
              </a:ext>
            </a:extLst>
          </p:cNvPr>
          <p:cNvSpPr/>
          <p:nvPr userDrawn="1"/>
        </p:nvSpPr>
        <p:spPr>
          <a:xfrm>
            <a:off x="11547063" y="641909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1BB572C-6C47-0847-AF2E-EC37CFA7A30C}"/>
              </a:ext>
            </a:extLst>
          </p:cNvPr>
          <p:cNvSpPr/>
          <p:nvPr userDrawn="1"/>
        </p:nvSpPr>
        <p:spPr>
          <a:xfrm>
            <a:off x="11547063" y="646557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F73A18E-4D1B-3E40-87C2-1D7900A2BDB8}"/>
              </a:ext>
            </a:extLst>
          </p:cNvPr>
          <p:cNvSpPr txBox="1"/>
          <p:nvPr userDrawn="1"/>
        </p:nvSpPr>
        <p:spPr>
          <a:xfrm>
            <a:off x="11502039" y="6495512"/>
            <a:ext cx="349775" cy="256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954E5BDB-61AA-4049-AE86-82CC72DFC771}" type="slidenum">
              <a:rPr lang="en-US" sz="1067" smtClean="0">
                <a:solidFill>
                  <a:schemeClr val="bg1"/>
                </a:solidFill>
              </a:rPr>
              <a:t>‹#›</a:t>
            </a:fld>
            <a:endParaRPr lang="en-US" sz="1067">
              <a:solidFill>
                <a:schemeClr val="bg1"/>
              </a:solidFill>
            </a:endParaRP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9EB0B8FA-4466-7D4D-95F4-EEBEBF23A58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1675" y="3284985"/>
            <a:ext cx="3822117" cy="1368151"/>
          </a:xfrm>
          <a:prstGeom prst="rect">
            <a:avLst/>
          </a:prstGeom>
        </p:spPr>
        <p:txBody>
          <a:bodyPr tIns="46800" rIns="90000" bIns="46800" anchor="t" anchorCtr="0"/>
          <a:lstStyle>
            <a:lvl1pPr marL="0" indent="0" algn="l">
              <a:lnSpc>
                <a:spcPct val="90000"/>
              </a:lnSpc>
              <a:spcAft>
                <a:spcPts val="1000"/>
              </a:spcAft>
              <a:buClr>
                <a:srgbClr val="F36F26"/>
              </a:buClr>
              <a:buSzPct val="100000"/>
              <a:buFont typeface="+mj-lt"/>
              <a:buNone/>
              <a:tabLst/>
              <a:defRPr b="0" kern="1200" baseline="0">
                <a:solidFill>
                  <a:schemeClr val="bg1"/>
                </a:solidFill>
              </a:defRPr>
            </a:lvl1pPr>
            <a:lvl2pPr marL="630000" indent="-165600">
              <a:lnSpc>
                <a:spcPct val="90000"/>
              </a:lnSpc>
              <a:spcBef>
                <a:spcPts val="500"/>
              </a:spcBef>
              <a:spcAft>
                <a:spcPts val="1000"/>
              </a:spcAft>
              <a:buClr>
                <a:srgbClr val="F36F26"/>
              </a:buClr>
              <a:buFont typeface="Wingdings" pitchFamily="2" charset="2"/>
              <a:buChar char="§"/>
              <a:tabLst/>
              <a:defRPr sz="1600" kern="1200" baseline="0">
                <a:solidFill>
                  <a:schemeClr val="bg1"/>
                </a:solidFill>
              </a:defRPr>
            </a:lvl2pPr>
            <a:lvl3pPr marL="630000" indent="-165600">
              <a:lnSpc>
                <a:spcPct val="90000"/>
              </a:lnSpc>
              <a:spcBef>
                <a:spcPts val="500"/>
              </a:spcBef>
              <a:spcAft>
                <a:spcPts val="1000"/>
              </a:spcAft>
              <a:buClr>
                <a:srgbClr val="F36F26"/>
              </a:buClr>
              <a:buFont typeface="Calibri" panose="020F0502020204030204" pitchFamily="34" charset="0"/>
              <a:buChar char="‒"/>
              <a:tabLst/>
              <a:defRPr sz="1400" kern="1200" baseline="0">
                <a:solidFill>
                  <a:schemeClr val="bg1"/>
                </a:solidFill>
              </a:defRPr>
            </a:lvl3pPr>
            <a:lvl4pPr marL="630000" indent="-165600">
              <a:lnSpc>
                <a:spcPct val="90000"/>
              </a:lnSpc>
              <a:spcBef>
                <a:spcPts val="500"/>
              </a:spcBef>
              <a:spcAft>
                <a:spcPts val="1000"/>
              </a:spcAft>
              <a:buClr>
                <a:srgbClr val="F36F26"/>
              </a:buClr>
              <a:buFont typeface="Calibri" panose="020F0502020204030204" pitchFamily="34" charset="0"/>
              <a:buChar char="●"/>
              <a:tabLst/>
              <a:defRPr sz="1400" kern="1200" baseline="0">
                <a:solidFill>
                  <a:schemeClr val="bg1"/>
                </a:solidFill>
              </a:defRPr>
            </a:lvl4pPr>
            <a:lvl5pPr marL="630000" indent="-165600">
              <a:lnSpc>
                <a:spcPct val="90000"/>
              </a:lnSpc>
              <a:spcBef>
                <a:spcPts val="500"/>
              </a:spcBef>
              <a:spcAft>
                <a:spcPts val="1000"/>
              </a:spcAft>
              <a:buFont typeface=".Hiragino Kaku Gothic Interface W3"/>
              <a:buChar char="▫"/>
              <a:tabLst/>
              <a:defRPr sz="1400" kern="120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Key Point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Title Placeholder 1">
            <a:extLst>
              <a:ext uri="{FF2B5EF4-FFF2-40B4-BE49-F238E27FC236}">
                <a16:creationId xmlns:a16="http://schemas.microsoft.com/office/drawing/2014/main" id="{5DF182DA-551C-B141-AA54-F4F4305A69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1674" y="2543175"/>
            <a:ext cx="5344607" cy="428625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>
              <a:defRPr sz="2400" b="1">
                <a:solidFill>
                  <a:srgbClr val="F77A33"/>
                </a:solidFill>
                <a:latin typeface="+mj-lt"/>
                <a:cs typeface="Calibri" panose="020F0502020204030204" pitchFamily="34" charset="0"/>
              </a:defRPr>
            </a:lvl1pPr>
          </a:lstStyle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US"/>
              <a:t>THIS IS YOUR BREAKER SLIDE TITLE</a:t>
            </a:r>
            <a:endParaRPr lang="en-IN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" name="Google Shape;108;p19">
            <a:extLst>
              <a:ext uri="{FF2B5EF4-FFF2-40B4-BE49-F238E27FC236}">
                <a16:creationId xmlns:a16="http://schemas.microsoft.com/office/drawing/2014/main" id="{0AD47A4B-A952-104C-837C-771953904AE9}"/>
              </a:ext>
            </a:extLst>
          </p:cNvPr>
          <p:cNvPicPr/>
          <p:nvPr userDrawn="1"/>
        </p:nvPicPr>
        <p:blipFill>
          <a:blip r:embed="rId4" cstate="print"/>
          <a:stretch/>
        </p:blipFill>
        <p:spPr>
          <a:xfrm>
            <a:off x="265064" y="6462185"/>
            <a:ext cx="1264320" cy="344640"/>
          </a:xfrm>
          <a:prstGeom prst="rect">
            <a:avLst/>
          </a:prstGeom>
          <a:ln w="0">
            <a:noFill/>
          </a:ln>
        </p:spPr>
      </p:pic>
      <p:sp>
        <p:nvSpPr>
          <p:cNvPr id="2" name="Google Shape;109;p19">
            <a:extLst>
              <a:ext uri="{FF2B5EF4-FFF2-40B4-BE49-F238E27FC236}">
                <a16:creationId xmlns:a16="http://schemas.microsoft.com/office/drawing/2014/main" id="{7200DE0E-E68A-3823-97ED-5CF9BA1D82E2}"/>
              </a:ext>
            </a:extLst>
          </p:cNvPr>
          <p:cNvSpPr/>
          <p:nvPr userDrawn="1"/>
        </p:nvSpPr>
        <p:spPr>
          <a:xfrm>
            <a:off x="10015412" y="6541678"/>
            <a:ext cx="1931040" cy="16421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1520">
              <a:lnSpc>
                <a:spcPct val="100000"/>
              </a:lnSpc>
              <a:tabLst>
                <a:tab pos="0" algn="l"/>
              </a:tabLst>
            </a:pPr>
            <a:r>
              <a:rPr lang="en" sz="1067" b="0" u="none" strike="noStrike">
                <a:uFillTx/>
                <a:latin typeface="Calibri"/>
                <a:ea typeface="Calibri"/>
              </a:rPr>
              <a:t>Tavant Confidential</a:t>
            </a:r>
            <a:endParaRPr lang="en-IN" sz="1067" b="0" u="none" strike="noStrike"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302399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07;p19">
            <a:extLst>
              <a:ext uri="{FF2B5EF4-FFF2-40B4-BE49-F238E27FC236}">
                <a16:creationId xmlns:a16="http://schemas.microsoft.com/office/drawing/2014/main" id="{590273C4-A7C7-5C43-8E4B-7274AF5C683F}"/>
              </a:ext>
            </a:extLst>
          </p:cNvPr>
          <p:cNvPicPr/>
          <p:nvPr userDrawn="1"/>
        </p:nvPicPr>
        <p:blipFill>
          <a:blip r:embed="rId2"/>
          <a:stretch/>
        </p:blipFill>
        <p:spPr>
          <a:xfrm>
            <a:off x="-962" y="6362184"/>
            <a:ext cx="12191520" cy="523200"/>
          </a:xfrm>
          <a:prstGeom prst="rect">
            <a:avLst/>
          </a:prstGeom>
          <a:ln w="0">
            <a:noFill/>
          </a:ln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71ECD694-DABE-E540-8A67-8F64AAAE13E7}"/>
              </a:ext>
            </a:extLst>
          </p:cNvPr>
          <p:cNvSpPr/>
          <p:nvPr userDrawn="1"/>
        </p:nvSpPr>
        <p:spPr>
          <a:xfrm>
            <a:off x="11547063" y="641909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20B6963-86FF-6248-AC98-1F8DD2EA8768}"/>
              </a:ext>
            </a:extLst>
          </p:cNvPr>
          <p:cNvSpPr/>
          <p:nvPr userDrawn="1"/>
        </p:nvSpPr>
        <p:spPr>
          <a:xfrm>
            <a:off x="11547063" y="646557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ED98118-2C4C-B841-8271-B0443DA23C75}"/>
              </a:ext>
            </a:extLst>
          </p:cNvPr>
          <p:cNvSpPr txBox="1"/>
          <p:nvPr userDrawn="1"/>
        </p:nvSpPr>
        <p:spPr>
          <a:xfrm>
            <a:off x="11502039" y="6495512"/>
            <a:ext cx="349775" cy="256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954E5BDB-61AA-4049-AE86-82CC72DFC771}" type="slidenum">
              <a:rPr lang="en-US" sz="1067" smtClean="0">
                <a:solidFill>
                  <a:schemeClr val="bg1"/>
                </a:solidFill>
              </a:rPr>
              <a:t>‹#›</a:t>
            </a:fld>
            <a:endParaRPr lang="en-US" sz="1067">
              <a:solidFill>
                <a:schemeClr val="bg1"/>
              </a:solidFill>
            </a:endParaRPr>
          </a:p>
        </p:txBody>
      </p:sp>
      <p:sp>
        <p:nvSpPr>
          <p:cNvPr id="12" name="Google Shape;109;p19">
            <a:extLst>
              <a:ext uri="{FF2B5EF4-FFF2-40B4-BE49-F238E27FC236}">
                <a16:creationId xmlns:a16="http://schemas.microsoft.com/office/drawing/2014/main" id="{F5FE6615-5583-414E-A2AE-276D73A8FC11}"/>
              </a:ext>
            </a:extLst>
          </p:cNvPr>
          <p:cNvSpPr/>
          <p:nvPr userDrawn="1"/>
        </p:nvSpPr>
        <p:spPr>
          <a:xfrm>
            <a:off x="9281760" y="6541678"/>
            <a:ext cx="1931040" cy="1646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1520">
              <a:lnSpc>
                <a:spcPct val="100000"/>
              </a:lnSpc>
              <a:tabLst>
                <a:tab pos="0" algn="l"/>
              </a:tabLst>
            </a:pPr>
            <a:r>
              <a:rPr lang="en-IN" sz="1070" b="0" i="0" kern="120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Tavant &amp; Customer Confidential</a:t>
            </a:r>
            <a:endParaRPr lang="en-IN" sz="1070" b="0" u="none" strike="noStrike"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3" name="Google Shape;108;p19">
            <a:extLst>
              <a:ext uri="{FF2B5EF4-FFF2-40B4-BE49-F238E27FC236}">
                <a16:creationId xmlns:a16="http://schemas.microsoft.com/office/drawing/2014/main" id="{FA625045-8BE8-EA4F-B3DC-66FB9A840FB2}"/>
              </a:ext>
            </a:extLst>
          </p:cNvPr>
          <p:cNvPicPr/>
          <p:nvPr userDrawn="1"/>
        </p:nvPicPr>
        <p:blipFill>
          <a:blip r:embed="rId3" cstate="print"/>
          <a:stretch/>
        </p:blipFill>
        <p:spPr>
          <a:xfrm>
            <a:off x="265064" y="6462185"/>
            <a:ext cx="1264320" cy="344640"/>
          </a:xfrm>
          <a:prstGeom prst="rect">
            <a:avLst/>
          </a:prstGeom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30979746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7;p19">
            <a:extLst>
              <a:ext uri="{FF2B5EF4-FFF2-40B4-BE49-F238E27FC236}">
                <a16:creationId xmlns:a16="http://schemas.microsoft.com/office/drawing/2014/main" id="{EB642119-D1DA-2A41-9E40-D8B8ED072025}"/>
              </a:ext>
            </a:extLst>
          </p:cNvPr>
          <p:cNvPicPr/>
          <p:nvPr userDrawn="1"/>
        </p:nvPicPr>
        <p:blipFill>
          <a:blip r:embed="rId2"/>
          <a:stretch/>
        </p:blipFill>
        <p:spPr>
          <a:xfrm>
            <a:off x="-962" y="6362184"/>
            <a:ext cx="12191520" cy="523200"/>
          </a:xfrm>
          <a:prstGeom prst="rect">
            <a:avLst/>
          </a:prstGeom>
          <a:ln w="0">
            <a:noFill/>
          </a:ln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67BE79E2-C9BE-0B45-B7B9-B90FF6DB172F}"/>
              </a:ext>
            </a:extLst>
          </p:cNvPr>
          <p:cNvSpPr/>
          <p:nvPr userDrawn="1"/>
        </p:nvSpPr>
        <p:spPr>
          <a:xfrm>
            <a:off x="11547063" y="641909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EF44AC2-DA98-DF49-8A31-93632B2FB633}"/>
              </a:ext>
            </a:extLst>
          </p:cNvPr>
          <p:cNvSpPr/>
          <p:nvPr userDrawn="1"/>
        </p:nvSpPr>
        <p:spPr>
          <a:xfrm>
            <a:off x="11547063" y="646557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A0E174B-16EF-5F4F-BAA8-928FE02C1800}"/>
              </a:ext>
            </a:extLst>
          </p:cNvPr>
          <p:cNvSpPr txBox="1"/>
          <p:nvPr userDrawn="1"/>
        </p:nvSpPr>
        <p:spPr>
          <a:xfrm>
            <a:off x="11502039" y="6495512"/>
            <a:ext cx="349775" cy="256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954E5BDB-61AA-4049-AE86-82CC72DFC771}" type="slidenum">
              <a:rPr lang="en-US" sz="1067" smtClean="0">
                <a:solidFill>
                  <a:schemeClr val="bg1"/>
                </a:solidFill>
              </a:rPr>
              <a:t>‹#›</a:t>
            </a:fld>
            <a:endParaRPr lang="en-US" sz="1067">
              <a:solidFill>
                <a:schemeClr val="bg1"/>
              </a:solidFill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99514E-6A92-4F1B-BF99-08F4220E1F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4739" y="339472"/>
            <a:ext cx="11542522" cy="359457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>
              <a:defRPr sz="2400" b="1">
                <a:latin typeface="+mj-lt"/>
                <a:cs typeface="Calibri" panose="020F0502020204030204" pitchFamily="34" charset="0"/>
              </a:defRPr>
            </a:lvl1pPr>
          </a:lstStyle>
          <a:p>
            <a:r>
              <a:rPr lang="en-US"/>
              <a:t>THIS IS YOUR TITLE – KEEP IT TO ONE LINE MAXIMUM</a:t>
            </a:r>
          </a:p>
        </p:txBody>
      </p:sp>
      <p:pic>
        <p:nvPicPr>
          <p:cNvPr id="14" name="Google Shape;108;p19">
            <a:extLst>
              <a:ext uri="{FF2B5EF4-FFF2-40B4-BE49-F238E27FC236}">
                <a16:creationId xmlns:a16="http://schemas.microsoft.com/office/drawing/2014/main" id="{6FD24764-8DB6-0349-893D-31832A40A279}"/>
              </a:ext>
            </a:extLst>
          </p:cNvPr>
          <p:cNvPicPr/>
          <p:nvPr userDrawn="1"/>
        </p:nvPicPr>
        <p:blipFill>
          <a:blip r:embed="rId3" cstate="print"/>
          <a:stretch/>
        </p:blipFill>
        <p:spPr>
          <a:xfrm>
            <a:off x="265064" y="6462185"/>
            <a:ext cx="1264320" cy="344640"/>
          </a:xfrm>
          <a:prstGeom prst="rect">
            <a:avLst/>
          </a:prstGeom>
          <a:ln w="0">
            <a:noFill/>
          </a:ln>
        </p:spPr>
      </p:pic>
      <p:sp>
        <p:nvSpPr>
          <p:cNvPr id="3" name="Google Shape;109;p19">
            <a:extLst>
              <a:ext uri="{FF2B5EF4-FFF2-40B4-BE49-F238E27FC236}">
                <a16:creationId xmlns:a16="http://schemas.microsoft.com/office/drawing/2014/main" id="{8CA2198F-06FF-A8E5-0F10-E05D7B8EE7F3}"/>
              </a:ext>
            </a:extLst>
          </p:cNvPr>
          <p:cNvSpPr/>
          <p:nvPr userDrawn="1"/>
        </p:nvSpPr>
        <p:spPr>
          <a:xfrm>
            <a:off x="10015412" y="6541678"/>
            <a:ext cx="1931040" cy="16421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1520">
              <a:lnSpc>
                <a:spcPct val="100000"/>
              </a:lnSpc>
              <a:tabLst>
                <a:tab pos="0" algn="l"/>
              </a:tabLst>
            </a:pPr>
            <a:r>
              <a:rPr lang="en" sz="1067" b="0" u="none" strike="noStrike">
                <a:uFillTx/>
                <a:latin typeface="Calibri"/>
                <a:ea typeface="Calibri"/>
              </a:rPr>
              <a:t>Tavant Confidential</a:t>
            </a:r>
            <a:endParaRPr lang="en-IN" sz="1067" b="0" u="none" strike="noStrike"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123954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- Grey"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7;p19">
            <a:extLst>
              <a:ext uri="{FF2B5EF4-FFF2-40B4-BE49-F238E27FC236}">
                <a16:creationId xmlns:a16="http://schemas.microsoft.com/office/drawing/2014/main" id="{EB642119-D1DA-2A41-9E40-D8B8ED072025}"/>
              </a:ext>
            </a:extLst>
          </p:cNvPr>
          <p:cNvPicPr/>
          <p:nvPr userDrawn="1"/>
        </p:nvPicPr>
        <p:blipFill>
          <a:blip r:embed="rId2"/>
          <a:stretch/>
        </p:blipFill>
        <p:spPr>
          <a:xfrm>
            <a:off x="-962" y="6362184"/>
            <a:ext cx="12191520" cy="523200"/>
          </a:xfrm>
          <a:prstGeom prst="rect">
            <a:avLst/>
          </a:prstGeom>
          <a:ln w="0">
            <a:noFill/>
          </a:ln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67BE79E2-C9BE-0B45-B7B9-B90FF6DB172F}"/>
              </a:ext>
            </a:extLst>
          </p:cNvPr>
          <p:cNvSpPr/>
          <p:nvPr userDrawn="1"/>
        </p:nvSpPr>
        <p:spPr>
          <a:xfrm>
            <a:off x="11547063" y="641909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EF44AC2-DA98-DF49-8A31-93632B2FB633}"/>
              </a:ext>
            </a:extLst>
          </p:cNvPr>
          <p:cNvSpPr/>
          <p:nvPr userDrawn="1"/>
        </p:nvSpPr>
        <p:spPr>
          <a:xfrm>
            <a:off x="11547063" y="646557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A0E174B-16EF-5F4F-BAA8-928FE02C1800}"/>
              </a:ext>
            </a:extLst>
          </p:cNvPr>
          <p:cNvSpPr txBox="1"/>
          <p:nvPr userDrawn="1"/>
        </p:nvSpPr>
        <p:spPr>
          <a:xfrm>
            <a:off x="11502039" y="6495512"/>
            <a:ext cx="349775" cy="256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954E5BDB-61AA-4049-AE86-82CC72DFC771}" type="slidenum">
              <a:rPr lang="en-US" sz="1067" smtClean="0">
                <a:solidFill>
                  <a:schemeClr val="bg1"/>
                </a:solidFill>
              </a:rPr>
              <a:t>‹#›</a:t>
            </a:fld>
            <a:endParaRPr lang="en-US" sz="1067">
              <a:solidFill>
                <a:schemeClr val="bg1"/>
              </a:solidFill>
            </a:endParaRPr>
          </a:p>
        </p:txBody>
      </p:sp>
      <p:sp>
        <p:nvSpPr>
          <p:cNvPr id="13" name="Google Shape;109;p19">
            <a:extLst>
              <a:ext uri="{FF2B5EF4-FFF2-40B4-BE49-F238E27FC236}">
                <a16:creationId xmlns:a16="http://schemas.microsoft.com/office/drawing/2014/main" id="{383F7148-1946-CB41-9C4B-9ABFEB5D817D}"/>
              </a:ext>
            </a:extLst>
          </p:cNvPr>
          <p:cNvSpPr/>
          <p:nvPr userDrawn="1"/>
        </p:nvSpPr>
        <p:spPr>
          <a:xfrm>
            <a:off x="9281760" y="6541678"/>
            <a:ext cx="1931040" cy="1646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1520">
              <a:lnSpc>
                <a:spcPct val="100000"/>
              </a:lnSpc>
              <a:tabLst>
                <a:tab pos="0" algn="l"/>
              </a:tabLst>
            </a:pPr>
            <a:r>
              <a:rPr lang="en-IN" sz="1070" b="0" i="0" kern="120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Tavant &amp; Customer Confidential</a:t>
            </a:r>
            <a:endParaRPr lang="en-IN" sz="1070" b="0" u="none" strike="noStrike"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99514E-6A92-4F1B-BF99-08F4220E1F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4739" y="339472"/>
            <a:ext cx="11542522" cy="359457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>
              <a:defRPr sz="2400" b="1" baseline="0">
                <a:solidFill>
                  <a:schemeClr val="bg1"/>
                </a:solidFill>
                <a:latin typeface="+mj-lt"/>
                <a:cs typeface="Calibri" panose="020F0502020204030204" pitchFamily="34" charset="0"/>
              </a:defRPr>
            </a:lvl1pPr>
          </a:lstStyle>
          <a:p>
            <a:r>
              <a:rPr lang="en-US"/>
              <a:t>THIS IS YOUR TITLE – KEEP IT TO ONE LINE MAXIMUM</a:t>
            </a:r>
          </a:p>
        </p:txBody>
      </p:sp>
      <p:pic>
        <p:nvPicPr>
          <p:cNvPr id="11" name="Google Shape;108;p19">
            <a:extLst>
              <a:ext uri="{FF2B5EF4-FFF2-40B4-BE49-F238E27FC236}">
                <a16:creationId xmlns:a16="http://schemas.microsoft.com/office/drawing/2014/main" id="{4D85C159-335C-6F46-A7D6-8ABC1BE5D4E9}"/>
              </a:ext>
            </a:extLst>
          </p:cNvPr>
          <p:cNvPicPr/>
          <p:nvPr userDrawn="1"/>
        </p:nvPicPr>
        <p:blipFill>
          <a:blip r:embed="rId3" cstate="print"/>
          <a:stretch/>
        </p:blipFill>
        <p:spPr>
          <a:xfrm>
            <a:off x="265064" y="6462185"/>
            <a:ext cx="1264320" cy="344640"/>
          </a:xfrm>
          <a:prstGeom prst="rect">
            <a:avLst/>
          </a:prstGeom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22753292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Content - Grey"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7;p19">
            <a:extLst>
              <a:ext uri="{FF2B5EF4-FFF2-40B4-BE49-F238E27FC236}">
                <a16:creationId xmlns:a16="http://schemas.microsoft.com/office/drawing/2014/main" id="{EB642119-D1DA-2A41-9E40-D8B8ED072025}"/>
              </a:ext>
            </a:extLst>
          </p:cNvPr>
          <p:cNvPicPr/>
          <p:nvPr userDrawn="1"/>
        </p:nvPicPr>
        <p:blipFill>
          <a:blip r:embed="rId2"/>
          <a:stretch/>
        </p:blipFill>
        <p:spPr>
          <a:xfrm>
            <a:off x="-962" y="6362184"/>
            <a:ext cx="12191520" cy="523200"/>
          </a:xfrm>
          <a:prstGeom prst="rect">
            <a:avLst/>
          </a:prstGeom>
          <a:ln w="0">
            <a:noFill/>
          </a:ln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67BE79E2-C9BE-0B45-B7B9-B90FF6DB172F}"/>
              </a:ext>
            </a:extLst>
          </p:cNvPr>
          <p:cNvSpPr/>
          <p:nvPr userDrawn="1"/>
        </p:nvSpPr>
        <p:spPr>
          <a:xfrm>
            <a:off x="11547063" y="641909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EF44AC2-DA98-DF49-8A31-93632B2FB633}"/>
              </a:ext>
            </a:extLst>
          </p:cNvPr>
          <p:cNvSpPr/>
          <p:nvPr userDrawn="1"/>
        </p:nvSpPr>
        <p:spPr>
          <a:xfrm>
            <a:off x="11547063" y="646557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A0E174B-16EF-5F4F-BAA8-928FE02C1800}"/>
              </a:ext>
            </a:extLst>
          </p:cNvPr>
          <p:cNvSpPr txBox="1"/>
          <p:nvPr userDrawn="1"/>
        </p:nvSpPr>
        <p:spPr>
          <a:xfrm>
            <a:off x="11502039" y="6495512"/>
            <a:ext cx="349775" cy="256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954E5BDB-61AA-4049-AE86-82CC72DFC771}" type="slidenum">
              <a:rPr lang="en-US" sz="1067" smtClean="0">
                <a:solidFill>
                  <a:schemeClr val="bg1"/>
                </a:solidFill>
              </a:rPr>
              <a:t>‹#›</a:t>
            </a:fld>
            <a:endParaRPr lang="en-US" sz="1067">
              <a:solidFill>
                <a:schemeClr val="bg1"/>
              </a:solidFill>
            </a:endParaRP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C3C79DDA-FD12-054C-B80F-F314FC7465A2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326056" y="980727"/>
            <a:ext cx="11539888" cy="5098325"/>
          </a:xfrm>
          <a:prstGeom prst="rect">
            <a:avLst/>
          </a:prstGeom>
        </p:spPr>
        <p:txBody>
          <a:bodyPr tIns="46800" rIns="90000" bIns="46800"/>
          <a:lstStyle>
            <a:lvl1pPr marL="274320" indent="-274320">
              <a:lnSpc>
                <a:spcPct val="90000"/>
              </a:lnSpc>
              <a:spcBef>
                <a:spcPts val="1000"/>
              </a:spcBef>
              <a:buClr>
                <a:srgbClr val="FF8909"/>
              </a:buClr>
              <a:buSzPct val="100000"/>
              <a:buFont typeface="Wingdings" panose="05000000000000000000" pitchFamily="2" charset="2"/>
              <a:buChar char="§"/>
              <a:defRPr sz="1800" kern="1200" baseline="0">
                <a:solidFill>
                  <a:schemeClr val="bg1"/>
                </a:solidFill>
                <a:latin typeface="+mn-lt"/>
                <a:ea typeface="Roboto" pitchFamily="2" charset="0"/>
                <a:cs typeface="Roboto" pitchFamily="2" charset="0"/>
              </a:defRPr>
            </a:lvl1pPr>
            <a:lvl2pPr marL="457200" indent="-182880">
              <a:lnSpc>
                <a:spcPct val="90000"/>
              </a:lnSpc>
              <a:spcBef>
                <a:spcPts val="500"/>
              </a:spcBef>
              <a:buClr>
                <a:srgbClr val="FF8909"/>
              </a:buClr>
              <a:buFont typeface="Calibri" panose="020F0502020204030204" pitchFamily="34" charset="0"/>
              <a:buChar char="‒"/>
              <a:defRPr sz="1600" kern="1200" baseline="0">
                <a:solidFill>
                  <a:schemeClr val="bg2"/>
                </a:solidFill>
                <a:latin typeface="+mj-lt"/>
                <a:ea typeface="Roboto" pitchFamily="2" charset="0"/>
                <a:cs typeface="Roboto" pitchFamily="2" charset="0"/>
              </a:defRPr>
            </a:lvl2pPr>
            <a:lvl3pPr marL="731520" indent="-182880">
              <a:lnSpc>
                <a:spcPct val="90000"/>
              </a:lnSpc>
              <a:spcBef>
                <a:spcPts val="500"/>
              </a:spcBef>
              <a:buClr>
                <a:srgbClr val="FF8909"/>
              </a:buClr>
              <a:buFontTx/>
              <a:buChar char="•"/>
              <a:defRPr sz="1400" kern="1200" baseline="0">
                <a:solidFill>
                  <a:schemeClr val="bg2"/>
                </a:solidFill>
                <a:latin typeface="+mj-lt"/>
                <a:ea typeface="Roboto" pitchFamily="2" charset="0"/>
                <a:cs typeface="Roboto" pitchFamily="2" charset="0"/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Google Shape;109;p19">
            <a:extLst>
              <a:ext uri="{FF2B5EF4-FFF2-40B4-BE49-F238E27FC236}">
                <a16:creationId xmlns:a16="http://schemas.microsoft.com/office/drawing/2014/main" id="{40FE002C-F8CA-AD43-BA79-BB938BF88C0B}"/>
              </a:ext>
            </a:extLst>
          </p:cNvPr>
          <p:cNvSpPr/>
          <p:nvPr userDrawn="1"/>
        </p:nvSpPr>
        <p:spPr>
          <a:xfrm>
            <a:off x="9281760" y="6541678"/>
            <a:ext cx="1931040" cy="1646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1520">
              <a:lnSpc>
                <a:spcPct val="100000"/>
              </a:lnSpc>
              <a:tabLst>
                <a:tab pos="0" algn="l"/>
              </a:tabLst>
            </a:pPr>
            <a:r>
              <a:rPr lang="en-IN" sz="1070" b="0" i="0" kern="120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Tavant &amp; Customer Confidential</a:t>
            </a:r>
            <a:endParaRPr lang="en-IN" sz="1070" b="0" u="none" strike="noStrike"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D160F419-F562-CB44-AA36-DF4A19AB3AA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4739" y="339472"/>
            <a:ext cx="11542522" cy="359457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>
              <a:defRPr sz="2400" b="1" baseline="0">
                <a:solidFill>
                  <a:schemeClr val="bg1"/>
                </a:solidFill>
                <a:latin typeface="+mj-lt"/>
                <a:cs typeface="Calibri" panose="020F0502020204030204" pitchFamily="34" charset="0"/>
              </a:defRPr>
            </a:lvl1pPr>
          </a:lstStyle>
          <a:p>
            <a:r>
              <a:rPr lang="en-US"/>
              <a:t>THIS IS YOUR TITLE – KEEP IT TO ONE LINE MAXIMUM</a:t>
            </a:r>
          </a:p>
        </p:txBody>
      </p:sp>
      <p:pic>
        <p:nvPicPr>
          <p:cNvPr id="11" name="Google Shape;108;p19">
            <a:extLst>
              <a:ext uri="{FF2B5EF4-FFF2-40B4-BE49-F238E27FC236}">
                <a16:creationId xmlns:a16="http://schemas.microsoft.com/office/drawing/2014/main" id="{10F52182-F117-924F-A8AE-514B2E0BAB60}"/>
              </a:ext>
            </a:extLst>
          </p:cNvPr>
          <p:cNvPicPr/>
          <p:nvPr userDrawn="1"/>
        </p:nvPicPr>
        <p:blipFill>
          <a:blip r:embed="rId3" cstate="print"/>
          <a:stretch/>
        </p:blipFill>
        <p:spPr>
          <a:xfrm>
            <a:off x="265064" y="6462185"/>
            <a:ext cx="1264320" cy="344640"/>
          </a:xfrm>
          <a:prstGeom prst="rect">
            <a:avLst/>
          </a:prstGeom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857891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7;p19">
            <a:extLst>
              <a:ext uri="{FF2B5EF4-FFF2-40B4-BE49-F238E27FC236}">
                <a16:creationId xmlns:a16="http://schemas.microsoft.com/office/drawing/2014/main" id="{EB642119-D1DA-2A41-9E40-D8B8ED072025}"/>
              </a:ext>
            </a:extLst>
          </p:cNvPr>
          <p:cNvPicPr/>
          <p:nvPr userDrawn="1"/>
        </p:nvPicPr>
        <p:blipFill>
          <a:blip r:embed="rId2"/>
          <a:stretch/>
        </p:blipFill>
        <p:spPr>
          <a:xfrm>
            <a:off x="-962" y="6362184"/>
            <a:ext cx="12191520" cy="523200"/>
          </a:xfrm>
          <a:prstGeom prst="rect">
            <a:avLst/>
          </a:prstGeom>
          <a:ln w="0">
            <a:noFill/>
          </a:ln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67BE79E2-C9BE-0B45-B7B9-B90FF6DB172F}"/>
              </a:ext>
            </a:extLst>
          </p:cNvPr>
          <p:cNvSpPr/>
          <p:nvPr userDrawn="1"/>
        </p:nvSpPr>
        <p:spPr>
          <a:xfrm>
            <a:off x="11547063" y="641909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EF44AC2-DA98-DF49-8A31-93632B2FB633}"/>
              </a:ext>
            </a:extLst>
          </p:cNvPr>
          <p:cNvSpPr/>
          <p:nvPr userDrawn="1"/>
        </p:nvSpPr>
        <p:spPr>
          <a:xfrm>
            <a:off x="11547063" y="646557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A0E174B-16EF-5F4F-BAA8-928FE02C1800}"/>
              </a:ext>
            </a:extLst>
          </p:cNvPr>
          <p:cNvSpPr txBox="1"/>
          <p:nvPr userDrawn="1"/>
        </p:nvSpPr>
        <p:spPr>
          <a:xfrm>
            <a:off x="11502039" y="6495512"/>
            <a:ext cx="349775" cy="256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954E5BDB-61AA-4049-AE86-82CC72DFC771}" type="slidenum">
              <a:rPr lang="en-US" sz="1067" smtClean="0">
                <a:solidFill>
                  <a:schemeClr val="bg1"/>
                </a:solidFill>
              </a:rPr>
              <a:t>‹#›</a:t>
            </a:fld>
            <a:endParaRPr lang="en-US" sz="1067">
              <a:solidFill>
                <a:schemeClr val="bg1"/>
              </a:solidFill>
            </a:endParaRP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C3C79DDA-FD12-054C-B80F-F314FC7465A2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326056" y="980727"/>
            <a:ext cx="11539888" cy="5098325"/>
          </a:xfrm>
          <a:prstGeom prst="rect">
            <a:avLst/>
          </a:prstGeom>
        </p:spPr>
        <p:txBody>
          <a:bodyPr tIns="46800" rIns="90000" bIns="46800"/>
          <a:lstStyle>
            <a:lvl1pPr marL="274320" indent="-274320">
              <a:lnSpc>
                <a:spcPct val="90000"/>
              </a:lnSpc>
              <a:spcBef>
                <a:spcPts val="1000"/>
              </a:spcBef>
              <a:buClr>
                <a:srgbClr val="FF8909"/>
              </a:buClr>
              <a:buSzPct val="100000"/>
              <a:buFont typeface="Wingdings" panose="05000000000000000000" pitchFamily="2" charset="2"/>
              <a:buChar char="§"/>
              <a:defRPr sz="1800" kern="1200" baseline="0">
                <a:latin typeface="+mn-lt"/>
                <a:ea typeface="Roboto" pitchFamily="2" charset="0"/>
                <a:cs typeface="Roboto" pitchFamily="2" charset="0"/>
              </a:defRPr>
            </a:lvl1pPr>
            <a:lvl2pPr marL="457200" indent="-182880">
              <a:lnSpc>
                <a:spcPct val="90000"/>
              </a:lnSpc>
              <a:spcBef>
                <a:spcPts val="500"/>
              </a:spcBef>
              <a:buClr>
                <a:srgbClr val="FF8909"/>
              </a:buClr>
              <a:buFont typeface="Calibri" panose="020F0502020204030204" pitchFamily="34" charset="0"/>
              <a:buChar char="‒"/>
              <a:defRPr sz="1600" kern="1200" baseline="0">
                <a:solidFill>
                  <a:schemeClr val="tx1"/>
                </a:solidFill>
                <a:latin typeface="+mj-lt"/>
                <a:ea typeface="Roboto" pitchFamily="2" charset="0"/>
                <a:cs typeface="Roboto" pitchFamily="2" charset="0"/>
              </a:defRPr>
            </a:lvl2pPr>
            <a:lvl3pPr marL="731520" indent="-182880">
              <a:lnSpc>
                <a:spcPct val="90000"/>
              </a:lnSpc>
              <a:spcBef>
                <a:spcPts val="500"/>
              </a:spcBef>
              <a:buClr>
                <a:srgbClr val="FF8909"/>
              </a:buClr>
              <a:buFontTx/>
              <a:buChar char="•"/>
              <a:defRPr sz="1400" kern="1200" baseline="0">
                <a:solidFill>
                  <a:schemeClr val="tx1"/>
                </a:solidFill>
                <a:latin typeface="+mj-lt"/>
                <a:ea typeface="Roboto" pitchFamily="2" charset="0"/>
                <a:cs typeface="Roboto" pitchFamily="2" charset="0"/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D160F419-F562-CB44-AA36-DF4A19AB3AA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4739" y="339472"/>
            <a:ext cx="11542522" cy="359457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>
              <a:defRPr sz="2400" b="1">
                <a:latin typeface="+mj-lt"/>
                <a:cs typeface="Calibri" panose="020F0502020204030204" pitchFamily="34" charset="0"/>
              </a:defRPr>
            </a:lvl1pPr>
          </a:lstStyle>
          <a:p>
            <a:r>
              <a:rPr lang="en-US"/>
              <a:t>THIS IS YOUR TITLE – KEEP IT TO ONE LINE MAXIMUM</a:t>
            </a:r>
          </a:p>
        </p:txBody>
      </p:sp>
      <p:pic>
        <p:nvPicPr>
          <p:cNvPr id="11" name="Google Shape;108;p19">
            <a:extLst>
              <a:ext uri="{FF2B5EF4-FFF2-40B4-BE49-F238E27FC236}">
                <a16:creationId xmlns:a16="http://schemas.microsoft.com/office/drawing/2014/main" id="{5D066C0B-9CAF-D84D-B3D4-BFBB4F704C28}"/>
              </a:ext>
            </a:extLst>
          </p:cNvPr>
          <p:cNvPicPr/>
          <p:nvPr userDrawn="1"/>
        </p:nvPicPr>
        <p:blipFill>
          <a:blip r:embed="rId3" cstate="print"/>
          <a:stretch/>
        </p:blipFill>
        <p:spPr>
          <a:xfrm>
            <a:off x="265064" y="6462185"/>
            <a:ext cx="1264320" cy="344640"/>
          </a:xfrm>
          <a:prstGeom prst="rect">
            <a:avLst/>
          </a:prstGeom>
          <a:ln w="0">
            <a:noFill/>
          </a:ln>
        </p:spPr>
      </p:pic>
      <p:sp>
        <p:nvSpPr>
          <p:cNvPr id="2" name="Google Shape;109;p19">
            <a:extLst>
              <a:ext uri="{FF2B5EF4-FFF2-40B4-BE49-F238E27FC236}">
                <a16:creationId xmlns:a16="http://schemas.microsoft.com/office/drawing/2014/main" id="{B6C94471-8D73-AE45-D389-74758CB533E5}"/>
              </a:ext>
            </a:extLst>
          </p:cNvPr>
          <p:cNvSpPr/>
          <p:nvPr userDrawn="1"/>
        </p:nvSpPr>
        <p:spPr>
          <a:xfrm>
            <a:off x="10015412" y="6541678"/>
            <a:ext cx="1931040" cy="16421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1520">
              <a:lnSpc>
                <a:spcPct val="100000"/>
              </a:lnSpc>
              <a:tabLst>
                <a:tab pos="0" algn="l"/>
              </a:tabLst>
            </a:pPr>
            <a:r>
              <a:rPr lang="en" sz="1067" b="0" u="none" strike="noStrike">
                <a:uFillTx/>
                <a:latin typeface="Calibri"/>
                <a:ea typeface="Calibri"/>
              </a:rPr>
              <a:t>Tavant Confidential</a:t>
            </a:r>
            <a:endParaRPr lang="en-IN" sz="1067" b="0" u="none" strike="noStrike"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712539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07;p19">
            <a:extLst>
              <a:ext uri="{FF2B5EF4-FFF2-40B4-BE49-F238E27FC236}">
                <a16:creationId xmlns:a16="http://schemas.microsoft.com/office/drawing/2014/main" id="{C078F8D0-7AEA-CF46-89A1-50DB60309410}"/>
              </a:ext>
            </a:extLst>
          </p:cNvPr>
          <p:cNvPicPr/>
          <p:nvPr userDrawn="1"/>
        </p:nvPicPr>
        <p:blipFill>
          <a:blip r:embed="rId2"/>
          <a:stretch/>
        </p:blipFill>
        <p:spPr>
          <a:xfrm>
            <a:off x="-962" y="6362184"/>
            <a:ext cx="12191520" cy="523200"/>
          </a:xfrm>
          <a:prstGeom prst="rect">
            <a:avLst/>
          </a:prstGeom>
          <a:ln w="0">
            <a:noFill/>
          </a:ln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AC244F20-8581-DC4D-85E1-F52AD2B02347}"/>
              </a:ext>
            </a:extLst>
          </p:cNvPr>
          <p:cNvSpPr/>
          <p:nvPr userDrawn="1"/>
        </p:nvSpPr>
        <p:spPr>
          <a:xfrm>
            <a:off x="11547063" y="641909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E19BDB9-AF73-E746-8F38-BABDD5BB1691}"/>
              </a:ext>
            </a:extLst>
          </p:cNvPr>
          <p:cNvSpPr/>
          <p:nvPr userDrawn="1"/>
        </p:nvSpPr>
        <p:spPr>
          <a:xfrm>
            <a:off x="11547063" y="646557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4006B26-BA4E-E344-81EA-ABF972399762}"/>
              </a:ext>
            </a:extLst>
          </p:cNvPr>
          <p:cNvSpPr txBox="1"/>
          <p:nvPr userDrawn="1"/>
        </p:nvSpPr>
        <p:spPr>
          <a:xfrm>
            <a:off x="11502039" y="6495512"/>
            <a:ext cx="349775" cy="256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954E5BDB-61AA-4049-AE86-82CC72DFC771}" type="slidenum">
              <a:rPr lang="en-US" sz="1067" smtClean="0">
                <a:solidFill>
                  <a:schemeClr val="bg1"/>
                </a:solidFill>
              </a:rPr>
              <a:t>‹#›</a:t>
            </a:fld>
            <a:endParaRPr lang="en-US" sz="1067">
              <a:solidFill>
                <a:schemeClr val="bg1"/>
              </a:solidFill>
            </a:endParaRP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C846A6F8-D446-C244-9CDD-E157A8A0A49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4739" y="717388"/>
            <a:ext cx="11542522" cy="377121"/>
          </a:xfrm>
        </p:spPr>
        <p:txBody>
          <a:bodyPr lIns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rgbClr val="F77A33"/>
                </a:solidFill>
                <a:latin typeface="+mn-lt"/>
                <a:cs typeface="Calibri" panose="020F0502020204030204" pitchFamily="34" charset="0"/>
              </a:defRPr>
            </a:lvl1pPr>
            <a:lvl2pPr marL="12700" indent="0">
              <a:buNone/>
              <a:defRPr sz="1800">
                <a:solidFill>
                  <a:schemeClr val="accent1"/>
                </a:solidFill>
              </a:defRPr>
            </a:lvl2pPr>
            <a:lvl3pPr>
              <a:defRPr sz="1800">
                <a:solidFill>
                  <a:schemeClr val="accent1"/>
                </a:solidFill>
              </a:defRPr>
            </a:lvl3pPr>
            <a:lvl4pPr>
              <a:defRPr sz="1800">
                <a:solidFill>
                  <a:schemeClr val="accent1"/>
                </a:solidFill>
              </a:defRPr>
            </a:lvl4pPr>
            <a:lvl5pPr>
              <a:defRPr sz="18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This Is Your Optional Subtitle – Keep to One Line Maximum if Used</a:t>
            </a:r>
          </a:p>
        </p:txBody>
      </p:sp>
      <p:sp>
        <p:nvSpPr>
          <p:cNvPr id="16" name="Title Placeholder 1">
            <a:extLst>
              <a:ext uri="{FF2B5EF4-FFF2-40B4-BE49-F238E27FC236}">
                <a16:creationId xmlns:a16="http://schemas.microsoft.com/office/drawing/2014/main" id="{695CF3CF-048B-5146-A9D4-413E461B5D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4739" y="339472"/>
            <a:ext cx="11542522" cy="359457"/>
          </a:xfrm>
          <a:prstGeom prst="rect">
            <a:avLst/>
          </a:prstGeom>
        </p:spPr>
        <p:txBody>
          <a:bodyPr vert="horz" lIns="0" tIns="45720" rIns="91440" bIns="45720" rtlCol="0" anchor="ctr" anchorCtr="0">
            <a:noAutofit/>
          </a:bodyPr>
          <a:lstStyle>
            <a:lvl1pPr>
              <a:defRPr sz="2400" b="1">
                <a:latin typeface="+mj-lt"/>
                <a:cs typeface="Calibri" panose="020F0502020204030204" pitchFamily="34" charset="0"/>
              </a:defRPr>
            </a:lvl1pPr>
          </a:lstStyle>
          <a:p>
            <a:r>
              <a:rPr lang="en-US"/>
              <a:t>THIS IS YOUR TITLE – KEEP IT TO ONE LINE MAXIMUM</a:t>
            </a:r>
          </a:p>
        </p:txBody>
      </p:sp>
      <p:pic>
        <p:nvPicPr>
          <p:cNvPr id="17" name="Google Shape;108;p19">
            <a:extLst>
              <a:ext uri="{FF2B5EF4-FFF2-40B4-BE49-F238E27FC236}">
                <a16:creationId xmlns:a16="http://schemas.microsoft.com/office/drawing/2014/main" id="{EA44A560-E0D1-4F41-A714-57C19BC7600C}"/>
              </a:ext>
            </a:extLst>
          </p:cNvPr>
          <p:cNvPicPr/>
          <p:nvPr userDrawn="1"/>
        </p:nvPicPr>
        <p:blipFill>
          <a:blip r:embed="rId3" cstate="print"/>
          <a:stretch/>
        </p:blipFill>
        <p:spPr>
          <a:xfrm>
            <a:off x="265064" y="6462185"/>
            <a:ext cx="1264320" cy="344640"/>
          </a:xfrm>
          <a:prstGeom prst="rect">
            <a:avLst/>
          </a:prstGeom>
          <a:ln w="0">
            <a:noFill/>
          </a:ln>
        </p:spPr>
      </p:pic>
      <p:sp>
        <p:nvSpPr>
          <p:cNvPr id="2" name="Google Shape;109;p19">
            <a:extLst>
              <a:ext uri="{FF2B5EF4-FFF2-40B4-BE49-F238E27FC236}">
                <a16:creationId xmlns:a16="http://schemas.microsoft.com/office/drawing/2014/main" id="{27ECFAD2-887A-244C-E08A-BBC6CB7BA7B0}"/>
              </a:ext>
            </a:extLst>
          </p:cNvPr>
          <p:cNvSpPr/>
          <p:nvPr userDrawn="1"/>
        </p:nvSpPr>
        <p:spPr>
          <a:xfrm>
            <a:off x="10015412" y="6541678"/>
            <a:ext cx="1931040" cy="16421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1520">
              <a:lnSpc>
                <a:spcPct val="100000"/>
              </a:lnSpc>
              <a:tabLst>
                <a:tab pos="0" algn="l"/>
              </a:tabLst>
            </a:pPr>
            <a:r>
              <a:rPr lang="en" sz="1067" b="0" u="none" strike="noStrike">
                <a:uFillTx/>
                <a:latin typeface="Calibri"/>
                <a:ea typeface="Calibri"/>
              </a:rPr>
              <a:t>Tavant Confidential</a:t>
            </a:r>
            <a:endParaRPr lang="en-IN" sz="1067" b="0" u="none" strike="noStrike"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96755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2-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07;p19">
            <a:extLst>
              <a:ext uri="{FF2B5EF4-FFF2-40B4-BE49-F238E27FC236}">
                <a16:creationId xmlns:a16="http://schemas.microsoft.com/office/drawing/2014/main" id="{C0900330-6551-A544-97F3-E769CFB0E122}"/>
              </a:ext>
            </a:extLst>
          </p:cNvPr>
          <p:cNvPicPr/>
          <p:nvPr userDrawn="1"/>
        </p:nvPicPr>
        <p:blipFill>
          <a:blip r:embed="rId2"/>
          <a:stretch/>
        </p:blipFill>
        <p:spPr>
          <a:xfrm>
            <a:off x="-962" y="6362184"/>
            <a:ext cx="12191520" cy="523200"/>
          </a:xfrm>
          <a:prstGeom prst="rect">
            <a:avLst/>
          </a:prstGeom>
          <a:ln w="0">
            <a:noFill/>
          </a:ln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36629CA4-ED6B-7F4B-8BF1-531AA0FE90AA}"/>
              </a:ext>
            </a:extLst>
          </p:cNvPr>
          <p:cNvSpPr/>
          <p:nvPr userDrawn="1"/>
        </p:nvSpPr>
        <p:spPr>
          <a:xfrm>
            <a:off x="11547063" y="641909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83A8395-25FD-BA4B-B53D-93C34EB64F3F}"/>
              </a:ext>
            </a:extLst>
          </p:cNvPr>
          <p:cNvSpPr/>
          <p:nvPr userDrawn="1"/>
        </p:nvSpPr>
        <p:spPr>
          <a:xfrm>
            <a:off x="11547063" y="646557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23F962B-2D91-8F4B-9B4A-B37EAC284358}"/>
              </a:ext>
            </a:extLst>
          </p:cNvPr>
          <p:cNvSpPr txBox="1"/>
          <p:nvPr userDrawn="1"/>
        </p:nvSpPr>
        <p:spPr>
          <a:xfrm>
            <a:off x="11502039" y="6495512"/>
            <a:ext cx="349775" cy="256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954E5BDB-61AA-4049-AE86-82CC72DFC771}" type="slidenum">
              <a:rPr lang="en-US" sz="1067" smtClean="0">
                <a:solidFill>
                  <a:schemeClr val="bg1"/>
                </a:solidFill>
              </a:rPr>
              <a:t>‹#›</a:t>
            </a:fld>
            <a:endParaRPr lang="en-US" sz="1067">
              <a:solidFill>
                <a:schemeClr val="bg1"/>
              </a:solidFill>
            </a:endParaRP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7858BFB7-3A61-1440-AC90-6470F952E712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323679" y="1268760"/>
            <a:ext cx="5647781" cy="4820400"/>
          </a:xfrm>
          <a:prstGeom prst="rect">
            <a:avLst/>
          </a:prstGeom>
        </p:spPr>
        <p:txBody>
          <a:bodyPr tIns="46800" rIns="90000" bIns="46800"/>
          <a:lstStyle>
            <a:lvl1pPr marL="274320" indent="-274320">
              <a:lnSpc>
                <a:spcPct val="90000"/>
              </a:lnSpc>
              <a:spcBef>
                <a:spcPts val="1000"/>
              </a:spcBef>
              <a:buClr>
                <a:srgbClr val="FF8909"/>
              </a:buClr>
              <a:buSzPct val="100000"/>
              <a:buFont typeface="Wingdings" panose="05000000000000000000" pitchFamily="2" charset="2"/>
              <a:buChar char="§"/>
              <a:defRPr sz="1800" kern="1200" baseline="0">
                <a:latin typeface="+mj-lt"/>
                <a:ea typeface="Roboto" pitchFamily="2" charset="0"/>
                <a:cs typeface="Roboto" pitchFamily="2" charset="0"/>
              </a:defRPr>
            </a:lvl1pPr>
            <a:lvl2pPr marL="457200" indent="-182880">
              <a:lnSpc>
                <a:spcPct val="90000"/>
              </a:lnSpc>
              <a:spcBef>
                <a:spcPts val="500"/>
              </a:spcBef>
              <a:buClr>
                <a:srgbClr val="FF8909"/>
              </a:buClr>
              <a:buFont typeface="Calibri" panose="020F0502020204030204" pitchFamily="34" charset="0"/>
              <a:buChar char="‒"/>
              <a:defRPr sz="1600" kern="1200" baseline="0">
                <a:solidFill>
                  <a:schemeClr val="tx1"/>
                </a:solidFill>
                <a:latin typeface="+mj-lt"/>
                <a:ea typeface="Roboto" pitchFamily="2" charset="0"/>
                <a:cs typeface="Roboto" pitchFamily="2" charset="0"/>
              </a:defRPr>
            </a:lvl2pPr>
            <a:lvl3pPr marL="731520" indent="-182880">
              <a:lnSpc>
                <a:spcPct val="90000"/>
              </a:lnSpc>
              <a:spcBef>
                <a:spcPts val="500"/>
              </a:spcBef>
              <a:buClr>
                <a:srgbClr val="FF8909"/>
              </a:buClr>
              <a:buFontTx/>
              <a:buChar char="•"/>
              <a:defRPr sz="1400" kern="1200" baseline="0">
                <a:solidFill>
                  <a:schemeClr val="tx1"/>
                </a:solidFill>
                <a:latin typeface="+mj-lt"/>
                <a:ea typeface="Roboto" pitchFamily="2" charset="0"/>
                <a:cs typeface="Roboto" pitchFamily="2" charset="0"/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975B1725-DF57-1F46-B6C8-CFD1A90E3C11}"/>
              </a:ext>
            </a:extLst>
          </p:cNvPr>
          <p:cNvSpPr>
            <a:spLocks noGrp="1"/>
          </p:cNvSpPr>
          <p:nvPr>
            <p:ph sz="quarter" idx="34"/>
          </p:nvPr>
        </p:nvSpPr>
        <p:spPr>
          <a:xfrm>
            <a:off x="6219480" y="1268760"/>
            <a:ext cx="5647781" cy="4820400"/>
          </a:xfrm>
          <a:prstGeom prst="rect">
            <a:avLst/>
          </a:prstGeom>
        </p:spPr>
        <p:txBody>
          <a:bodyPr tIns="46800" rIns="90000" bIns="46800"/>
          <a:lstStyle>
            <a:lvl1pPr marL="274320" indent="-274320">
              <a:lnSpc>
                <a:spcPct val="90000"/>
              </a:lnSpc>
              <a:spcBef>
                <a:spcPts val="1000"/>
              </a:spcBef>
              <a:buClr>
                <a:srgbClr val="FF8909"/>
              </a:buClr>
              <a:buSzPct val="100000"/>
              <a:buFont typeface="Wingdings" panose="05000000000000000000" pitchFamily="2" charset="2"/>
              <a:buChar char="§"/>
              <a:defRPr sz="1800" kern="1200" baseline="0">
                <a:latin typeface="+mj-lt"/>
                <a:ea typeface="Roboto" pitchFamily="2" charset="0"/>
                <a:cs typeface="Roboto" pitchFamily="2" charset="0"/>
              </a:defRPr>
            </a:lvl1pPr>
            <a:lvl2pPr marL="457200" indent="-182880">
              <a:lnSpc>
                <a:spcPct val="90000"/>
              </a:lnSpc>
              <a:spcBef>
                <a:spcPts val="500"/>
              </a:spcBef>
              <a:buClr>
                <a:srgbClr val="FF8909"/>
              </a:buClr>
              <a:buFont typeface="Calibri" panose="020F0502020204030204" pitchFamily="34" charset="0"/>
              <a:buChar char="‒"/>
              <a:defRPr sz="1600" kern="1200" baseline="0">
                <a:solidFill>
                  <a:schemeClr val="tx1"/>
                </a:solidFill>
                <a:latin typeface="+mj-lt"/>
                <a:ea typeface="Roboto" pitchFamily="2" charset="0"/>
                <a:cs typeface="Roboto" pitchFamily="2" charset="0"/>
              </a:defRPr>
            </a:lvl2pPr>
            <a:lvl3pPr marL="731520" indent="-182880">
              <a:lnSpc>
                <a:spcPct val="90000"/>
              </a:lnSpc>
              <a:spcBef>
                <a:spcPts val="500"/>
              </a:spcBef>
              <a:buClr>
                <a:srgbClr val="FF8909"/>
              </a:buClr>
              <a:buFontTx/>
              <a:buChar char="•"/>
              <a:defRPr sz="1400" kern="1200" baseline="0">
                <a:solidFill>
                  <a:schemeClr val="tx1"/>
                </a:solidFill>
                <a:latin typeface="+mj-lt"/>
                <a:ea typeface="Roboto" pitchFamily="2" charset="0"/>
                <a:cs typeface="Roboto" pitchFamily="2" charset="0"/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Google Shape;109;p19">
            <a:extLst>
              <a:ext uri="{FF2B5EF4-FFF2-40B4-BE49-F238E27FC236}">
                <a16:creationId xmlns:a16="http://schemas.microsoft.com/office/drawing/2014/main" id="{350C7520-6495-5140-9350-61FB8C2D4E2D}"/>
              </a:ext>
            </a:extLst>
          </p:cNvPr>
          <p:cNvSpPr/>
          <p:nvPr userDrawn="1"/>
        </p:nvSpPr>
        <p:spPr>
          <a:xfrm>
            <a:off x="9281760" y="6541678"/>
            <a:ext cx="1931040" cy="1646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1520">
              <a:lnSpc>
                <a:spcPct val="100000"/>
              </a:lnSpc>
              <a:tabLst>
                <a:tab pos="0" algn="l"/>
              </a:tabLst>
            </a:pPr>
            <a:r>
              <a:rPr lang="en-IN" sz="1070" b="0" i="0" kern="120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Tavant &amp; Customer Confidential</a:t>
            </a:r>
            <a:endParaRPr lang="en-IN" sz="1070" b="0" u="none" strike="noStrike"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35C3D2FF-95D9-E34A-AB59-2B316910E86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4739" y="717388"/>
            <a:ext cx="11542522" cy="377121"/>
          </a:xfrm>
        </p:spPr>
        <p:txBody>
          <a:bodyPr lIns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rgbClr val="F77A33"/>
                </a:solidFill>
                <a:latin typeface="+mn-lt"/>
                <a:cs typeface="Calibri" panose="020F0502020204030204" pitchFamily="34" charset="0"/>
              </a:defRPr>
            </a:lvl1pPr>
            <a:lvl2pPr marL="12700" indent="0">
              <a:buNone/>
              <a:defRPr sz="1800">
                <a:solidFill>
                  <a:schemeClr val="accent1"/>
                </a:solidFill>
              </a:defRPr>
            </a:lvl2pPr>
            <a:lvl3pPr>
              <a:defRPr sz="1800">
                <a:solidFill>
                  <a:schemeClr val="accent1"/>
                </a:solidFill>
              </a:defRPr>
            </a:lvl3pPr>
            <a:lvl4pPr>
              <a:defRPr sz="1800">
                <a:solidFill>
                  <a:schemeClr val="accent1"/>
                </a:solidFill>
              </a:defRPr>
            </a:lvl4pPr>
            <a:lvl5pPr>
              <a:defRPr sz="18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This Is Your Optional Subtitle – Keep to One Line Maximum if Used</a:t>
            </a:r>
          </a:p>
        </p:txBody>
      </p:sp>
      <p:sp>
        <p:nvSpPr>
          <p:cNvPr id="19" name="Title Placeholder 1">
            <a:extLst>
              <a:ext uri="{FF2B5EF4-FFF2-40B4-BE49-F238E27FC236}">
                <a16:creationId xmlns:a16="http://schemas.microsoft.com/office/drawing/2014/main" id="{F0B59DA3-6998-3545-9F3C-7FFBBB9E9E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4739" y="339472"/>
            <a:ext cx="11542522" cy="359457"/>
          </a:xfrm>
          <a:prstGeom prst="rect">
            <a:avLst/>
          </a:prstGeom>
        </p:spPr>
        <p:txBody>
          <a:bodyPr vert="horz" lIns="0" tIns="45720" rIns="91440" bIns="45720" rtlCol="0" anchor="ctr" anchorCtr="0">
            <a:noAutofit/>
          </a:bodyPr>
          <a:lstStyle>
            <a:lvl1pPr>
              <a:defRPr sz="2400" b="1">
                <a:latin typeface="+mj-lt"/>
                <a:cs typeface="Calibri" panose="020F0502020204030204" pitchFamily="34" charset="0"/>
              </a:defRPr>
            </a:lvl1pPr>
          </a:lstStyle>
          <a:p>
            <a:r>
              <a:rPr lang="en-US"/>
              <a:t>THIS IS YOUR TITLE – KEEP IT TO ONE LINE MAXIMUM</a:t>
            </a:r>
          </a:p>
        </p:txBody>
      </p:sp>
      <p:pic>
        <p:nvPicPr>
          <p:cNvPr id="20" name="Google Shape;108;p19">
            <a:extLst>
              <a:ext uri="{FF2B5EF4-FFF2-40B4-BE49-F238E27FC236}">
                <a16:creationId xmlns:a16="http://schemas.microsoft.com/office/drawing/2014/main" id="{AD8871D2-4CF6-D044-A965-ECBD6C6003EB}"/>
              </a:ext>
            </a:extLst>
          </p:cNvPr>
          <p:cNvPicPr/>
          <p:nvPr userDrawn="1"/>
        </p:nvPicPr>
        <p:blipFill>
          <a:blip r:embed="rId3" cstate="print"/>
          <a:stretch/>
        </p:blipFill>
        <p:spPr>
          <a:xfrm>
            <a:off x="265064" y="6462185"/>
            <a:ext cx="1264320" cy="344640"/>
          </a:xfrm>
          <a:prstGeom prst="rect">
            <a:avLst/>
          </a:prstGeom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31634092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07;p19">
            <a:extLst>
              <a:ext uri="{FF2B5EF4-FFF2-40B4-BE49-F238E27FC236}">
                <a16:creationId xmlns:a16="http://schemas.microsoft.com/office/drawing/2014/main" id="{C0900330-6551-A544-97F3-E769CFB0E122}"/>
              </a:ext>
            </a:extLst>
          </p:cNvPr>
          <p:cNvPicPr/>
          <p:nvPr userDrawn="1"/>
        </p:nvPicPr>
        <p:blipFill>
          <a:blip r:embed="rId2"/>
          <a:stretch/>
        </p:blipFill>
        <p:spPr>
          <a:xfrm>
            <a:off x="-962" y="6362184"/>
            <a:ext cx="12191520" cy="523200"/>
          </a:xfrm>
          <a:prstGeom prst="rect">
            <a:avLst/>
          </a:prstGeom>
          <a:ln w="0">
            <a:noFill/>
          </a:ln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36629CA4-ED6B-7F4B-8BF1-531AA0FE90AA}"/>
              </a:ext>
            </a:extLst>
          </p:cNvPr>
          <p:cNvSpPr/>
          <p:nvPr userDrawn="1"/>
        </p:nvSpPr>
        <p:spPr>
          <a:xfrm>
            <a:off x="11547063" y="641909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83A8395-25FD-BA4B-B53D-93C34EB64F3F}"/>
              </a:ext>
            </a:extLst>
          </p:cNvPr>
          <p:cNvSpPr/>
          <p:nvPr userDrawn="1"/>
        </p:nvSpPr>
        <p:spPr>
          <a:xfrm>
            <a:off x="11547063" y="646557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23F962B-2D91-8F4B-9B4A-B37EAC284358}"/>
              </a:ext>
            </a:extLst>
          </p:cNvPr>
          <p:cNvSpPr txBox="1"/>
          <p:nvPr userDrawn="1"/>
        </p:nvSpPr>
        <p:spPr>
          <a:xfrm>
            <a:off x="11502039" y="6495512"/>
            <a:ext cx="349775" cy="256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954E5BDB-61AA-4049-AE86-82CC72DFC771}" type="slidenum">
              <a:rPr lang="en-US" sz="1067" smtClean="0">
                <a:solidFill>
                  <a:schemeClr val="bg1"/>
                </a:solidFill>
              </a:rPr>
              <a:t>‹#›</a:t>
            </a:fld>
            <a:endParaRPr lang="en-US" sz="1067">
              <a:solidFill>
                <a:schemeClr val="bg1"/>
              </a:solidFill>
            </a:endParaRP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76EF35C9-6C58-3943-81F4-9502B1AFCB34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319593" y="1262210"/>
            <a:ext cx="11547668" cy="4846823"/>
          </a:xfrm>
          <a:prstGeom prst="rect">
            <a:avLst/>
          </a:prstGeom>
        </p:spPr>
        <p:txBody>
          <a:bodyPr tIns="46800" rIns="90000" bIns="46800"/>
          <a:lstStyle>
            <a:lvl1pPr marL="274320" indent="-274320">
              <a:lnSpc>
                <a:spcPct val="90000"/>
              </a:lnSpc>
              <a:spcBef>
                <a:spcPts val="1000"/>
              </a:spcBef>
              <a:buClr>
                <a:srgbClr val="FF8909"/>
              </a:buClr>
              <a:buSzPct val="100000"/>
              <a:buFont typeface="Wingdings" panose="05000000000000000000" pitchFamily="2" charset="2"/>
              <a:buChar char="§"/>
              <a:defRPr sz="1800" kern="1200" baseline="0">
                <a:latin typeface="+mj-lt"/>
                <a:ea typeface="Roboto" pitchFamily="2" charset="0"/>
                <a:cs typeface="Roboto" pitchFamily="2" charset="0"/>
              </a:defRPr>
            </a:lvl1pPr>
            <a:lvl2pPr marL="457200" indent="-182880">
              <a:lnSpc>
                <a:spcPct val="90000"/>
              </a:lnSpc>
              <a:spcBef>
                <a:spcPts val="500"/>
              </a:spcBef>
              <a:buClr>
                <a:srgbClr val="FF8909"/>
              </a:buClr>
              <a:buFont typeface="Calibri" panose="020F0502020204030204" pitchFamily="34" charset="0"/>
              <a:buChar char="‒"/>
              <a:defRPr sz="1600" kern="1200" baseline="0">
                <a:solidFill>
                  <a:schemeClr val="tx1"/>
                </a:solidFill>
                <a:latin typeface="+mj-lt"/>
                <a:ea typeface="Roboto" pitchFamily="2" charset="0"/>
                <a:cs typeface="Roboto" pitchFamily="2" charset="0"/>
              </a:defRPr>
            </a:lvl2pPr>
            <a:lvl3pPr marL="731520" indent="-182880">
              <a:lnSpc>
                <a:spcPct val="90000"/>
              </a:lnSpc>
              <a:spcBef>
                <a:spcPts val="500"/>
              </a:spcBef>
              <a:buClr>
                <a:srgbClr val="FF8909"/>
              </a:buClr>
              <a:buFontTx/>
              <a:buChar char="•"/>
              <a:defRPr sz="1400" kern="1200" baseline="0">
                <a:solidFill>
                  <a:schemeClr val="tx1"/>
                </a:solidFill>
                <a:latin typeface="+mj-lt"/>
                <a:ea typeface="Roboto" pitchFamily="2" charset="0"/>
                <a:cs typeface="Roboto" pitchFamily="2" charset="0"/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87CE4828-0DEA-474E-AC19-4E4D4F900EA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4739" y="717388"/>
            <a:ext cx="11542522" cy="377121"/>
          </a:xfrm>
        </p:spPr>
        <p:txBody>
          <a:bodyPr lIns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rgbClr val="F77A33"/>
                </a:solidFill>
                <a:latin typeface="+mn-lt"/>
                <a:cs typeface="Calibri" panose="020F0502020204030204" pitchFamily="34" charset="0"/>
              </a:defRPr>
            </a:lvl1pPr>
            <a:lvl2pPr marL="12700" indent="0">
              <a:buNone/>
              <a:defRPr sz="1800">
                <a:solidFill>
                  <a:schemeClr val="accent1"/>
                </a:solidFill>
              </a:defRPr>
            </a:lvl2pPr>
            <a:lvl3pPr>
              <a:defRPr sz="1800">
                <a:solidFill>
                  <a:schemeClr val="accent1"/>
                </a:solidFill>
              </a:defRPr>
            </a:lvl3pPr>
            <a:lvl4pPr>
              <a:defRPr sz="1800">
                <a:solidFill>
                  <a:schemeClr val="accent1"/>
                </a:solidFill>
              </a:defRPr>
            </a:lvl4pPr>
            <a:lvl5pPr>
              <a:defRPr sz="18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This Is Your Optional Subtitle – Keep to One Line Maximum if Used</a:t>
            </a:r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F4892D67-61CF-1C4F-9FBD-B355951EEB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4739" y="339472"/>
            <a:ext cx="11542522" cy="359457"/>
          </a:xfrm>
          <a:prstGeom prst="rect">
            <a:avLst/>
          </a:prstGeom>
        </p:spPr>
        <p:txBody>
          <a:bodyPr vert="horz" lIns="0" tIns="45720" rIns="91440" bIns="45720" rtlCol="0" anchor="ctr" anchorCtr="0">
            <a:noAutofit/>
          </a:bodyPr>
          <a:lstStyle>
            <a:lvl1pPr>
              <a:defRPr sz="2400" b="1">
                <a:latin typeface="+mj-lt"/>
                <a:cs typeface="Calibri" panose="020F0502020204030204" pitchFamily="34" charset="0"/>
              </a:defRPr>
            </a:lvl1pPr>
          </a:lstStyle>
          <a:p>
            <a:r>
              <a:rPr lang="en-US"/>
              <a:t>THIS IS YOUR TITLE – KEEP IT TO ONE LINE MAXIMUM</a:t>
            </a:r>
          </a:p>
        </p:txBody>
      </p:sp>
      <p:pic>
        <p:nvPicPr>
          <p:cNvPr id="15" name="Google Shape;108;p19">
            <a:extLst>
              <a:ext uri="{FF2B5EF4-FFF2-40B4-BE49-F238E27FC236}">
                <a16:creationId xmlns:a16="http://schemas.microsoft.com/office/drawing/2014/main" id="{BA40A820-CD2A-1945-A231-037307651F27}"/>
              </a:ext>
            </a:extLst>
          </p:cNvPr>
          <p:cNvPicPr/>
          <p:nvPr userDrawn="1"/>
        </p:nvPicPr>
        <p:blipFill>
          <a:blip r:embed="rId3" cstate="print"/>
          <a:stretch/>
        </p:blipFill>
        <p:spPr>
          <a:xfrm>
            <a:off x="265064" y="6462185"/>
            <a:ext cx="1264320" cy="344640"/>
          </a:xfrm>
          <a:prstGeom prst="rect">
            <a:avLst/>
          </a:prstGeom>
          <a:ln w="0">
            <a:noFill/>
          </a:ln>
        </p:spPr>
      </p:pic>
      <p:sp>
        <p:nvSpPr>
          <p:cNvPr id="2" name="Google Shape;109;p19">
            <a:extLst>
              <a:ext uri="{FF2B5EF4-FFF2-40B4-BE49-F238E27FC236}">
                <a16:creationId xmlns:a16="http://schemas.microsoft.com/office/drawing/2014/main" id="{6E8B9F4A-B887-34E8-E70F-2C8FFC624CA6}"/>
              </a:ext>
            </a:extLst>
          </p:cNvPr>
          <p:cNvSpPr/>
          <p:nvPr userDrawn="1"/>
        </p:nvSpPr>
        <p:spPr>
          <a:xfrm>
            <a:off x="10015412" y="6541678"/>
            <a:ext cx="1931040" cy="16421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1520">
              <a:lnSpc>
                <a:spcPct val="100000"/>
              </a:lnSpc>
              <a:tabLst>
                <a:tab pos="0" algn="l"/>
              </a:tabLst>
            </a:pPr>
            <a:r>
              <a:rPr lang="en" sz="1067" b="0" u="none" strike="noStrike">
                <a:uFillTx/>
                <a:latin typeface="Calibri"/>
                <a:ea typeface="Calibri"/>
              </a:rPr>
              <a:t>Tavant Confidential</a:t>
            </a:r>
            <a:endParaRPr lang="en-IN" sz="1067" b="0" u="none" strike="noStrike"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453716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115;p20">
            <a:extLst>
              <a:ext uri="{FF2B5EF4-FFF2-40B4-BE49-F238E27FC236}">
                <a16:creationId xmlns:a16="http://schemas.microsoft.com/office/drawing/2014/main" id="{2D8A38AA-037F-A84C-83FF-4D838D35D539}"/>
              </a:ext>
            </a:extLst>
          </p:cNvPr>
          <p:cNvPicPr/>
          <p:nvPr userDrawn="1"/>
        </p:nvPicPr>
        <p:blipFill rotWithShape="1">
          <a:blip r:embed="rId2"/>
          <a:srcRect b="-2"/>
          <a:stretch/>
        </p:blipFill>
        <p:spPr>
          <a:xfrm>
            <a:off x="480" y="120"/>
            <a:ext cx="12191520" cy="6857880"/>
          </a:xfrm>
          <a:prstGeom prst="rect">
            <a:avLst/>
          </a:prstGeom>
          <a:ln w="0">
            <a:noFill/>
          </a:ln>
        </p:spPr>
      </p:pic>
      <p:pic>
        <p:nvPicPr>
          <p:cNvPr id="6" name="Google Shape;117;p20">
            <a:extLst>
              <a:ext uri="{FF2B5EF4-FFF2-40B4-BE49-F238E27FC236}">
                <a16:creationId xmlns:a16="http://schemas.microsoft.com/office/drawing/2014/main" id="{3F932FD4-DCEE-7F49-9B08-7826F217FE32}"/>
              </a:ext>
            </a:extLst>
          </p:cNvPr>
          <p:cNvPicPr/>
          <p:nvPr userDrawn="1"/>
        </p:nvPicPr>
        <p:blipFill>
          <a:blip r:embed="rId3" cstate="print"/>
          <a:stretch/>
        </p:blipFill>
        <p:spPr>
          <a:xfrm>
            <a:off x="4746240" y="4292255"/>
            <a:ext cx="2699520" cy="736320"/>
          </a:xfrm>
          <a:prstGeom prst="rect">
            <a:avLst/>
          </a:prstGeom>
          <a:ln w="0">
            <a:noFill/>
          </a:ln>
        </p:spPr>
      </p:pic>
      <p:sp>
        <p:nvSpPr>
          <p:cNvPr id="8" name="Google Shape;116;p20">
            <a:extLst>
              <a:ext uri="{FF2B5EF4-FFF2-40B4-BE49-F238E27FC236}">
                <a16:creationId xmlns:a16="http://schemas.microsoft.com/office/drawing/2014/main" id="{A46C79EB-D808-0442-807E-C2A377CDAD2D}"/>
              </a:ext>
            </a:extLst>
          </p:cNvPr>
          <p:cNvSpPr/>
          <p:nvPr/>
        </p:nvSpPr>
        <p:spPr>
          <a:xfrm>
            <a:off x="0" y="5346987"/>
            <a:ext cx="12160543" cy="70096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50000"/>
              </a:lnSpc>
              <a:tabLst>
                <a:tab pos="0" algn="l"/>
              </a:tabLst>
            </a:pPr>
            <a:r>
              <a:rPr lang="en-IN" sz="1400" b="0" u="none" strike="noStrike">
                <a:solidFill>
                  <a:schemeClr val="lt1"/>
                </a:solidFill>
                <a:uFillTx/>
                <a:latin typeface="+mn-lt"/>
                <a:ea typeface="Arial"/>
              </a:rPr>
              <a:t>Santa Clara </a:t>
            </a:r>
            <a:r>
              <a:rPr lang="en-IN" sz="1400" b="0" u="none" strike="noStrike">
                <a:solidFill>
                  <a:srgbClr val="F36F26"/>
                </a:solidFill>
                <a:uFillTx/>
                <a:latin typeface="+mn-lt"/>
                <a:ea typeface="Arial"/>
              </a:rPr>
              <a:t>|</a:t>
            </a:r>
            <a:r>
              <a:rPr lang="en-IN" sz="1400" b="0" u="none" strike="noStrike">
                <a:solidFill>
                  <a:schemeClr val="lt1"/>
                </a:solidFill>
                <a:uFillTx/>
                <a:latin typeface="+mn-lt"/>
                <a:ea typeface="Arial"/>
              </a:rPr>
              <a:t> New York </a:t>
            </a:r>
            <a:r>
              <a:rPr lang="en-IN" sz="1400" b="0" u="none" strike="noStrike">
                <a:solidFill>
                  <a:srgbClr val="F36F26"/>
                </a:solidFill>
                <a:uFillTx/>
                <a:latin typeface="+mn-lt"/>
                <a:ea typeface="Arial"/>
              </a:rPr>
              <a:t>|</a:t>
            </a:r>
            <a:r>
              <a:rPr lang="en-IN" sz="1400" b="0" u="none" strike="noStrike">
                <a:solidFill>
                  <a:schemeClr val="lt1"/>
                </a:solidFill>
                <a:uFillTx/>
                <a:latin typeface="+mn-lt"/>
                <a:ea typeface="Arial"/>
              </a:rPr>
              <a:t> Dallas </a:t>
            </a:r>
            <a:r>
              <a:rPr lang="en-IN" sz="1400" b="0" u="none" strike="noStrike">
                <a:solidFill>
                  <a:srgbClr val="F36F26"/>
                </a:solidFill>
                <a:uFillTx/>
                <a:latin typeface="+mn-lt"/>
                <a:ea typeface="Arial"/>
              </a:rPr>
              <a:t>|</a:t>
            </a:r>
            <a:r>
              <a:rPr lang="en-IN" sz="1400" b="0" u="none" strike="noStrike">
                <a:solidFill>
                  <a:schemeClr val="lt1"/>
                </a:solidFill>
                <a:uFillTx/>
                <a:latin typeface="+mn-lt"/>
                <a:ea typeface="Arial"/>
              </a:rPr>
              <a:t> Mexico </a:t>
            </a:r>
            <a:r>
              <a:rPr lang="en-IN" sz="1400" b="0" u="none" strike="noStrike">
                <a:solidFill>
                  <a:srgbClr val="F36F26"/>
                </a:solidFill>
                <a:uFillTx/>
                <a:latin typeface="+mn-lt"/>
                <a:ea typeface="Arial"/>
              </a:rPr>
              <a:t>|</a:t>
            </a:r>
            <a:r>
              <a:rPr lang="en-IN" sz="1400" b="0" u="none" strike="noStrike">
                <a:solidFill>
                  <a:schemeClr val="lt1"/>
                </a:solidFill>
                <a:uFillTx/>
                <a:latin typeface="+mn-lt"/>
                <a:ea typeface="Arial"/>
              </a:rPr>
              <a:t> Bangalore </a:t>
            </a:r>
            <a:r>
              <a:rPr lang="en-IN" sz="1400" b="0" u="none" strike="noStrike">
                <a:solidFill>
                  <a:srgbClr val="F36F26"/>
                </a:solidFill>
                <a:uFillTx/>
                <a:latin typeface="+mn-lt"/>
                <a:ea typeface="Arial"/>
              </a:rPr>
              <a:t>|</a:t>
            </a:r>
            <a:r>
              <a:rPr lang="en-IN" sz="1400" b="0" u="none" strike="noStrike">
                <a:solidFill>
                  <a:schemeClr val="lt1"/>
                </a:solidFill>
                <a:uFillTx/>
                <a:latin typeface="+mn-lt"/>
                <a:ea typeface="Arial"/>
              </a:rPr>
              <a:t> Noida </a:t>
            </a:r>
            <a:r>
              <a:rPr lang="en-IN" sz="1400" b="0" u="none" strike="noStrike">
                <a:solidFill>
                  <a:srgbClr val="F36F26"/>
                </a:solidFill>
                <a:uFillTx/>
                <a:latin typeface="+mn-lt"/>
                <a:ea typeface="Arial"/>
              </a:rPr>
              <a:t>|</a:t>
            </a:r>
            <a:r>
              <a:rPr lang="en-IN" sz="1400" b="0" u="none" strike="noStrike">
                <a:solidFill>
                  <a:schemeClr val="lt1"/>
                </a:solidFill>
                <a:uFillTx/>
                <a:latin typeface="+mn-lt"/>
                <a:ea typeface="Arial"/>
              </a:rPr>
              <a:t> Hyderabad </a:t>
            </a:r>
            <a:r>
              <a:rPr lang="en-IN" sz="1400" b="0" u="none" strike="noStrike">
                <a:solidFill>
                  <a:srgbClr val="F36F26"/>
                </a:solidFill>
                <a:uFillTx/>
                <a:latin typeface="+mn-lt"/>
                <a:ea typeface="Arial"/>
              </a:rPr>
              <a:t>|</a:t>
            </a:r>
            <a:r>
              <a:rPr lang="en-IN" sz="1400" b="0" u="none" strike="noStrike">
                <a:solidFill>
                  <a:schemeClr val="lt1"/>
                </a:solidFill>
                <a:uFillTx/>
                <a:latin typeface="+mn-lt"/>
                <a:ea typeface="Arial"/>
              </a:rPr>
              <a:t> Kolkata </a:t>
            </a:r>
            <a:r>
              <a:rPr lang="en-IN" sz="1400" b="0" u="none" strike="noStrike">
                <a:solidFill>
                  <a:srgbClr val="F36F26"/>
                </a:solidFill>
                <a:uFillTx/>
                <a:latin typeface="+mn-lt"/>
                <a:ea typeface="Arial"/>
              </a:rPr>
              <a:t>|</a:t>
            </a:r>
            <a:r>
              <a:rPr lang="en-IN" sz="1400" b="0" u="none" strike="noStrike">
                <a:solidFill>
                  <a:schemeClr val="lt1"/>
                </a:solidFill>
                <a:uFillTx/>
                <a:latin typeface="+mn-lt"/>
                <a:ea typeface="Arial"/>
              </a:rPr>
              <a:t> Pune</a:t>
            </a:r>
            <a:r>
              <a:rPr lang="en-IN" sz="1400" b="0" u="none" strike="noStrike">
                <a:solidFill>
                  <a:srgbClr val="F36F26"/>
                </a:solidFill>
                <a:uFillTx/>
                <a:latin typeface="+mn-lt"/>
                <a:ea typeface="Arial"/>
              </a:rPr>
              <a:t> |</a:t>
            </a:r>
            <a:r>
              <a:rPr lang="en-IN" sz="1400" b="0" u="none" strike="noStrike">
                <a:solidFill>
                  <a:schemeClr val="lt1"/>
                </a:solidFill>
                <a:uFillTx/>
                <a:latin typeface="+mn-lt"/>
                <a:ea typeface="Arial"/>
              </a:rPr>
              <a:t> Tokyo </a:t>
            </a:r>
            <a:r>
              <a:rPr lang="en-IN" sz="1400" b="0" u="none" strike="noStrike">
                <a:solidFill>
                  <a:srgbClr val="F36F26"/>
                </a:solidFill>
                <a:uFillTx/>
                <a:latin typeface="+mn-lt"/>
                <a:ea typeface="Arial"/>
              </a:rPr>
              <a:t>|</a:t>
            </a:r>
            <a:r>
              <a:rPr lang="en-IN" sz="1400" b="0" u="none" strike="noStrike">
                <a:solidFill>
                  <a:schemeClr val="lt1"/>
                </a:solidFill>
                <a:uFillTx/>
                <a:latin typeface="+mn-lt"/>
                <a:ea typeface="Arial"/>
              </a:rPr>
              <a:t> Sydney </a:t>
            </a:r>
            <a:r>
              <a:rPr lang="en-IN" sz="1400" b="0" u="none" strike="noStrike">
                <a:solidFill>
                  <a:srgbClr val="F36F26"/>
                </a:solidFill>
                <a:uFillTx/>
                <a:latin typeface="+mn-lt"/>
                <a:ea typeface="Arial"/>
              </a:rPr>
              <a:t>|</a:t>
            </a:r>
            <a:r>
              <a:rPr lang="en-IN" sz="1400" b="0" u="none" strike="noStrike">
                <a:solidFill>
                  <a:schemeClr val="lt1"/>
                </a:solidFill>
                <a:uFillTx/>
                <a:latin typeface="+mn-lt"/>
                <a:ea typeface="Arial"/>
              </a:rPr>
              <a:t> London </a:t>
            </a:r>
            <a:r>
              <a:rPr lang="en-IN" sz="1400" b="0" u="none" strike="noStrike">
                <a:solidFill>
                  <a:srgbClr val="F36F26"/>
                </a:solidFill>
                <a:uFillTx/>
                <a:latin typeface="+mn-lt"/>
                <a:ea typeface="Arial"/>
              </a:rPr>
              <a:t>|</a:t>
            </a:r>
            <a:r>
              <a:rPr lang="en-IN" sz="1400" b="0" u="none" strike="noStrike">
                <a:solidFill>
                  <a:schemeClr val="lt1"/>
                </a:solidFill>
                <a:uFillTx/>
                <a:latin typeface="+mn-lt"/>
                <a:ea typeface="Arial"/>
              </a:rPr>
              <a:t> Amsterdam</a:t>
            </a:r>
            <a:br>
              <a:rPr sz="1867"/>
            </a:br>
            <a:endParaRPr lang="en-IN" sz="1867" b="0" u="none" strike="noStrike">
              <a:solidFill>
                <a:schemeClr val="bg2"/>
              </a:solidFill>
              <a:uFillTx/>
              <a:latin typeface="Arial"/>
            </a:endParaRPr>
          </a:p>
        </p:txBody>
      </p:sp>
      <p:sp>
        <p:nvSpPr>
          <p:cNvPr id="30" name="Google Shape;109;p19">
            <a:extLst>
              <a:ext uri="{FF2B5EF4-FFF2-40B4-BE49-F238E27FC236}">
                <a16:creationId xmlns:a16="http://schemas.microsoft.com/office/drawing/2014/main" id="{9994CF07-0743-3C4E-8B18-E7D3E7A7046A}"/>
              </a:ext>
            </a:extLst>
          </p:cNvPr>
          <p:cNvSpPr/>
          <p:nvPr userDrawn="1"/>
        </p:nvSpPr>
        <p:spPr>
          <a:xfrm>
            <a:off x="9281760" y="6514084"/>
            <a:ext cx="1931040" cy="16421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1520">
              <a:lnSpc>
                <a:spcPct val="100000"/>
              </a:lnSpc>
              <a:tabLst>
                <a:tab pos="0" algn="l"/>
              </a:tabLst>
            </a:pPr>
            <a:r>
              <a:rPr lang="en" sz="1067" b="0" u="none" strike="noStrike">
                <a:uFillTx/>
                <a:latin typeface="Calibri"/>
                <a:ea typeface="Calibri"/>
              </a:rPr>
              <a:t>Tavant Proprietary &amp; Confidential</a:t>
            </a:r>
            <a:endParaRPr lang="en-IN" sz="1067" b="0" u="none" strike="noStrike">
              <a:uFillTx/>
              <a:latin typeface="Arial"/>
            </a:endParaRPr>
          </a:p>
        </p:txBody>
      </p:sp>
      <p:sp>
        <p:nvSpPr>
          <p:cNvPr id="17" name="Title 3">
            <a:extLst>
              <a:ext uri="{FF2B5EF4-FFF2-40B4-BE49-F238E27FC236}">
                <a16:creationId xmlns:a16="http://schemas.microsoft.com/office/drawing/2014/main" id="{F39ED97B-BE81-EF4A-9CED-017F9F002A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09363" y="1480625"/>
            <a:ext cx="5773275" cy="1510086"/>
          </a:xfrm>
          <a:noFill/>
        </p:spPr>
        <p:txBody>
          <a:bodyPr anchor="ctr">
            <a:normAutofit lnSpcReduction="9999"/>
          </a:bodyPr>
          <a:lstStyle>
            <a:lvl1pPr algn="ctr">
              <a:lnSpc>
                <a:spcPct val="100000"/>
              </a:lnSpc>
              <a:defRPr sz="6000" b="1">
                <a:solidFill>
                  <a:schemeClr val="bg1"/>
                </a:solidFill>
              </a:defRPr>
            </a:lvl1pPr>
          </a:lstStyle>
          <a:p>
            <a:r>
              <a:rPr lang="en-US"/>
              <a:t>THANK YOU</a:t>
            </a:r>
          </a:p>
        </p:txBody>
      </p:sp>
      <p:sp>
        <p:nvSpPr>
          <p:cNvPr id="14" name="Google Shape;60;p13">
            <a:extLst>
              <a:ext uri="{FF2B5EF4-FFF2-40B4-BE49-F238E27FC236}">
                <a16:creationId xmlns:a16="http://schemas.microsoft.com/office/drawing/2014/main" id="{EC2E6762-8BFB-6841-A7EE-E4FC6D8AD34B}"/>
              </a:ext>
            </a:extLst>
          </p:cNvPr>
          <p:cNvSpPr/>
          <p:nvPr userDrawn="1"/>
        </p:nvSpPr>
        <p:spPr>
          <a:xfrm>
            <a:off x="5130480" y="6514084"/>
            <a:ext cx="1931040" cy="16421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1520" algn="ctr">
              <a:lnSpc>
                <a:spcPct val="100000"/>
              </a:lnSpc>
              <a:tabLst>
                <a:tab pos="0" algn="l"/>
              </a:tabLst>
            </a:pPr>
            <a:r>
              <a:rPr lang="en-IN" sz="1067" b="0" u="none" strike="noStrike">
                <a:solidFill>
                  <a:schemeClr val="bg1">
                    <a:lumMod val="50000"/>
                  </a:schemeClr>
                </a:solidFill>
                <a:uFillTx/>
                <a:latin typeface="Calibri"/>
                <a:ea typeface="Calibri"/>
              </a:rPr>
              <a:t>Tavant &amp; Customer Confidential</a:t>
            </a:r>
            <a:endParaRPr lang="en-IN" sz="1067" b="0" u="none" strike="noStrike">
              <a:solidFill>
                <a:schemeClr val="bg1">
                  <a:lumMod val="50000"/>
                </a:schemeClr>
              </a:solidFill>
              <a:uFillTx/>
              <a:latin typeface="Arial"/>
            </a:endParaRPr>
          </a:p>
        </p:txBody>
      </p:sp>
      <p:pic>
        <p:nvPicPr>
          <p:cNvPr id="9" name="Google Shape;119;p20">
            <a:extLst>
              <a:ext uri="{FF2B5EF4-FFF2-40B4-BE49-F238E27FC236}">
                <a16:creationId xmlns:a16="http://schemas.microsoft.com/office/drawing/2014/main" id="{8B1A3F7B-6768-DE4A-BED4-9157A283DC4C}"/>
              </a:ext>
            </a:extLst>
          </p:cNvPr>
          <p:cNvPicPr/>
          <p:nvPr userDrawn="1"/>
        </p:nvPicPr>
        <p:blipFill>
          <a:blip r:embed="rId4" cstate="print"/>
          <a:stretch/>
        </p:blipFill>
        <p:spPr>
          <a:xfrm>
            <a:off x="2780313" y="5796491"/>
            <a:ext cx="170752" cy="170753"/>
          </a:xfrm>
          <a:prstGeom prst="rect">
            <a:avLst/>
          </a:prstGeom>
          <a:ln w="0">
            <a:noFill/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CC26B33-9613-8F4D-9A97-9CAE77E7EA9D}"/>
              </a:ext>
            </a:extLst>
          </p:cNvPr>
          <p:cNvSpPr txBox="1"/>
          <p:nvPr userDrawn="1"/>
        </p:nvSpPr>
        <p:spPr>
          <a:xfrm>
            <a:off x="2928763" y="5703285"/>
            <a:ext cx="19732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>
                <a:solidFill>
                  <a:schemeClr val="lt1"/>
                </a:solidFill>
                <a:ea typeface="Calibri"/>
              </a:rPr>
              <a:t>+1-866-9-TAVANT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5828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_AND_BOD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115;p20">
            <a:extLst>
              <a:ext uri="{FF2B5EF4-FFF2-40B4-BE49-F238E27FC236}">
                <a16:creationId xmlns:a16="http://schemas.microsoft.com/office/drawing/2014/main" id="{2D8A38AA-037F-A84C-83FF-4D838D35D539}"/>
              </a:ext>
            </a:extLst>
          </p:cNvPr>
          <p:cNvPicPr/>
          <p:nvPr userDrawn="1"/>
        </p:nvPicPr>
        <p:blipFill rotWithShape="1">
          <a:blip r:embed="rId2"/>
          <a:srcRect b="-2"/>
          <a:stretch/>
        </p:blipFill>
        <p:spPr>
          <a:xfrm>
            <a:off x="480" y="120"/>
            <a:ext cx="12191520" cy="6857880"/>
          </a:xfrm>
          <a:prstGeom prst="rect">
            <a:avLst/>
          </a:prstGeom>
          <a:ln w="0">
            <a:noFill/>
          </a:ln>
        </p:spPr>
      </p:pic>
      <p:pic>
        <p:nvPicPr>
          <p:cNvPr id="6" name="Google Shape;117;p20">
            <a:extLst>
              <a:ext uri="{FF2B5EF4-FFF2-40B4-BE49-F238E27FC236}">
                <a16:creationId xmlns:a16="http://schemas.microsoft.com/office/drawing/2014/main" id="{3F932FD4-DCEE-7F49-9B08-7826F217FE32}"/>
              </a:ext>
            </a:extLst>
          </p:cNvPr>
          <p:cNvPicPr/>
          <p:nvPr userDrawn="1"/>
        </p:nvPicPr>
        <p:blipFill>
          <a:blip r:embed="rId3" cstate="print"/>
          <a:stretch/>
        </p:blipFill>
        <p:spPr>
          <a:xfrm>
            <a:off x="4746240" y="4674931"/>
            <a:ext cx="2699520" cy="736320"/>
          </a:xfrm>
          <a:prstGeom prst="rect">
            <a:avLst/>
          </a:prstGeom>
          <a:ln w="0">
            <a:noFill/>
          </a:ln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7AEDE318-3518-B54E-B858-82B68C74214A}"/>
              </a:ext>
            </a:extLst>
          </p:cNvPr>
          <p:cNvGrpSpPr/>
          <p:nvPr userDrawn="1"/>
        </p:nvGrpSpPr>
        <p:grpSpPr>
          <a:xfrm>
            <a:off x="127591" y="5515720"/>
            <a:ext cx="11919097" cy="818686"/>
            <a:chOff x="375763" y="4136814"/>
            <a:chExt cx="8392475" cy="614016"/>
          </a:xfrm>
        </p:grpSpPr>
        <p:sp>
          <p:nvSpPr>
            <p:cNvPr id="8" name="Google Shape;116;p20">
              <a:extLst>
                <a:ext uri="{FF2B5EF4-FFF2-40B4-BE49-F238E27FC236}">
                  <a16:creationId xmlns:a16="http://schemas.microsoft.com/office/drawing/2014/main" id="{A46C79EB-D808-0442-807E-C2A377CDAD2D}"/>
                </a:ext>
              </a:extLst>
            </p:cNvPr>
            <p:cNvSpPr/>
            <p:nvPr/>
          </p:nvSpPr>
          <p:spPr>
            <a:xfrm>
              <a:off x="375763" y="4136814"/>
              <a:ext cx="8392475" cy="614016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50000"/>
                </a:lnSpc>
                <a:tabLst>
                  <a:tab pos="0" algn="l"/>
                </a:tabLst>
              </a:pPr>
              <a:r>
                <a:rPr lang="en" sz="1870" b="0" u="none" strike="noStrike">
                  <a:solidFill>
                    <a:schemeClr val="lt1"/>
                  </a:solidFill>
                  <a:uFillTx/>
                  <a:latin typeface="+mj-lt"/>
                  <a:ea typeface="Arial"/>
                </a:rPr>
                <a:t>Silicon Valley </a:t>
              </a:r>
              <a:r>
                <a:rPr lang="en" sz="1870" b="0" u="none" strike="noStrike">
                  <a:solidFill>
                    <a:srgbClr val="F36F26"/>
                  </a:solidFill>
                  <a:uFillTx/>
                  <a:latin typeface="+mj-lt"/>
                  <a:ea typeface="Calibri"/>
                </a:rPr>
                <a:t>|</a:t>
              </a:r>
              <a:r>
                <a:rPr lang="en" sz="1870" b="0" u="none" strike="noStrike">
                  <a:solidFill>
                    <a:schemeClr val="lt1"/>
                  </a:solidFill>
                  <a:uFillTx/>
                  <a:latin typeface="+mj-lt"/>
                  <a:ea typeface="Calibri"/>
                </a:rPr>
                <a:t> Dallas </a:t>
              </a:r>
              <a:r>
                <a:rPr lang="en" sz="1870" b="0" u="none" strike="noStrike">
                  <a:solidFill>
                    <a:srgbClr val="F36F26"/>
                  </a:solidFill>
                  <a:uFillTx/>
                  <a:latin typeface="+mj-lt"/>
                  <a:ea typeface="Calibri"/>
                </a:rPr>
                <a:t>|</a:t>
              </a:r>
              <a:r>
                <a:rPr lang="en" sz="1870" b="0" u="none" strike="noStrike">
                  <a:solidFill>
                    <a:schemeClr val="lt1"/>
                  </a:solidFill>
                  <a:uFillTx/>
                  <a:latin typeface="+mj-lt"/>
                  <a:ea typeface="Calibri"/>
                </a:rPr>
                <a:t> New York </a:t>
              </a:r>
              <a:r>
                <a:rPr lang="en" sz="1870" b="0" u="none" strike="noStrike">
                  <a:solidFill>
                    <a:srgbClr val="F36F26"/>
                  </a:solidFill>
                  <a:uFillTx/>
                  <a:latin typeface="+mj-lt"/>
                  <a:ea typeface="Calibri"/>
                </a:rPr>
                <a:t>|</a:t>
              </a:r>
              <a:r>
                <a:rPr lang="en" sz="1870" b="0" u="none" strike="noStrike">
                  <a:solidFill>
                    <a:schemeClr val="lt1"/>
                  </a:solidFill>
                  <a:uFillTx/>
                  <a:latin typeface="+mj-lt"/>
                  <a:ea typeface="Calibri"/>
                </a:rPr>
                <a:t> London </a:t>
              </a:r>
              <a:r>
                <a:rPr lang="en" sz="1870" b="0" u="none" strike="noStrike">
                  <a:solidFill>
                    <a:srgbClr val="F36F26"/>
                  </a:solidFill>
                  <a:uFillTx/>
                  <a:latin typeface="+mj-lt"/>
                  <a:ea typeface="Calibri"/>
                </a:rPr>
                <a:t>|</a:t>
              </a:r>
              <a:r>
                <a:rPr lang="en" sz="1870" b="0" u="none" strike="noStrike">
                  <a:solidFill>
                    <a:schemeClr val="lt1"/>
                  </a:solidFill>
                  <a:uFillTx/>
                  <a:latin typeface="+mj-lt"/>
                  <a:ea typeface="Calibri"/>
                </a:rPr>
                <a:t> </a:t>
              </a:r>
              <a:r>
                <a:rPr lang="en-IN" sz="1870" b="0" u="none" strike="noStrike">
                  <a:solidFill>
                    <a:schemeClr val="bg1"/>
                  </a:solidFill>
                  <a:uFillTx/>
                  <a:latin typeface="+mj-lt"/>
                  <a:ea typeface="Calibri"/>
                </a:rPr>
                <a:t>Amsterdam </a:t>
              </a:r>
              <a:r>
                <a:rPr lang="en" sz="1870" b="0" u="none" strike="noStrike">
                  <a:solidFill>
                    <a:srgbClr val="F36F26"/>
                  </a:solidFill>
                  <a:uFillTx/>
                  <a:latin typeface="+mj-lt"/>
                  <a:ea typeface="Calibri"/>
                </a:rPr>
                <a:t>|</a:t>
              </a:r>
              <a:r>
                <a:rPr lang="en" sz="1870" b="0" u="none" strike="noStrike">
                  <a:solidFill>
                    <a:schemeClr val="lt1"/>
                  </a:solidFill>
                  <a:uFillTx/>
                  <a:latin typeface="+mj-lt"/>
                  <a:ea typeface="Calibri"/>
                </a:rPr>
                <a:t> Bangalore </a:t>
              </a:r>
              <a:r>
                <a:rPr lang="en" sz="1870" b="0" u="none" strike="noStrike">
                  <a:solidFill>
                    <a:srgbClr val="F36F26"/>
                  </a:solidFill>
                  <a:uFillTx/>
                  <a:latin typeface="+mj-lt"/>
                  <a:ea typeface="Calibri"/>
                </a:rPr>
                <a:t>|</a:t>
              </a:r>
              <a:r>
                <a:rPr lang="en" sz="1870" b="0" u="none" strike="noStrike">
                  <a:solidFill>
                    <a:schemeClr val="lt1"/>
                  </a:solidFill>
                  <a:uFillTx/>
                  <a:latin typeface="+mj-lt"/>
                  <a:ea typeface="Calibri"/>
                </a:rPr>
                <a:t> Hyderabad </a:t>
              </a:r>
              <a:r>
                <a:rPr lang="en" sz="1870" b="0" u="none" strike="noStrike">
                  <a:solidFill>
                    <a:srgbClr val="F36F26"/>
                  </a:solidFill>
                  <a:uFillTx/>
                  <a:latin typeface="+mj-lt"/>
                  <a:ea typeface="Calibri"/>
                </a:rPr>
                <a:t>|</a:t>
              </a:r>
              <a:r>
                <a:rPr lang="en" sz="1870" b="0" u="none" strike="noStrike">
                  <a:solidFill>
                    <a:schemeClr val="lt1"/>
                  </a:solidFill>
                  <a:uFillTx/>
                  <a:latin typeface="+mj-lt"/>
                  <a:ea typeface="Calibri"/>
                </a:rPr>
                <a:t> Noida </a:t>
              </a:r>
              <a:r>
                <a:rPr lang="en" sz="1870" b="0" u="none" strike="noStrike">
                  <a:solidFill>
                    <a:srgbClr val="F36F26"/>
                  </a:solidFill>
                  <a:uFillTx/>
                  <a:latin typeface="+mj-lt"/>
                  <a:ea typeface="Calibri"/>
                </a:rPr>
                <a:t>|</a:t>
              </a:r>
              <a:r>
                <a:rPr lang="en" sz="1870" b="0" u="none" strike="noStrike">
                  <a:solidFill>
                    <a:schemeClr val="lt1"/>
                  </a:solidFill>
                  <a:uFillTx/>
                  <a:latin typeface="+mj-lt"/>
                  <a:ea typeface="Calibri"/>
                </a:rPr>
                <a:t> Sydney </a:t>
              </a:r>
              <a:r>
                <a:rPr lang="en" sz="1870" b="0" u="none" strike="noStrike">
                  <a:solidFill>
                    <a:srgbClr val="F36F26"/>
                  </a:solidFill>
                  <a:uFillTx/>
                  <a:latin typeface="+mj-lt"/>
                  <a:ea typeface="Calibri"/>
                </a:rPr>
                <a:t>|</a:t>
              </a:r>
              <a:r>
                <a:rPr lang="en" sz="1870" b="0" u="none" strike="noStrike">
                  <a:solidFill>
                    <a:schemeClr val="lt1"/>
                  </a:solidFill>
                  <a:uFillTx/>
                  <a:latin typeface="+mj-lt"/>
                  <a:ea typeface="Calibri"/>
                </a:rPr>
                <a:t> Tokyo </a:t>
              </a:r>
              <a:r>
                <a:rPr lang="en" sz="1870" b="0" u="none" strike="noStrike">
                  <a:solidFill>
                    <a:srgbClr val="F36F26"/>
                  </a:solidFill>
                  <a:uFillTx/>
                  <a:latin typeface="+mj-lt"/>
                  <a:ea typeface="Calibri"/>
                </a:rPr>
                <a:t>|</a:t>
              </a:r>
              <a:r>
                <a:rPr lang="en" sz="1870" b="0" u="none" strike="noStrike">
                  <a:solidFill>
                    <a:schemeClr val="lt1"/>
                  </a:solidFill>
                  <a:uFillTx/>
                  <a:latin typeface="+mj-lt"/>
                  <a:ea typeface="Calibri"/>
                </a:rPr>
                <a:t> Guadalajara</a:t>
              </a:r>
              <a:br>
                <a:rPr sz="1870">
                  <a:latin typeface="+mj-lt"/>
                </a:rPr>
              </a:br>
              <a:r>
                <a:rPr lang="en" sz="1870" b="0" u="none" strike="noStrike">
                  <a:solidFill>
                    <a:schemeClr val="lt1"/>
                  </a:solidFill>
                  <a:uFillTx/>
                  <a:latin typeface="+mj-lt"/>
                  <a:ea typeface="Calibri"/>
                </a:rPr>
                <a:t>+1-866-9-TAVANT  </a:t>
              </a:r>
              <a:r>
                <a:rPr lang="en" sz="1870" b="0" u="none" strike="noStrike">
                  <a:solidFill>
                    <a:srgbClr val="F36F26"/>
                  </a:solidFill>
                  <a:uFillTx/>
                  <a:latin typeface="+mj-lt"/>
                  <a:ea typeface="Calibri"/>
                </a:rPr>
                <a:t>|  </a:t>
              </a:r>
              <a:r>
                <a:rPr lang="en" sz="1870" b="0" u="none" strike="noStrike">
                  <a:solidFill>
                    <a:schemeClr val="lt1"/>
                  </a:solidFill>
                  <a:uFillTx/>
                  <a:latin typeface="+mj-lt"/>
                  <a:ea typeface="Calibri"/>
                </a:rPr>
                <a:t>     hello@tavant.com</a:t>
              </a:r>
              <a:endParaRPr lang="en-IN" sz="1870" b="0" u="none" strike="noStrike">
                <a:solidFill>
                  <a:srgbClr val="000000"/>
                </a:solidFill>
                <a:uFillTx/>
                <a:latin typeface="+mj-lt"/>
              </a:endParaRPr>
            </a:p>
          </p:txBody>
        </p:sp>
        <p:pic>
          <p:nvPicPr>
            <p:cNvPr id="9" name="Google Shape;118;p20">
              <a:extLst>
                <a:ext uri="{FF2B5EF4-FFF2-40B4-BE49-F238E27FC236}">
                  <a16:creationId xmlns:a16="http://schemas.microsoft.com/office/drawing/2014/main" id="{489A420E-B653-6B46-BDFE-830A470F4726}"/>
                </a:ext>
              </a:extLst>
            </p:cNvPr>
            <p:cNvPicPr/>
            <p:nvPr/>
          </p:nvPicPr>
          <p:blipFill>
            <a:blip r:embed="rId4" cstate="print"/>
            <a:stretch/>
          </p:blipFill>
          <p:spPr>
            <a:xfrm>
              <a:off x="4572000" y="4593771"/>
              <a:ext cx="157680" cy="1123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0" name="Google Shape;119;p20">
              <a:extLst>
                <a:ext uri="{FF2B5EF4-FFF2-40B4-BE49-F238E27FC236}">
                  <a16:creationId xmlns:a16="http://schemas.microsoft.com/office/drawing/2014/main" id="{9E350E4C-E507-0C40-9A8C-6270691D8783}"/>
                </a:ext>
              </a:extLst>
            </p:cNvPr>
            <p:cNvPicPr/>
            <p:nvPr/>
          </p:nvPicPr>
          <p:blipFill>
            <a:blip r:embed="rId5" cstate="print"/>
            <a:stretch/>
          </p:blipFill>
          <p:spPr>
            <a:xfrm>
              <a:off x="2912619" y="4599200"/>
              <a:ext cx="116422" cy="116422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30" name="Google Shape;109;p19">
            <a:extLst>
              <a:ext uri="{FF2B5EF4-FFF2-40B4-BE49-F238E27FC236}">
                <a16:creationId xmlns:a16="http://schemas.microsoft.com/office/drawing/2014/main" id="{9994CF07-0743-3C4E-8B18-E7D3E7A7046A}"/>
              </a:ext>
            </a:extLst>
          </p:cNvPr>
          <p:cNvSpPr/>
          <p:nvPr userDrawn="1"/>
        </p:nvSpPr>
        <p:spPr>
          <a:xfrm>
            <a:off x="9281760" y="6514084"/>
            <a:ext cx="1931040" cy="16421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1520">
              <a:lnSpc>
                <a:spcPct val="100000"/>
              </a:lnSpc>
              <a:tabLst>
                <a:tab pos="0" algn="l"/>
              </a:tabLst>
            </a:pPr>
            <a:r>
              <a:rPr lang="en" sz="1067" b="0" u="none" strike="noStrike">
                <a:uFillTx/>
                <a:latin typeface="Calibri"/>
                <a:ea typeface="Calibri"/>
              </a:rPr>
              <a:t>Tavant Proprietary &amp; Confidential</a:t>
            </a:r>
            <a:endParaRPr lang="en-IN" sz="1067" b="0" u="none" strike="noStrike">
              <a:uFillTx/>
              <a:latin typeface="Arial"/>
            </a:endParaRPr>
          </a:p>
        </p:txBody>
      </p:sp>
      <p:sp>
        <p:nvSpPr>
          <p:cNvPr id="14" name="Google Shape;60;p13">
            <a:extLst>
              <a:ext uri="{FF2B5EF4-FFF2-40B4-BE49-F238E27FC236}">
                <a16:creationId xmlns:a16="http://schemas.microsoft.com/office/drawing/2014/main" id="{EC2E6762-8BFB-6841-A7EE-E4FC6D8AD34B}"/>
              </a:ext>
            </a:extLst>
          </p:cNvPr>
          <p:cNvSpPr/>
          <p:nvPr userDrawn="1"/>
        </p:nvSpPr>
        <p:spPr>
          <a:xfrm>
            <a:off x="5130480" y="6514084"/>
            <a:ext cx="1931040" cy="16421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1520">
              <a:lnSpc>
                <a:spcPct val="100000"/>
              </a:lnSpc>
              <a:tabLst>
                <a:tab pos="0" algn="l"/>
              </a:tabLst>
            </a:pPr>
            <a:r>
              <a:rPr lang="en" sz="1067" b="0" u="none" strike="noStrike">
                <a:solidFill>
                  <a:schemeClr val="bg1">
                    <a:lumMod val="50000"/>
                  </a:schemeClr>
                </a:solidFill>
                <a:uFillTx/>
                <a:latin typeface="Calibri"/>
                <a:ea typeface="Calibri"/>
              </a:rPr>
              <a:t>Tavant Proprietary &amp; Confidential</a:t>
            </a:r>
            <a:endParaRPr lang="en-IN" sz="1067" b="0" u="none" strike="noStrike">
              <a:solidFill>
                <a:schemeClr val="bg1">
                  <a:lumMod val="50000"/>
                </a:schemeClr>
              </a:solidFill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464205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67;p14">
            <a:extLst>
              <a:ext uri="{FF2B5EF4-FFF2-40B4-BE49-F238E27FC236}">
                <a16:creationId xmlns:a16="http://schemas.microsoft.com/office/drawing/2014/main" id="{E6A9D285-AC01-0A48-9ED5-D15C52AEEC82}"/>
              </a:ext>
            </a:extLst>
          </p:cNvPr>
          <p:cNvPicPr/>
          <p:nvPr userDrawn="1"/>
        </p:nvPicPr>
        <p:blipFill rotWithShape="1">
          <a:blip r:embed="rId2"/>
          <a:srcRect l="36895" t="4218" r="10891" b="1924"/>
          <a:stretch/>
        </p:blipFill>
        <p:spPr>
          <a:xfrm>
            <a:off x="6847680" y="-27384"/>
            <a:ext cx="5343840" cy="6408712"/>
          </a:xfrm>
          <a:prstGeom prst="rect">
            <a:avLst/>
          </a:prstGeom>
          <a:ln w="0">
            <a:noFill/>
          </a:ln>
        </p:spPr>
      </p:pic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267A270E-5CF5-B446-81CA-84AAFF7D774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0525" y="2000240"/>
            <a:ext cx="5566203" cy="3168650"/>
          </a:xfrm>
        </p:spPr>
        <p:txBody>
          <a:bodyPr lIns="0" tIns="180000" rIns="0" bIns="0"/>
          <a:lstStyle>
            <a:lvl1pPr marL="0" indent="0">
              <a:lnSpc>
                <a:spcPct val="0"/>
              </a:lnSpc>
              <a:spcBef>
                <a:spcPts val="0"/>
              </a:spcBef>
              <a:buNone/>
              <a:defRPr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>
              <a:lnSpc>
                <a:spcPct val="130000"/>
              </a:lnSpc>
              <a:tabLst>
                <a:tab pos="0" algn="l"/>
              </a:tabLst>
            </a:pPr>
            <a:r>
              <a:rPr lang="en" sz="1800">
                <a:solidFill>
                  <a:srgbClr val="222222"/>
                </a:solidFill>
                <a:highlight>
                  <a:srgbClr val="FFFFFF"/>
                </a:highlight>
                <a:latin typeface="Calibri"/>
                <a:ea typeface="Calibri"/>
              </a:rPr>
              <a:t>1. First Talking Point</a:t>
            </a:r>
            <a:endParaRPr lang="en-IN" sz="180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30000"/>
              </a:lnSpc>
              <a:tabLst>
                <a:tab pos="0" algn="l"/>
              </a:tabLst>
            </a:pPr>
            <a:r>
              <a:rPr lang="en" sz="1800">
                <a:solidFill>
                  <a:srgbClr val="222222"/>
                </a:solidFill>
                <a:highlight>
                  <a:srgbClr val="FFFFFF"/>
                </a:highlight>
                <a:latin typeface="Calibri"/>
                <a:ea typeface="Calibri"/>
              </a:rPr>
              <a:t>2. Second Talking Point</a:t>
            </a:r>
            <a:endParaRPr lang="en-IN" sz="180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30000"/>
              </a:lnSpc>
              <a:tabLst>
                <a:tab pos="0" algn="l"/>
              </a:tabLst>
            </a:pPr>
            <a:r>
              <a:rPr lang="en" sz="1800">
                <a:solidFill>
                  <a:srgbClr val="222222"/>
                </a:solidFill>
                <a:highlight>
                  <a:srgbClr val="FFFFFF"/>
                </a:highlight>
                <a:latin typeface="Calibri"/>
                <a:ea typeface="Calibri"/>
              </a:rPr>
              <a:t>3. Third Talking Point</a:t>
            </a:r>
            <a:endParaRPr lang="en-IN" sz="180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30000"/>
              </a:lnSpc>
              <a:tabLst>
                <a:tab pos="0" algn="l"/>
              </a:tabLst>
            </a:pPr>
            <a:r>
              <a:rPr lang="en" sz="1800">
                <a:solidFill>
                  <a:srgbClr val="222222"/>
                </a:solidFill>
                <a:highlight>
                  <a:srgbClr val="FFFFFF"/>
                </a:highlight>
                <a:latin typeface="Calibri"/>
                <a:ea typeface="Calibri"/>
              </a:rPr>
              <a:t>4. Fourth Talking Point</a:t>
            </a:r>
            <a:endParaRPr lang="en-IN" sz="180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30000"/>
              </a:lnSpc>
              <a:tabLst>
                <a:tab pos="0" algn="l"/>
              </a:tabLst>
            </a:pPr>
            <a:r>
              <a:rPr lang="en" sz="1800">
                <a:solidFill>
                  <a:srgbClr val="222222"/>
                </a:solidFill>
                <a:highlight>
                  <a:srgbClr val="FFFFFF"/>
                </a:highlight>
                <a:latin typeface="Calibri"/>
                <a:ea typeface="Calibri"/>
              </a:rPr>
              <a:t>5. Fifth Talking Point</a:t>
            </a:r>
            <a:endParaRPr lang="en-IN" sz="180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30000"/>
              </a:lnSpc>
              <a:tabLst>
                <a:tab pos="0" algn="l"/>
              </a:tabLst>
            </a:pPr>
            <a:r>
              <a:rPr lang="en" sz="1800">
                <a:solidFill>
                  <a:srgbClr val="222222"/>
                </a:solidFill>
                <a:highlight>
                  <a:srgbClr val="FFFFFF"/>
                </a:highlight>
                <a:latin typeface="Calibri"/>
                <a:ea typeface="Calibri"/>
              </a:rPr>
              <a:t>6. Sixth Talking Point</a:t>
            </a:r>
            <a:endParaRPr lang="en-IN" sz="180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691B7F3C-1377-9B4D-AC92-DF000674ED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0240" y="404664"/>
            <a:ext cx="5555053" cy="454826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>
              <a:defRPr sz="1800" b="1">
                <a:solidFill>
                  <a:srgbClr val="F77A3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AGENDA/CONTENT</a:t>
            </a:r>
          </a:p>
        </p:txBody>
      </p:sp>
      <p:pic>
        <p:nvPicPr>
          <p:cNvPr id="8" name="Google Shape;107;p19">
            <a:extLst>
              <a:ext uri="{FF2B5EF4-FFF2-40B4-BE49-F238E27FC236}">
                <a16:creationId xmlns:a16="http://schemas.microsoft.com/office/drawing/2014/main" id="{FC199D98-4CF0-B646-9CD9-D3DD2A0C05FC}"/>
              </a:ext>
            </a:extLst>
          </p:cNvPr>
          <p:cNvPicPr/>
          <p:nvPr userDrawn="1"/>
        </p:nvPicPr>
        <p:blipFill>
          <a:blip r:embed="rId3"/>
          <a:stretch/>
        </p:blipFill>
        <p:spPr>
          <a:xfrm>
            <a:off x="-962" y="6362184"/>
            <a:ext cx="12191520" cy="523200"/>
          </a:xfrm>
          <a:prstGeom prst="rect">
            <a:avLst/>
          </a:prstGeom>
          <a:ln w="0">
            <a:noFill/>
          </a:ln>
        </p:spPr>
      </p:pic>
      <p:pic>
        <p:nvPicPr>
          <p:cNvPr id="9" name="Google Shape;108;p19">
            <a:extLst>
              <a:ext uri="{FF2B5EF4-FFF2-40B4-BE49-F238E27FC236}">
                <a16:creationId xmlns:a16="http://schemas.microsoft.com/office/drawing/2014/main" id="{CB235E1C-4FA0-CA4C-ADD0-D5DCEEE4821E}"/>
              </a:ext>
            </a:extLst>
          </p:cNvPr>
          <p:cNvPicPr/>
          <p:nvPr userDrawn="1"/>
        </p:nvPicPr>
        <p:blipFill>
          <a:blip r:embed="rId4" cstate="print"/>
          <a:stretch/>
        </p:blipFill>
        <p:spPr>
          <a:xfrm>
            <a:off x="389760" y="6451464"/>
            <a:ext cx="1264320" cy="344640"/>
          </a:xfrm>
          <a:prstGeom prst="rect">
            <a:avLst/>
          </a:prstGeom>
          <a:ln w="0">
            <a:noFill/>
          </a:ln>
        </p:spPr>
      </p:pic>
      <p:sp>
        <p:nvSpPr>
          <p:cNvPr id="10" name="Google Shape;109;p19">
            <a:extLst>
              <a:ext uri="{FF2B5EF4-FFF2-40B4-BE49-F238E27FC236}">
                <a16:creationId xmlns:a16="http://schemas.microsoft.com/office/drawing/2014/main" id="{0E9A9147-DE9F-E74D-AA2C-C2867847489F}"/>
              </a:ext>
            </a:extLst>
          </p:cNvPr>
          <p:cNvSpPr/>
          <p:nvPr userDrawn="1"/>
        </p:nvSpPr>
        <p:spPr>
          <a:xfrm>
            <a:off x="9281760" y="6541678"/>
            <a:ext cx="1931040" cy="16421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1520">
              <a:lnSpc>
                <a:spcPct val="100000"/>
              </a:lnSpc>
              <a:tabLst>
                <a:tab pos="0" algn="l"/>
              </a:tabLst>
            </a:pPr>
            <a:r>
              <a:rPr lang="en" sz="1067" b="0" u="none" strike="noStrike">
                <a:uFillTx/>
                <a:latin typeface="Calibri"/>
                <a:ea typeface="Calibri"/>
              </a:rPr>
              <a:t>Tavant Proprietary &amp; Confidential</a:t>
            </a:r>
            <a:endParaRPr lang="en-IN" sz="1067" b="0" u="none" strike="noStrike">
              <a:uFillTx/>
              <a:latin typeface="Arial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856DA17-5906-0C4A-93DE-5642B2A8779A}"/>
              </a:ext>
            </a:extLst>
          </p:cNvPr>
          <p:cNvSpPr/>
          <p:nvPr userDrawn="1"/>
        </p:nvSpPr>
        <p:spPr>
          <a:xfrm>
            <a:off x="11547063" y="641909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8C16F2B-9052-204E-90D6-548DAEE090B1}"/>
              </a:ext>
            </a:extLst>
          </p:cNvPr>
          <p:cNvSpPr/>
          <p:nvPr userDrawn="1"/>
        </p:nvSpPr>
        <p:spPr>
          <a:xfrm>
            <a:off x="11547063" y="646557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582CE5C-F123-F943-8CA5-2DA8DDBE7D6E}"/>
              </a:ext>
            </a:extLst>
          </p:cNvPr>
          <p:cNvSpPr txBox="1"/>
          <p:nvPr userDrawn="1"/>
        </p:nvSpPr>
        <p:spPr>
          <a:xfrm>
            <a:off x="11502039" y="6495512"/>
            <a:ext cx="349775" cy="256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954E5BDB-61AA-4049-AE86-82CC72DFC771}" type="slidenum">
              <a:rPr lang="en-US" sz="1067" smtClean="0">
                <a:solidFill>
                  <a:schemeClr val="bg1"/>
                </a:solidFill>
              </a:rPr>
              <a:t>‹#›</a:t>
            </a:fld>
            <a:endParaRPr lang="en-US" sz="1067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07717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74;p15">
            <a:extLst>
              <a:ext uri="{FF2B5EF4-FFF2-40B4-BE49-F238E27FC236}">
                <a16:creationId xmlns:a16="http://schemas.microsoft.com/office/drawing/2014/main" id="{5C5D8D6D-078A-2146-AA69-A63F6EA27599}"/>
              </a:ext>
            </a:extLst>
          </p:cNvPr>
          <p:cNvPicPr/>
          <p:nvPr userDrawn="1"/>
        </p:nvPicPr>
        <p:blipFill rotWithShape="1">
          <a:blip r:embed="rId2"/>
          <a:srcRect l="51117" t="7968" r="1173" b="191"/>
          <a:stretch/>
        </p:blipFill>
        <p:spPr>
          <a:xfrm>
            <a:off x="6377896" y="49214"/>
            <a:ext cx="5807728" cy="6288276"/>
          </a:xfrm>
          <a:prstGeom prst="rect">
            <a:avLst/>
          </a:prstGeom>
          <a:ln w="0">
            <a:noFill/>
          </a:ln>
        </p:spPr>
      </p:pic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BC504827-5DE1-C243-9569-AA901798D8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1675" y="2547758"/>
            <a:ext cx="3822117" cy="351705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>
              <a:defRPr sz="2400" b="1">
                <a:solidFill>
                  <a:srgbClr val="F77A3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" b="1">
                <a:solidFill>
                  <a:srgbClr val="E97132"/>
                </a:solidFill>
                <a:latin typeface="Calibri"/>
                <a:ea typeface="Calibri"/>
              </a:rPr>
              <a:t>THIS IS YOUR BREAKER SLIDE</a:t>
            </a:r>
            <a:endParaRPr lang="en-IN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094A339C-C731-EF44-AC8B-C7BB3B9DAC0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9760" y="4077071"/>
            <a:ext cx="3278991" cy="1080121"/>
          </a:xfrm>
          <a:prstGeom prst="rect">
            <a:avLst/>
          </a:prstGeom>
        </p:spPr>
        <p:txBody>
          <a:bodyPr lIns="0" anchor="ctr"/>
          <a:lstStyle>
            <a:lvl1pPr marL="0" indent="0">
              <a:spcBef>
                <a:spcPts val="0"/>
              </a:spcBef>
              <a:buNone/>
              <a:defRPr sz="18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700" indent="0">
              <a:buNone/>
              <a:defRPr sz="18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236519" indent="0">
              <a:buNone/>
              <a:defRPr sz="1200"/>
            </a:lvl3pPr>
            <a:lvl4pPr marL="460339" indent="0">
              <a:buNone/>
              <a:defRPr sz="1200"/>
            </a:lvl4pPr>
            <a:lvl5pPr marL="696860" indent="0">
              <a:buNone/>
              <a:defRPr sz="1200"/>
            </a:lvl5pPr>
          </a:lstStyle>
          <a:p>
            <a:pPr>
              <a:lnSpc>
                <a:spcPct val="90000"/>
              </a:lnSpc>
              <a:tabLst>
                <a:tab pos="0" algn="l"/>
              </a:tabLst>
            </a:pPr>
            <a:r>
              <a:rPr lang="en" sz="1800" b="1" u="none" strike="noStrike">
                <a:solidFill>
                  <a:schemeClr val="lt1"/>
                </a:solidFill>
                <a:uFillTx/>
                <a:latin typeface="Calibri"/>
                <a:ea typeface="Calibri"/>
              </a:rPr>
              <a:t>Key Point</a:t>
            </a:r>
            <a:endParaRPr lang="en-IN" sz="18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499"/>
              </a:spcBef>
              <a:tabLst>
                <a:tab pos="0" algn="l"/>
              </a:tabLst>
            </a:pPr>
            <a:r>
              <a:rPr lang="en" sz="1800" b="0" u="none" strike="noStrike">
                <a:solidFill>
                  <a:schemeClr val="lt1"/>
                </a:solidFill>
                <a:uFillTx/>
                <a:latin typeface="Calibri"/>
                <a:ea typeface="Calibri"/>
              </a:rPr>
              <a:t>Second level</a:t>
            </a:r>
            <a:endParaRPr lang="en-IN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2" name="Google Shape;107;p19">
            <a:extLst>
              <a:ext uri="{FF2B5EF4-FFF2-40B4-BE49-F238E27FC236}">
                <a16:creationId xmlns:a16="http://schemas.microsoft.com/office/drawing/2014/main" id="{60C88397-B710-6449-A835-53186FA0E8E7}"/>
              </a:ext>
            </a:extLst>
          </p:cNvPr>
          <p:cNvPicPr/>
          <p:nvPr userDrawn="1"/>
        </p:nvPicPr>
        <p:blipFill>
          <a:blip r:embed="rId3"/>
          <a:stretch/>
        </p:blipFill>
        <p:spPr>
          <a:xfrm>
            <a:off x="-962" y="6362184"/>
            <a:ext cx="12191520" cy="523200"/>
          </a:xfrm>
          <a:prstGeom prst="rect">
            <a:avLst/>
          </a:prstGeom>
          <a:ln w="0">
            <a:noFill/>
          </a:ln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C7580CC4-164C-D146-87F3-967848DBDD73}"/>
              </a:ext>
            </a:extLst>
          </p:cNvPr>
          <p:cNvSpPr/>
          <p:nvPr userDrawn="1"/>
        </p:nvSpPr>
        <p:spPr>
          <a:xfrm>
            <a:off x="11547063" y="641909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26E95E5-034E-4E49-A2DB-A237066EF51A}"/>
              </a:ext>
            </a:extLst>
          </p:cNvPr>
          <p:cNvSpPr/>
          <p:nvPr userDrawn="1"/>
        </p:nvSpPr>
        <p:spPr>
          <a:xfrm>
            <a:off x="11547063" y="646557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pic>
        <p:nvPicPr>
          <p:cNvPr id="18" name="Google Shape;108;p19">
            <a:extLst>
              <a:ext uri="{FF2B5EF4-FFF2-40B4-BE49-F238E27FC236}">
                <a16:creationId xmlns:a16="http://schemas.microsoft.com/office/drawing/2014/main" id="{C417E100-CA2C-564E-975A-811D57EF1697}"/>
              </a:ext>
            </a:extLst>
          </p:cNvPr>
          <p:cNvPicPr/>
          <p:nvPr userDrawn="1"/>
        </p:nvPicPr>
        <p:blipFill>
          <a:blip r:embed="rId4" cstate="print"/>
          <a:stretch/>
        </p:blipFill>
        <p:spPr>
          <a:xfrm>
            <a:off x="389760" y="6451464"/>
            <a:ext cx="1264320" cy="344640"/>
          </a:xfrm>
          <a:prstGeom prst="rect">
            <a:avLst/>
          </a:prstGeom>
          <a:ln w="0">
            <a:noFill/>
          </a:ln>
        </p:spPr>
      </p:pic>
      <p:sp>
        <p:nvSpPr>
          <p:cNvPr id="19" name="Google Shape;109;p19">
            <a:extLst>
              <a:ext uri="{FF2B5EF4-FFF2-40B4-BE49-F238E27FC236}">
                <a16:creationId xmlns:a16="http://schemas.microsoft.com/office/drawing/2014/main" id="{69E40EF9-DB30-6140-8E9F-9C8B602AE4F7}"/>
              </a:ext>
            </a:extLst>
          </p:cNvPr>
          <p:cNvSpPr/>
          <p:nvPr userDrawn="1"/>
        </p:nvSpPr>
        <p:spPr>
          <a:xfrm>
            <a:off x="9281760" y="6541678"/>
            <a:ext cx="1931040" cy="16421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1520">
              <a:lnSpc>
                <a:spcPct val="100000"/>
              </a:lnSpc>
              <a:tabLst>
                <a:tab pos="0" algn="l"/>
              </a:tabLst>
            </a:pPr>
            <a:r>
              <a:rPr lang="en" sz="1067" b="0" u="none" strike="noStrike">
                <a:uFillTx/>
                <a:latin typeface="Calibri"/>
                <a:ea typeface="Calibri"/>
              </a:rPr>
              <a:t>Tavant Proprietary &amp; Confidential</a:t>
            </a:r>
            <a:endParaRPr lang="en-IN" sz="1067" b="0" u="none" strike="noStrike">
              <a:uFillTx/>
              <a:latin typeface="Arial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CD5D0E8-40D8-854A-8D14-EB412DF3A66C}"/>
              </a:ext>
            </a:extLst>
          </p:cNvPr>
          <p:cNvSpPr txBox="1"/>
          <p:nvPr userDrawn="1"/>
        </p:nvSpPr>
        <p:spPr>
          <a:xfrm>
            <a:off x="11502039" y="6495512"/>
            <a:ext cx="349775" cy="256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954E5BDB-61AA-4049-AE86-82CC72DFC771}" type="slidenum">
              <a:rPr lang="en-US" sz="1067" smtClean="0">
                <a:solidFill>
                  <a:schemeClr val="bg1"/>
                </a:solidFill>
              </a:rPr>
              <a:t>‹#›</a:t>
            </a:fld>
            <a:endParaRPr lang="en-US" sz="1067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588295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83;p16">
            <a:extLst>
              <a:ext uri="{FF2B5EF4-FFF2-40B4-BE49-F238E27FC236}">
                <a16:creationId xmlns:a16="http://schemas.microsoft.com/office/drawing/2014/main" id="{B381CFA4-4653-A944-B576-D620472C2E58}"/>
              </a:ext>
            </a:extLst>
          </p:cNvPr>
          <p:cNvPicPr/>
          <p:nvPr userDrawn="1"/>
        </p:nvPicPr>
        <p:blipFill rotWithShape="1">
          <a:blip r:embed="rId2"/>
          <a:srcRect l="30311" t="8369" r="-25" b="-4"/>
          <a:stretch/>
        </p:blipFill>
        <p:spPr>
          <a:xfrm>
            <a:off x="3708087" y="44624"/>
            <a:ext cx="8499265" cy="6284044"/>
          </a:xfrm>
          <a:prstGeom prst="rect">
            <a:avLst/>
          </a:prstGeom>
          <a:ln w="0">
            <a:noFill/>
          </a:ln>
        </p:spPr>
      </p:pic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65EB5FE7-CCB9-C44F-B74B-E6046D6462F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9760" y="4077071"/>
            <a:ext cx="3278991" cy="1080121"/>
          </a:xfrm>
          <a:prstGeom prst="rect">
            <a:avLst/>
          </a:prstGeom>
        </p:spPr>
        <p:txBody>
          <a:bodyPr lIns="0" anchor="ctr"/>
          <a:lstStyle>
            <a:lvl1pPr marL="0" indent="0">
              <a:spcBef>
                <a:spcPts val="0"/>
              </a:spcBef>
              <a:buNone/>
              <a:defRPr sz="18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700" indent="0">
              <a:buNone/>
              <a:defRPr sz="18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236519" indent="0">
              <a:buNone/>
              <a:defRPr sz="1200"/>
            </a:lvl3pPr>
            <a:lvl4pPr marL="460339" indent="0">
              <a:buNone/>
              <a:defRPr sz="1200"/>
            </a:lvl4pPr>
            <a:lvl5pPr marL="696860" indent="0">
              <a:buNone/>
              <a:defRPr sz="1200"/>
            </a:lvl5pPr>
          </a:lstStyle>
          <a:p>
            <a:pPr>
              <a:lnSpc>
                <a:spcPct val="90000"/>
              </a:lnSpc>
              <a:tabLst>
                <a:tab pos="0" algn="l"/>
              </a:tabLst>
            </a:pPr>
            <a:r>
              <a:rPr lang="en" sz="1800" b="1" u="none" strike="noStrike">
                <a:solidFill>
                  <a:schemeClr val="lt1"/>
                </a:solidFill>
                <a:uFillTx/>
                <a:latin typeface="Calibri"/>
                <a:ea typeface="Calibri"/>
              </a:rPr>
              <a:t>Key Point</a:t>
            </a:r>
            <a:endParaRPr lang="en-IN" sz="18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499"/>
              </a:spcBef>
              <a:tabLst>
                <a:tab pos="0" algn="l"/>
              </a:tabLst>
            </a:pPr>
            <a:r>
              <a:rPr lang="en" sz="1800" b="0" u="none" strike="noStrike">
                <a:solidFill>
                  <a:schemeClr val="lt1"/>
                </a:solidFill>
                <a:uFillTx/>
                <a:latin typeface="Calibri"/>
                <a:ea typeface="Calibri"/>
              </a:rPr>
              <a:t>Second level</a:t>
            </a:r>
            <a:endParaRPr lang="en-IN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B1C49B2D-1F06-6446-9E44-A5B8EB350A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1675" y="2547758"/>
            <a:ext cx="3822117" cy="351705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>
              <a:defRPr sz="2400" b="1">
                <a:solidFill>
                  <a:srgbClr val="F77A3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" b="1">
                <a:solidFill>
                  <a:srgbClr val="E97132"/>
                </a:solidFill>
                <a:latin typeface="Calibri"/>
                <a:ea typeface="Calibri"/>
              </a:rPr>
              <a:t>THIS IS YOUR BREAKER SLIDE</a:t>
            </a:r>
            <a:endParaRPr lang="en-IN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" name="Google Shape;107;p19">
            <a:extLst>
              <a:ext uri="{FF2B5EF4-FFF2-40B4-BE49-F238E27FC236}">
                <a16:creationId xmlns:a16="http://schemas.microsoft.com/office/drawing/2014/main" id="{AB6DCF16-E5E8-9A44-972A-09C2C3281563}"/>
              </a:ext>
            </a:extLst>
          </p:cNvPr>
          <p:cNvPicPr/>
          <p:nvPr userDrawn="1"/>
        </p:nvPicPr>
        <p:blipFill>
          <a:blip r:embed="rId3"/>
          <a:stretch/>
        </p:blipFill>
        <p:spPr>
          <a:xfrm>
            <a:off x="-962" y="6362184"/>
            <a:ext cx="12191520" cy="523200"/>
          </a:xfrm>
          <a:prstGeom prst="rect">
            <a:avLst/>
          </a:prstGeom>
          <a:ln w="0">
            <a:noFill/>
          </a:ln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BC535D3A-CF20-774F-B198-D96775085F64}"/>
              </a:ext>
            </a:extLst>
          </p:cNvPr>
          <p:cNvSpPr/>
          <p:nvPr userDrawn="1"/>
        </p:nvSpPr>
        <p:spPr>
          <a:xfrm>
            <a:off x="11547063" y="641909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DE695A4-0722-884A-9867-163EB04712C5}"/>
              </a:ext>
            </a:extLst>
          </p:cNvPr>
          <p:cNvSpPr/>
          <p:nvPr userDrawn="1"/>
        </p:nvSpPr>
        <p:spPr>
          <a:xfrm>
            <a:off x="11547063" y="646557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pic>
        <p:nvPicPr>
          <p:cNvPr id="16" name="Google Shape;108;p19">
            <a:extLst>
              <a:ext uri="{FF2B5EF4-FFF2-40B4-BE49-F238E27FC236}">
                <a16:creationId xmlns:a16="http://schemas.microsoft.com/office/drawing/2014/main" id="{507B4404-D040-3648-B057-C7BE4CF7C06B}"/>
              </a:ext>
            </a:extLst>
          </p:cNvPr>
          <p:cNvPicPr/>
          <p:nvPr userDrawn="1"/>
        </p:nvPicPr>
        <p:blipFill>
          <a:blip r:embed="rId4" cstate="print"/>
          <a:stretch/>
        </p:blipFill>
        <p:spPr>
          <a:xfrm>
            <a:off x="389760" y="6451464"/>
            <a:ext cx="1264320" cy="344640"/>
          </a:xfrm>
          <a:prstGeom prst="rect">
            <a:avLst/>
          </a:prstGeom>
          <a:ln w="0">
            <a:noFill/>
          </a:ln>
        </p:spPr>
      </p:pic>
      <p:sp>
        <p:nvSpPr>
          <p:cNvPr id="17" name="Google Shape;109;p19">
            <a:extLst>
              <a:ext uri="{FF2B5EF4-FFF2-40B4-BE49-F238E27FC236}">
                <a16:creationId xmlns:a16="http://schemas.microsoft.com/office/drawing/2014/main" id="{6DF6A2E1-5B04-4B41-975E-0DEBB7A15DCD}"/>
              </a:ext>
            </a:extLst>
          </p:cNvPr>
          <p:cNvSpPr/>
          <p:nvPr userDrawn="1"/>
        </p:nvSpPr>
        <p:spPr>
          <a:xfrm>
            <a:off x="9281760" y="6541678"/>
            <a:ext cx="1931040" cy="16421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1520">
              <a:lnSpc>
                <a:spcPct val="100000"/>
              </a:lnSpc>
              <a:tabLst>
                <a:tab pos="0" algn="l"/>
              </a:tabLst>
            </a:pPr>
            <a:r>
              <a:rPr lang="en" sz="1067" b="0" u="none" strike="noStrike">
                <a:uFillTx/>
                <a:latin typeface="Calibri"/>
                <a:ea typeface="Calibri"/>
              </a:rPr>
              <a:t>Tavant Proprietary &amp; Confidential</a:t>
            </a:r>
            <a:endParaRPr lang="en-IN" sz="1067" b="0" u="none" strike="noStrike">
              <a:uFillTx/>
              <a:latin typeface="Arial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F84BF60-351B-2849-8434-CF84E3B9FAE6}"/>
              </a:ext>
            </a:extLst>
          </p:cNvPr>
          <p:cNvSpPr txBox="1"/>
          <p:nvPr userDrawn="1"/>
        </p:nvSpPr>
        <p:spPr>
          <a:xfrm>
            <a:off x="11502039" y="6495512"/>
            <a:ext cx="349775" cy="256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954E5BDB-61AA-4049-AE86-82CC72DFC771}" type="slidenum">
              <a:rPr lang="en-US" sz="1067" smtClean="0">
                <a:solidFill>
                  <a:schemeClr val="bg1"/>
                </a:solidFill>
              </a:rPr>
              <a:t>‹#›</a:t>
            </a:fld>
            <a:endParaRPr lang="en-US" sz="1067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339970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91;p17">
            <a:extLst>
              <a:ext uri="{FF2B5EF4-FFF2-40B4-BE49-F238E27FC236}">
                <a16:creationId xmlns:a16="http://schemas.microsoft.com/office/drawing/2014/main" id="{35D49C55-7167-304C-AD2C-70FEB5FAACAA}"/>
              </a:ext>
            </a:extLst>
          </p:cNvPr>
          <p:cNvPicPr/>
          <p:nvPr userDrawn="1"/>
        </p:nvPicPr>
        <p:blipFill rotWithShape="1">
          <a:blip r:embed="rId2"/>
          <a:srcRect l="47635" t="1" b="7998"/>
          <a:stretch/>
        </p:blipFill>
        <p:spPr>
          <a:xfrm>
            <a:off x="5807968" y="25839"/>
            <a:ext cx="6384032" cy="6309320"/>
          </a:xfrm>
          <a:prstGeom prst="rect">
            <a:avLst/>
          </a:prstGeom>
          <a:ln w="0">
            <a:noFill/>
          </a:ln>
        </p:spPr>
      </p:pic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77D5A4B9-A9C5-FA43-99FC-A7B6A4B2D40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9760" y="4077071"/>
            <a:ext cx="3278991" cy="1080121"/>
          </a:xfrm>
          <a:prstGeom prst="rect">
            <a:avLst/>
          </a:prstGeom>
        </p:spPr>
        <p:txBody>
          <a:bodyPr lIns="0" anchor="ctr"/>
          <a:lstStyle>
            <a:lvl1pPr marL="0" indent="0">
              <a:spcBef>
                <a:spcPts val="0"/>
              </a:spcBef>
              <a:buNone/>
              <a:defRPr sz="18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700" indent="0">
              <a:buNone/>
              <a:defRPr sz="18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236519" indent="0">
              <a:buNone/>
              <a:defRPr sz="1200"/>
            </a:lvl3pPr>
            <a:lvl4pPr marL="460339" indent="0">
              <a:buNone/>
              <a:defRPr sz="1200"/>
            </a:lvl4pPr>
            <a:lvl5pPr marL="696860" indent="0">
              <a:buNone/>
              <a:defRPr sz="1200"/>
            </a:lvl5pPr>
          </a:lstStyle>
          <a:p>
            <a:pPr>
              <a:lnSpc>
                <a:spcPct val="90000"/>
              </a:lnSpc>
              <a:tabLst>
                <a:tab pos="0" algn="l"/>
              </a:tabLst>
            </a:pPr>
            <a:r>
              <a:rPr lang="en" sz="1800" b="1" u="none" strike="noStrike">
                <a:solidFill>
                  <a:schemeClr val="lt1"/>
                </a:solidFill>
                <a:uFillTx/>
                <a:latin typeface="Calibri"/>
                <a:ea typeface="Calibri"/>
              </a:rPr>
              <a:t>Key Point</a:t>
            </a:r>
            <a:endParaRPr lang="en-IN" sz="18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499"/>
              </a:spcBef>
              <a:tabLst>
                <a:tab pos="0" algn="l"/>
              </a:tabLst>
            </a:pPr>
            <a:r>
              <a:rPr lang="en" sz="1800" b="0" u="none" strike="noStrike">
                <a:solidFill>
                  <a:schemeClr val="lt1"/>
                </a:solidFill>
                <a:uFillTx/>
                <a:latin typeface="Calibri"/>
                <a:ea typeface="Calibri"/>
              </a:rPr>
              <a:t>Second level</a:t>
            </a:r>
            <a:endParaRPr lang="en-IN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C67D9DB5-F0AB-6F4F-A719-4311558201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1675" y="2547758"/>
            <a:ext cx="3822117" cy="351705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>
              <a:defRPr sz="2400" b="1">
                <a:solidFill>
                  <a:srgbClr val="F77A3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" b="1">
                <a:solidFill>
                  <a:srgbClr val="E97132"/>
                </a:solidFill>
                <a:latin typeface="Calibri"/>
                <a:ea typeface="Calibri"/>
              </a:rPr>
              <a:t>THIS IS YOUR BREAKER SLIDE</a:t>
            </a:r>
            <a:endParaRPr lang="en-IN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" name="Google Shape;107;p19">
            <a:extLst>
              <a:ext uri="{FF2B5EF4-FFF2-40B4-BE49-F238E27FC236}">
                <a16:creationId xmlns:a16="http://schemas.microsoft.com/office/drawing/2014/main" id="{944BFAD9-2334-1346-B888-5F696A807799}"/>
              </a:ext>
            </a:extLst>
          </p:cNvPr>
          <p:cNvPicPr/>
          <p:nvPr userDrawn="1"/>
        </p:nvPicPr>
        <p:blipFill>
          <a:blip r:embed="rId3"/>
          <a:stretch/>
        </p:blipFill>
        <p:spPr>
          <a:xfrm>
            <a:off x="-962" y="6362184"/>
            <a:ext cx="12191520" cy="523200"/>
          </a:xfrm>
          <a:prstGeom prst="rect">
            <a:avLst/>
          </a:prstGeom>
          <a:ln w="0">
            <a:noFill/>
          </a:ln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2099A479-AEC7-F644-9220-522FC7942D9B}"/>
              </a:ext>
            </a:extLst>
          </p:cNvPr>
          <p:cNvSpPr/>
          <p:nvPr userDrawn="1"/>
        </p:nvSpPr>
        <p:spPr>
          <a:xfrm>
            <a:off x="11547063" y="641909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FB20322-E558-5E43-B90C-AEF722D49614}"/>
              </a:ext>
            </a:extLst>
          </p:cNvPr>
          <p:cNvSpPr/>
          <p:nvPr userDrawn="1"/>
        </p:nvSpPr>
        <p:spPr>
          <a:xfrm>
            <a:off x="11547063" y="646557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pic>
        <p:nvPicPr>
          <p:cNvPr id="11" name="Google Shape;108;p19">
            <a:extLst>
              <a:ext uri="{FF2B5EF4-FFF2-40B4-BE49-F238E27FC236}">
                <a16:creationId xmlns:a16="http://schemas.microsoft.com/office/drawing/2014/main" id="{1B7FDA51-D872-0B43-98E5-4F594F52EE32}"/>
              </a:ext>
            </a:extLst>
          </p:cNvPr>
          <p:cNvPicPr/>
          <p:nvPr userDrawn="1"/>
        </p:nvPicPr>
        <p:blipFill>
          <a:blip r:embed="rId4" cstate="print"/>
          <a:stretch/>
        </p:blipFill>
        <p:spPr>
          <a:xfrm>
            <a:off x="389760" y="6451464"/>
            <a:ext cx="1264320" cy="344640"/>
          </a:xfrm>
          <a:prstGeom prst="rect">
            <a:avLst/>
          </a:prstGeom>
          <a:ln w="0">
            <a:noFill/>
          </a:ln>
        </p:spPr>
      </p:pic>
      <p:sp>
        <p:nvSpPr>
          <p:cNvPr id="16" name="Google Shape;109;p19">
            <a:extLst>
              <a:ext uri="{FF2B5EF4-FFF2-40B4-BE49-F238E27FC236}">
                <a16:creationId xmlns:a16="http://schemas.microsoft.com/office/drawing/2014/main" id="{681AABB5-954B-414C-BF9F-30D40FA3C916}"/>
              </a:ext>
            </a:extLst>
          </p:cNvPr>
          <p:cNvSpPr/>
          <p:nvPr userDrawn="1"/>
        </p:nvSpPr>
        <p:spPr>
          <a:xfrm>
            <a:off x="9281760" y="6541678"/>
            <a:ext cx="1931040" cy="16421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1520">
              <a:lnSpc>
                <a:spcPct val="100000"/>
              </a:lnSpc>
              <a:tabLst>
                <a:tab pos="0" algn="l"/>
              </a:tabLst>
            </a:pPr>
            <a:r>
              <a:rPr lang="en" sz="1067" b="0" u="none" strike="noStrike">
                <a:uFillTx/>
                <a:latin typeface="Calibri"/>
                <a:ea typeface="Calibri"/>
              </a:rPr>
              <a:t>Tavant Proprietary &amp; Confidential</a:t>
            </a:r>
            <a:endParaRPr lang="en-IN" sz="1067" b="0" u="none" strike="noStrike">
              <a:uFillTx/>
              <a:latin typeface="Arial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CB00C47-20BD-6340-A196-D14A89156B6D}"/>
              </a:ext>
            </a:extLst>
          </p:cNvPr>
          <p:cNvSpPr txBox="1"/>
          <p:nvPr userDrawn="1"/>
        </p:nvSpPr>
        <p:spPr>
          <a:xfrm>
            <a:off x="11502039" y="6495512"/>
            <a:ext cx="349775" cy="256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954E5BDB-61AA-4049-AE86-82CC72DFC771}" type="slidenum">
              <a:rPr lang="en-US" sz="1067" smtClean="0">
                <a:solidFill>
                  <a:schemeClr val="bg1"/>
                </a:solidFill>
              </a:rPr>
              <a:t>‹#›</a:t>
            </a:fld>
            <a:endParaRPr lang="en-US" sz="1067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361151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99;p18">
            <a:extLst>
              <a:ext uri="{FF2B5EF4-FFF2-40B4-BE49-F238E27FC236}">
                <a16:creationId xmlns:a16="http://schemas.microsoft.com/office/drawing/2014/main" id="{AE8165D1-6A41-0745-93BC-280B1045F69A}"/>
              </a:ext>
            </a:extLst>
          </p:cNvPr>
          <p:cNvPicPr/>
          <p:nvPr userDrawn="1"/>
        </p:nvPicPr>
        <p:blipFill rotWithShape="1">
          <a:blip r:embed="rId2"/>
          <a:srcRect l="37401" t="400" b="7598"/>
          <a:stretch/>
        </p:blipFill>
        <p:spPr>
          <a:xfrm>
            <a:off x="4559829" y="44624"/>
            <a:ext cx="7631691" cy="6309320"/>
          </a:xfrm>
          <a:prstGeom prst="rect">
            <a:avLst/>
          </a:prstGeom>
          <a:ln w="0">
            <a:noFill/>
          </a:ln>
        </p:spPr>
      </p:pic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56538A60-E6F3-9143-8645-0D9AA5BA989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9760" y="4077071"/>
            <a:ext cx="3278991" cy="1080121"/>
          </a:xfrm>
          <a:prstGeom prst="rect">
            <a:avLst/>
          </a:prstGeom>
        </p:spPr>
        <p:txBody>
          <a:bodyPr lIns="0" anchor="ctr"/>
          <a:lstStyle>
            <a:lvl1pPr marL="0" indent="0">
              <a:spcBef>
                <a:spcPts val="0"/>
              </a:spcBef>
              <a:buNone/>
              <a:defRPr sz="18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700" indent="0">
              <a:buNone/>
              <a:defRPr sz="18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236519" indent="0">
              <a:buNone/>
              <a:defRPr sz="1200"/>
            </a:lvl3pPr>
            <a:lvl4pPr marL="460339" indent="0">
              <a:buNone/>
              <a:defRPr sz="1200"/>
            </a:lvl4pPr>
            <a:lvl5pPr marL="696860" indent="0">
              <a:buNone/>
              <a:defRPr sz="1200"/>
            </a:lvl5pPr>
          </a:lstStyle>
          <a:p>
            <a:pPr>
              <a:lnSpc>
                <a:spcPct val="90000"/>
              </a:lnSpc>
              <a:tabLst>
                <a:tab pos="0" algn="l"/>
              </a:tabLst>
            </a:pPr>
            <a:r>
              <a:rPr lang="en" sz="1800" b="1" u="none" strike="noStrike">
                <a:solidFill>
                  <a:schemeClr val="lt1"/>
                </a:solidFill>
                <a:uFillTx/>
                <a:latin typeface="Calibri"/>
                <a:ea typeface="Calibri"/>
              </a:rPr>
              <a:t>Key Point</a:t>
            </a:r>
            <a:endParaRPr lang="en-IN" sz="18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499"/>
              </a:spcBef>
              <a:tabLst>
                <a:tab pos="0" algn="l"/>
              </a:tabLst>
            </a:pPr>
            <a:r>
              <a:rPr lang="en" sz="1800" b="0" u="none" strike="noStrike">
                <a:solidFill>
                  <a:schemeClr val="lt1"/>
                </a:solidFill>
                <a:uFillTx/>
                <a:latin typeface="Calibri"/>
                <a:ea typeface="Calibri"/>
              </a:rPr>
              <a:t>Second level</a:t>
            </a:r>
            <a:endParaRPr lang="en-IN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66B66383-C930-684D-8D09-57FA97B15F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1675" y="2547758"/>
            <a:ext cx="3822117" cy="351705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>
              <a:defRPr sz="2400" b="1">
                <a:solidFill>
                  <a:srgbClr val="F77A3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" b="1">
                <a:solidFill>
                  <a:srgbClr val="E97132"/>
                </a:solidFill>
                <a:latin typeface="Calibri"/>
                <a:ea typeface="Calibri"/>
              </a:rPr>
              <a:t>THIS IS YOUR BREAKER SLIDE</a:t>
            </a:r>
            <a:endParaRPr lang="en-IN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" name="Google Shape;107;p19">
            <a:extLst>
              <a:ext uri="{FF2B5EF4-FFF2-40B4-BE49-F238E27FC236}">
                <a16:creationId xmlns:a16="http://schemas.microsoft.com/office/drawing/2014/main" id="{70ED10F0-4513-E64B-A8D3-82356BB9DB24}"/>
              </a:ext>
            </a:extLst>
          </p:cNvPr>
          <p:cNvPicPr/>
          <p:nvPr userDrawn="1"/>
        </p:nvPicPr>
        <p:blipFill>
          <a:blip r:embed="rId3"/>
          <a:stretch/>
        </p:blipFill>
        <p:spPr>
          <a:xfrm>
            <a:off x="-962" y="6362184"/>
            <a:ext cx="12191520" cy="523200"/>
          </a:xfrm>
          <a:prstGeom prst="rect">
            <a:avLst/>
          </a:prstGeom>
          <a:ln w="0">
            <a:noFill/>
          </a:ln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8A9CCFE3-A867-0449-968B-656FFD43921B}"/>
              </a:ext>
            </a:extLst>
          </p:cNvPr>
          <p:cNvSpPr/>
          <p:nvPr userDrawn="1"/>
        </p:nvSpPr>
        <p:spPr>
          <a:xfrm>
            <a:off x="11547063" y="641909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1BB572C-6C47-0847-AF2E-EC37CFA7A30C}"/>
              </a:ext>
            </a:extLst>
          </p:cNvPr>
          <p:cNvSpPr/>
          <p:nvPr userDrawn="1"/>
        </p:nvSpPr>
        <p:spPr>
          <a:xfrm>
            <a:off x="11547063" y="646557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pic>
        <p:nvPicPr>
          <p:cNvPr id="16" name="Google Shape;108;p19">
            <a:extLst>
              <a:ext uri="{FF2B5EF4-FFF2-40B4-BE49-F238E27FC236}">
                <a16:creationId xmlns:a16="http://schemas.microsoft.com/office/drawing/2014/main" id="{9106C6C9-E867-314A-87F9-CFDFCD5DC70D}"/>
              </a:ext>
            </a:extLst>
          </p:cNvPr>
          <p:cNvPicPr/>
          <p:nvPr userDrawn="1"/>
        </p:nvPicPr>
        <p:blipFill>
          <a:blip r:embed="rId4" cstate="print"/>
          <a:stretch/>
        </p:blipFill>
        <p:spPr>
          <a:xfrm>
            <a:off x="389760" y="6451464"/>
            <a:ext cx="1264320" cy="344640"/>
          </a:xfrm>
          <a:prstGeom prst="rect">
            <a:avLst/>
          </a:prstGeom>
          <a:ln w="0">
            <a:noFill/>
          </a:ln>
        </p:spPr>
      </p:pic>
      <p:sp>
        <p:nvSpPr>
          <p:cNvPr id="17" name="Google Shape;109;p19">
            <a:extLst>
              <a:ext uri="{FF2B5EF4-FFF2-40B4-BE49-F238E27FC236}">
                <a16:creationId xmlns:a16="http://schemas.microsoft.com/office/drawing/2014/main" id="{23FE4224-B05B-4F4B-9ED8-B5C68EDA60F5}"/>
              </a:ext>
            </a:extLst>
          </p:cNvPr>
          <p:cNvSpPr/>
          <p:nvPr userDrawn="1"/>
        </p:nvSpPr>
        <p:spPr>
          <a:xfrm>
            <a:off x="9281760" y="6541678"/>
            <a:ext cx="1931040" cy="16421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1520">
              <a:lnSpc>
                <a:spcPct val="100000"/>
              </a:lnSpc>
              <a:tabLst>
                <a:tab pos="0" algn="l"/>
              </a:tabLst>
            </a:pPr>
            <a:r>
              <a:rPr lang="en" sz="1067" b="0" u="none" strike="noStrike">
                <a:uFillTx/>
                <a:latin typeface="Calibri"/>
                <a:ea typeface="Calibri"/>
              </a:rPr>
              <a:t>Tavant Proprietary &amp; Confidential</a:t>
            </a:r>
            <a:endParaRPr lang="en-IN" sz="1067" b="0" u="none" strike="noStrike">
              <a:uFillTx/>
              <a:latin typeface="Arial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F73A18E-4D1B-3E40-87C2-1D7900A2BDB8}"/>
              </a:ext>
            </a:extLst>
          </p:cNvPr>
          <p:cNvSpPr txBox="1"/>
          <p:nvPr userDrawn="1"/>
        </p:nvSpPr>
        <p:spPr>
          <a:xfrm>
            <a:off x="11502039" y="6495512"/>
            <a:ext cx="349775" cy="256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954E5BDB-61AA-4049-AE86-82CC72DFC771}" type="slidenum">
              <a:rPr lang="en-US" sz="1067" smtClean="0">
                <a:solidFill>
                  <a:schemeClr val="bg1"/>
                </a:solidFill>
              </a:rPr>
              <a:t>‹#›</a:t>
            </a:fld>
            <a:endParaRPr lang="en-US" sz="1067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966355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07;p19">
            <a:extLst>
              <a:ext uri="{FF2B5EF4-FFF2-40B4-BE49-F238E27FC236}">
                <a16:creationId xmlns:a16="http://schemas.microsoft.com/office/drawing/2014/main" id="{590273C4-A7C7-5C43-8E4B-7274AF5C683F}"/>
              </a:ext>
            </a:extLst>
          </p:cNvPr>
          <p:cNvPicPr/>
          <p:nvPr userDrawn="1"/>
        </p:nvPicPr>
        <p:blipFill>
          <a:blip r:embed="rId2"/>
          <a:stretch/>
        </p:blipFill>
        <p:spPr>
          <a:xfrm>
            <a:off x="-962" y="6362184"/>
            <a:ext cx="12191520" cy="523200"/>
          </a:xfrm>
          <a:prstGeom prst="rect">
            <a:avLst/>
          </a:prstGeom>
          <a:ln w="0">
            <a:noFill/>
          </a:ln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71ECD694-DABE-E540-8A67-8F64AAAE13E7}"/>
              </a:ext>
            </a:extLst>
          </p:cNvPr>
          <p:cNvSpPr/>
          <p:nvPr userDrawn="1"/>
        </p:nvSpPr>
        <p:spPr>
          <a:xfrm>
            <a:off x="11547063" y="641909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20B6963-86FF-6248-AC98-1F8DD2EA8768}"/>
              </a:ext>
            </a:extLst>
          </p:cNvPr>
          <p:cNvSpPr/>
          <p:nvPr userDrawn="1"/>
        </p:nvSpPr>
        <p:spPr>
          <a:xfrm>
            <a:off x="11547063" y="646557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pic>
        <p:nvPicPr>
          <p:cNvPr id="8" name="Google Shape;108;p19">
            <a:extLst>
              <a:ext uri="{FF2B5EF4-FFF2-40B4-BE49-F238E27FC236}">
                <a16:creationId xmlns:a16="http://schemas.microsoft.com/office/drawing/2014/main" id="{91D1D0F1-7FC9-F742-A64E-2D732BF64EBF}"/>
              </a:ext>
            </a:extLst>
          </p:cNvPr>
          <p:cNvPicPr/>
          <p:nvPr userDrawn="1"/>
        </p:nvPicPr>
        <p:blipFill>
          <a:blip r:embed="rId3" cstate="print"/>
          <a:stretch/>
        </p:blipFill>
        <p:spPr>
          <a:xfrm>
            <a:off x="389760" y="6451464"/>
            <a:ext cx="1264320" cy="344640"/>
          </a:xfrm>
          <a:prstGeom prst="rect">
            <a:avLst/>
          </a:prstGeom>
          <a:ln w="0">
            <a:noFill/>
          </a:ln>
        </p:spPr>
      </p:pic>
      <p:sp>
        <p:nvSpPr>
          <p:cNvPr id="9" name="Google Shape;109;p19">
            <a:extLst>
              <a:ext uri="{FF2B5EF4-FFF2-40B4-BE49-F238E27FC236}">
                <a16:creationId xmlns:a16="http://schemas.microsoft.com/office/drawing/2014/main" id="{8F73B142-BAE4-884D-ACF4-BBCAD2EE4608}"/>
              </a:ext>
            </a:extLst>
          </p:cNvPr>
          <p:cNvSpPr/>
          <p:nvPr userDrawn="1"/>
        </p:nvSpPr>
        <p:spPr>
          <a:xfrm>
            <a:off x="9281760" y="6541678"/>
            <a:ext cx="1931040" cy="16421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1520">
              <a:lnSpc>
                <a:spcPct val="100000"/>
              </a:lnSpc>
              <a:tabLst>
                <a:tab pos="0" algn="l"/>
              </a:tabLst>
            </a:pPr>
            <a:r>
              <a:rPr lang="en" sz="1067" b="0" u="none" strike="noStrike">
                <a:uFillTx/>
                <a:latin typeface="Calibri"/>
                <a:ea typeface="Calibri"/>
              </a:rPr>
              <a:t>Tavant Proprietary &amp; Confidential</a:t>
            </a:r>
            <a:endParaRPr lang="en-IN" sz="1067" b="0" u="none" strike="noStrike">
              <a:uFillTx/>
              <a:latin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ED98118-2C4C-B841-8271-B0443DA23C75}"/>
              </a:ext>
            </a:extLst>
          </p:cNvPr>
          <p:cNvSpPr txBox="1"/>
          <p:nvPr userDrawn="1"/>
        </p:nvSpPr>
        <p:spPr>
          <a:xfrm>
            <a:off x="11502039" y="6495512"/>
            <a:ext cx="349775" cy="256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954E5BDB-61AA-4049-AE86-82CC72DFC771}" type="slidenum">
              <a:rPr lang="en-US" sz="1067" smtClean="0">
                <a:solidFill>
                  <a:schemeClr val="bg1"/>
                </a:solidFill>
              </a:rPr>
              <a:t>‹#›</a:t>
            </a:fld>
            <a:endParaRPr lang="en-US" sz="1067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590762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 + Content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Placeholder 1">
            <a:extLst>
              <a:ext uri="{FF2B5EF4-FFF2-40B4-BE49-F238E27FC236}">
                <a16:creationId xmlns:a16="http://schemas.microsoft.com/office/drawing/2014/main" id="{B7808001-0DB4-5547-9CFB-890621A6BD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7374" y="332656"/>
            <a:ext cx="11430286" cy="319012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>
              <a:defRPr sz="2400" b="1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b="1">
                <a:latin typeface="Calibri" panose="020F0502020204030204" pitchFamily="34" charset="0"/>
                <a:cs typeface="Calibri" panose="020F0502020204030204" pitchFamily="34" charset="0"/>
              </a:rPr>
              <a:t>THIS IS YOUR TITLE TRY TO KEEP TO ONE LINE OF MAXIMUM</a:t>
            </a:r>
            <a:endParaRPr lang="en-US" b="1" kern="0">
              <a:solidFill>
                <a:sysClr val="windowText" lastClr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FCDFD485-16C3-2142-95DD-EC4E7D4DBCF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7374" y="657764"/>
            <a:ext cx="11411019" cy="285132"/>
          </a:xfrm>
          <a:prstGeom prst="rect">
            <a:avLst/>
          </a:prstGeom>
        </p:spPr>
        <p:txBody>
          <a:bodyPr lIns="0" anchor="ctr" anchorCtr="0">
            <a:noAutofit/>
          </a:bodyPr>
          <a:lstStyle>
            <a:lvl1pPr marL="0" indent="0" defTabSz="914400">
              <a:spcBef>
                <a:spcPts val="0"/>
              </a:spcBef>
              <a:buFont typeface="Wingdings" charset="2"/>
              <a:buNone/>
              <a:defRPr sz="1800">
                <a:solidFill>
                  <a:srgbClr val="F77A3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700" indent="0">
              <a:buNone/>
              <a:defRPr sz="1800">
                <a:solidFill>
                  <a:schemeClr val="accent1"/>
                </a:solidFill>
              </a:defRPr>
            </a:lvl2pPr>
            <a:lvl3pPr>
              <a:defRPr sz="1800">
                <a:solidFill>
                  <a:schemeClr val="accent1"/>
                </a:solidFill>
              </a:defRPr>
            </a:lvl3pPr>
            <a:lvl4pPr>
              <a:defRPr sz="1800">
                <a:solidFill>
                  <a:schemeClr val="accent1"/>
                </a:solidFill>
              </a:defRPr>
            </a:lvl4pPr>
            <a:lvl5pPr>
              <a:defRPr sz="1800">
                <a:solidFill>
                  <a:schemeClr val="accent1"/>
                </a:solidFill>
              </a:defRPr>
            </a:lvl5pPr>
          </a:lstStyle>
          <a:p>
            <a:pPr marL="0" indent="0" defTabSz="914400">
              <a:spcBef>
                <a:spcPts val="0"/>
              </a:spcBef>
              <a:buFont typeface="Wingdings" charset="2"/>
              <a:buNone/>
            </a:pPr>
            <a:r>
              <a:rPr lang="en-US" sz="1800" kern="0">
                <a:solidFill>
                  <a:srgbClr val="F36F2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This is your optional subtitle Try to keep this to two lines of type maximum if used</a:t>
            </a:r>
          </a:p>
        </p:txBody>
      </p:sp>
      <p:pic>
        <p:nvPicPr>
          <p:cNvPr id="14" name="Google Shape;107;p19">
            <a:extLst>
              <a:ext uri="{FF2B5EF4-FFF2-40B4-BE49-F238E27FC236}">
                <a16:creationId xmlns:a16="http://schemas.microsoft.com/office/drawing/2014/main" id="{C078F8D0-7AEA-CF46-89A1-50DB60309410}"/>
              </a:ext>
            </a:extLst>
          </p:cNvPr>
          <p:cNvPicPr/>
          <p:nvPr userDrawn="1"/>
        </p:nvPicPr>
        <p:blipFill>
          <a:blip r:embed="rId2"/>
          <a:stretch/>
        </p:blipFill>
        <p:spPr>
          <a:xfrm>
            <a:off x="-962" y="6362184"/>
            <a:ext cx="12191520" cy="523200"/>
          </a:xfrm>
          <a:prstGeom prst="rect">
            <a:avLst/>
          </a:prstGeom>
          <a:ln w="0">
            <a:noFill/>
          </a:ln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AC244F20-8581-DC4D-85E1-F52AD2B02347}"/>
              </a:ext>
            </a:extLst>
          </p:cNvPr>
          <p:cNvSpPr/>
          <p:nvPr userDrawn="1"/>
        </p:nvSpPr>
        <p:spPr>
          <a:xfrm>
            <a:off x="11547063" y="641909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E19BDB9-AF73-E746-8F38-BABDD5BB1691}"/>
              </a:ext>
            </a:extLst>
          </p:cNvPr>
          <p:cNvSpPr/>
          <p:nvPr userDrawn="1"/>
        </p:nvSpPr>
        <p:spPr>
          <a:xfrm>
            <a:off x="11547063" y="646557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pic>
        <p:nvPicPr>
          <p:cNvPr id="10" name="Google Shape;108;p19">
            <a:extLst>
              <a:ext uri="{FF2B5EF4-FFF2-40B4-BE49-F238E27FC236}">
                <a16:creationId xmlns:a16="http://schemas.microsoft.com/office/drawing/2014/main" id="{561935EC-19A4-7C46-8D18-02367D6B9297}"/>
              </a:ext>
            </a:extLst>
          </p:cNvPr>
          <p:cNvPicPr/>
          <p:nvPr userDrawn="1"/>
        </p:nvPicPr>
        <p:blipFill>
          <a:blip r:embed="rId3" cstate="print"/>
          <a:stretch/>
        </p:blipFill>
        <p:spPr>
          <a:xfrm>
            <a:off x="275460" y="6451464"/>
            <a:ext cx="1264320" cy="344640"/>
          </a:xfrm>
          <a:prstGeom prst="rect">
            <a:avLst/>
          </a:prstGeom>
          <a:ln w="0">
            <a:noFill/>
          </a:ln>
        </p:spPr>
      </p:pic>
      <p:sp>
        <p:nvSpPr>
          <p:cNvPr id="11" name="Google Shape;109;p19">
            <a:extLst>
              <a:ext uri="{FF2B5EF4-FFF2-40B4-BE49-F238E27FC236}">
                <a16:creationId xmlns:a16="http://schemas.microsoft.com/office/drawing/2014/main" id="{1BDDB297-4717-4D4A-A9FF-8E1DA0472F7C}"/>
              </a:ext>
            </a:extLst>
          </p:cNvPr>
          <p:cNvSpPr/>
          <p:nvPr userDrawn="1"/>
        </p:nvSpPr>
        <p:spPr>
          <a:xfrm>
            <a:off x="9281760" y="6541678"/>
            <a:ext cx="1931040" cy="16421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1520">
              <a:lnSpc>
                <a:spcPct val="100000"/>
              </a:lnSpc>
              <a:tabLst>
                <a:tab pos="0" algn="l"/>
              </a:tabLst>
            </a:pPr>
            <a:r>
              <a:rPr lang="en" sz="1067" b="0" u="none" strike="noStrike">
                <a:uFillTx/>
                <a:latin typeface="Calibri"/>
                <a:ea typeface="Calibri"/>
              </a:rPr>
              <a:t>Tavant Confidential</a:t>
            </a:r>
            <a:endParaRPr lang="en-IN" sz="1067" b="0" u="none" strike="noStrike">
              <a:uFillTx/>
              <a:latin typeface="Arial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4006B26-BA4E-E344-81EA-ABF972399762}"/>
              </a:ext>
            </a:extLst>
          </p:cNvPr>
          <p:cNvSpPr txBox="1"/>
          <p:nvPr userDrawn="1"/>
        </p:nvSpPr>
        <p:spPr>
          <a:xfrm>
            <a:off x="11502039" y="6495512"/>
            <a:ext cx="349775" cy="256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954E5BDB-61AA-4049-AE86-82CC72DFC771}" type="slidenum">
              <a:rPr lang="en-US" sz="1067" smtClean="0">
                <a:solidFill>
                  <a:schemeClr val="bg1"/>
                </a:solidFill>
              </a:rPr>
              <a:t>‹#›</a:t>
            </a:fld>
            <a:endParaRPr lang="en-US" sz="1067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243738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67;p14">
            <a:extLst>
              <a:ext uri="{FF2B5EF4-FFF2-40B4-BE49-F238E27FC236}">
                <a16:creationId xmlns:a16="http://schemas.microsoft.com/office/drawing/2014/main" id="{E6A9D285-AC01-0A48-9ED5-D15C52AEEC82}"/>
              </a:ext>
            </a:extLst>
          </p:cNvPr>
          <p:cNvPicPr/>
          <p:nvPr userDrawn="1"/>
        </p:nvPicPr>
        <p:blipFill rotWithShape="1">
          <a:blip r:embed="rId2"/>
          <a:srcRect l="36895" t="4218" r="10891" b="1924"/>
          <a:stretch/>
        </p:blipFill>
        <p:spPr>
          <a:xfrm>
            <a:off x="6847680" y="-27384"/>
            <a:ext cx="5343840" cy="6408712"/>
          </a:xfrm>
          <a:prstGeom prst="rect">
            <a:avLst/>
          </a:prstGeom>
          <a:ln w="0">
            <a:noFill/>
          </a:ln>
        </p:spPr>
      </p:pic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267A270E-5CF5-B446-81CA-84AAFF7D774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0525" y="2000240"/>
            <a:ext cx="5566203" cy="3168650"/>
          </a:xfrm>
        </p:spPr>
        <p:txBody>
          <a:bodyPr lIns="0" tIns="180000" rIns="0" bIns="0"/>
          <a:lstStyle>
            <a:lvl1pPr marL="0" indent="0">
              <a:lnSpc>
                <a:spcPct val="0"/>
              </a:lnSpc>
              <a:spcBef>
                <a:spcPts val="0"/>
              </a:spcBef>
              <a:buNone/>
              <a:defRPr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>
              <a:lnSpc>
                <a:spcPct val="130000"/>
              </a:lnSpc>
              <a:tabLst>
                <a:tab pos="0" algn="l"/>
              </a:tabLst>
            </a:pPr>
            <a:r>
              <a:rPr lang="en" sz="1800">
                <a:solidFill>
                  <a:srgbClr val="222222"/>
                </a:solidFill>
                <a:highlight>
                  <a:srgbClr val="FFFFFF"/>
                </a:highlight>
                <a:latin typeface="Calibri"/>
                <a:ea typeface="Calibri"/>
              </a:rPr>
              <a:t>1. First Talking Point</a:t>
            </a:r>
            <a:endParaRPr lang="en-IN" sz="180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30000"/>
              </a:lnSpc>
              <a:tabLst>
                <a:tab pos="0" algn="l"/>
              </a:tabLst>
            </a:pPr>
            <a:r>
              <a:rPr lang="en" sz="1800">
                <a:solidFill>
                  <a:srgbClr val="222222"/>
                </a:solidFill>
                <a:highlight>
                  <a:srgbClr val="FFFFFF"/>
                </a:highlight>
                <a:latin typeface="Calibri"/>
                <a:ea typeface="Calibri"/>
              </a:rPr>
              <a:t>2. Second Talking Point</a:t>
            </a:r>
            <a:endParaRPr lang="en-IN" sz="180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30000"/>
              </a:lnSpc>
              <a:tabLst>
                <a:tab pos="0" algn="l"/>
              </a:tabLst>
            </a:pPr>
            <a:r>
              <a:rPr lang="en" sz="1800">
                <a:solidFill>
                  <a:srgbClr val="222222"/>
                </a:solidFill>
                <a:highlight>
                  <a:srgbClr val="FFFFFF"/>
                </a:highlight>
                <a:latin typeface="Calibri"/>
                <a:ea typeface="Calibri"/>
              </a:rPr>
              <a:t>3. Third Talking Point</a:t>
            </a:r>
            <a:endParaRPr lang="en-IN" sz="180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30000"/>
              </a:lnSpc>
              <a:tabLst>
                <a:tab pos="0" algn="l"/>
              </a:tabLst>
            </a:pPr>
            <a:r>
              <a:rPr lang="en" sz="1800">
                <a:solidFill>
                  <a:srgbClr val="222222"/>
                </a:solidFill>
                <a:highlight>
                  <a:srgbClr val="FFFFFF"/>
                </a:highlight>
                <a:latin typeface="Calibri"/>
                <a:ea typeface="Calibri"/>
              </a:rPr>
              <a:t>4. Fourth Talking Point</a:t>
            </a:r>
            <a:endParaRPr lang="en-IN" sz="180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30000"/>
              </a:lnSpc>
              <a:tabLst>
                <a:tab pos="0" algn="l"/>
              </a:tabLst>
            </a:pPr>
            <a:r>
              <a:rPr lang="en" sz="1800">
                <a:solidFill>
                  <a:srgbClr val="222222"/>
                </a:solidFill>
                <a:highlight>
                  <a:srgbClr val="FFFFFF"/>
                </a:highlight>
                <a:latin typeface="Calibri"/>
                <a:ea typeface="Calibri"/>
              </a:rPr>
              <a:t>5. Fifth Talking Point</a:t>
            </a:r>
            <a:endParaRPr lang="en-IN" sz="180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30000"/>
              </a:lnSpc>
              <a:tabLst>
                <a:tab pos="0" algn="l"/>
              </a:tabLst>
            </a:pPr>
            <a:r>
              <a:rPr lang="en" sz="1800">
                <a:solidFill>
                  <a:srgbClr val="222222"/>
                </a:solidFill>
                <a:highlight>
                  <a:srgbClr val="FFFFFF"/>
                </a:highlight>
                <a:latin typeface="Calibri"/>
                <a:ea typeface="Calibri"/>
              </a:rPr>
              <a:t>6. Sixth Talking Point</a:t>
            </a:r>
            <a:endParaRPr lang="en-IN" sz="180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691B7F3C-1377-9B4D-AC92-DF000674ED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0240" y="404664"/>
            <a:ext cx="5555053" cy="454826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>
              <a:defRPr sz="1800" b="1">
                <a:solidFill>
                  <a:srgbClr val="F77A3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AGENDA/CONTENT</a:t>
            </a:r>
          </a:p>
        </p:txBody>
      </p:sp>
      <p:pic>
        <p:nvPicPr>
          <p:cNvPr id="8" name="Google Shape;107;p19">
            <a:extLst>
              <a:ext uri="{FF2B5EF4-FFF2-40B4-BE49-F238E27FC236}">
                <a16:creationId xmlns:a16="http://schemas.microsoft.com/office/drawing/2014/main" id="{FC199D98-4CF0-B646-9CD9-D3DD2A0C05FC}"/>
              </a:ext>
            </a:extLst>
          </p:cNvPr>
          <p:cNvPicPr/>
          <p:nvPr userDrawn="1"/>
        </p:nvPicPr>
        <p:blipFill>
          <a:blip r:embed="rId3"/>
          <a:stretch/>
        </p:blipFill>
        <p:spPr>
          <a:xfrm>
            <a:off x="-962" y="6362184"/>
            <a:ext cx="12191520" cy="523200"/>
          </a:xfrm>
          <a:prstGeom prst="rect">
            <a:avLst/>
          </a:prstGeom>
          <a:ln w="0">
            <a:noFill/>
          </a:ln>
        </p:spPr>
      </p:pic>
      <p:pic>
        <p:nvPicPr>
          <p:cNvPr id="9" name="Google Shape;108;p19">
            <a:extLst>
              <a:ext uri="{FF2B5EF4-FFF2-40B4-BE49-F238E27FC236}">
                <a16:creationId xmlns:a16="http://schemas.microsoft.com/office/drawing/2014/main" id="{CB235E1C-4FA0-CA4C-ADD0-D5DCEEE4821E}"/>
              </a:ext>
            </a:extLst>
          </p:cNvPr>
          <p:cNvPicPr/>
          <p:nvPr userDrawn="1"/>
        </p:nvPicPr>
        <p:blipFill>
          <a:blip r:embed="rId4" cstate="print"/>
          <a:stretch/>
        </p:blipFill>
        <p:spPr>
          <a:xfrm>
            <a:off x="389760" y="6451464"/>
            <a:ext cx="1264320" cy="344640"/>
          </a:xfrm>
          <a:prstGeom prst="rect">
            <a:avLst/>
          </a:prstGeom>
          <a:ln w="0">
            <a:noFill/>
          </a:ln>
        </p:spPr>
      </p:pic>
      <p:sp>
        <p:nvSpPr>
          <p:cNvPr id="10" name="Google Shape;109;p19">
            <a:extLst>
              <a:ext uri="{FF2B5EF4-FFF2-40B4-BE49-F238E27FC236}">
                <a16:creationId xmlns:a16="http://schemas.microsoft.com/office/drawing/2014/main" id="{0E9A9147-DE9F-E74D-AA2C-C2867847489F}"/>
              </a:ext>
            </a:extLst>
          </p:cNvPr>
          <p:cNvSpPr/>
          <p:nvPr userDrawn="1"/>
        </p:nvSpPr>
        <p:spPr>
          <a:xfrm>
            <a:off x="9281760" y="6541678"/>
            <a:ext cx="1931040" cy="16421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1520">
              <a:lnSpc>
                <a:spcPct val="100000"/>
              </a:lnSpc>
              <a:tabLst>
                <a:tab pos="0" algn="l"/>
              </a:tabLst>
            </a:pPr>
            <a:r>
              <a:rPr lang="en" sz="1067" b="0" u="none" strike="noStrike">
                <a:uFillTx/>
                <a:latin typeface="Calibri"/>
                <a:ea typeface="Calibri"/>
              </a:rPr>
              <a:t>Tavant Proprietary &amp; Confidential</a:t>
            </a:r>
            <a:endParaRPr lang="en-IN" sz="1067" b="0" u="none" strike="noStrike">
              <a:uFillTx/>
              <a:latin typeface="Arial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856DA17-5906-0C4A-93DE-5642B2A8779A}"/>
              </a:ext>
            </a:extLst>
          </p:cNvPr>
          <p:cNvSpPr/>
          <p:nvPr userDrawn="1"/>
        </p:nvSpPr>
        <p:spPr>
          <a:xfrm>
            <a:off x="11547063" y="641909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8C16F2B-9052-204E-90D6-548DAEE090B1}"/>
              </a:ext>
            </a:extLst>
          </p:cNvPr>
          <p:cNvSpPr/>
          <p:nvPr userDrawn="1"/>
        </p:nvSpPr>
        <p:spPr>
          <a:xfrm>
            <a:off x="11547063" y="646557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582CE5C-F123-F943-8CA5-2DA8DDBE7D6E}"/>
              </a:ext>
            </a:extLst>
          </p:cNvPr>
          <p:cNvSpPr txBox="1"/>
          <p:nvPr userDrawn="1"/>
        </p:nvSpPr>
        <p:spPr>
          <a:xfrm>
            <a:off x="11502039" y="6495512"/>
            <a:ext cx="349775" cy="256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954E5BDB-61AA-4049-AE86-82CC72DFC771}" type="slidenum">
              <a:rPr lang="en-US" sz="1067" smtClean="0">
                <a:solidFill>
                  <a:schemeClr val="bg1"/>
                </a:solidFill>
              </a:rPr>
              <a:t>‹#›</a:t>
            </a:fld>
            <a:endParaRPr lang="en-US" sz="1067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311605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74;p15">
            <a:extLst>
              <a:ext uri="{FF2B5EF4-FFF2-40B4-BE49-F238E27FC236}">
                <a16:creationId xmlns:a16="http://schemas.microsoft.com/office/drawing/2014/main" id="{5C5D8D6D-078A-2146-AA69-A63F6EA27599}"/>
              </a:ext>
            </a:extLst>
          </p:cNvPr>
          <p:cNvPicPr/>
          <p:nvPr userDrawn="1"/>
        </p:nvPicPr>
        <p:blipFill rotWithShape="1">
          <a:blip r:embed="rId2"/>
          <a:srcRect l="51117" t="7968" r="1173" b="191"/>
          <a:stretch/>
        </p:blipFill>
        <p:spPr>
          <a:xfrm>
            <a:off x="6377896" y="49214"/>
            <a:ext cx="5807728" cy="6288276"/>
          </a:xfrm>
          <a:prstGeom prst="rect">
            <a:avLst/>
          </a:prstGeom>
          <a:ln w="0">
            <a:noFill/>
          </a:ln>
        </p:spPr>
      </p:pic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BC504827-5DE1-C243-9569-AA901798D8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1675" y="2547758"/>
            <a:ext cx="3822117" cy="351705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>
              <a:defRPr sz="2400" b="1">
                <a:solidFill>
                  <a:srgbClr val="F77A3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" b="1">
                <a:solidFill>
                  <a:srgbClr val="E97132"/>
                </a:solidFill>
                <a:latin typeface="Calibri"/>
                <a:ea typeface="Calibri"/>
              </a:rPr>
              <a:t>THIS IS YOUR BREAKER SLIDE</a:t>
            </a:r>
            <a:endParaRPr lang="en-IN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094A339C-C731-EF44-AC8B-C7BB3B9DAC0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9760" y="4077071"/>
            <a:ext cx="3278991" cy="1080121"/>
          </a:xfrm>
          <a:prstGeom prst="rect">
            <a:avLst/>
          </a:prstGeom>
        </p:spPr>
        <p:txBody>
          <a:bodyPr lIns="0" anchor="ctr"/>
          <a:lstStyle>
            <a:lvl1pPr marL="0" indent="0">
              <a:spcBef>
                <a:spcPts val="0"/>
              </a:spcBef>
              <a:buNone/>
              <a:defRPr sz="18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700" indent="0">
              <a:buNone/>
              <a:defRPr sz="18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236519" indent="0">
              <a:buNone/>
              <a:defRPr sz="1200"/>
            </a:lvl3pPr>
            <a:lvl4pPr marL="460339" indent="0">
              <a:buNone/>
              <a:defRPr sz="1200"/>
            </a:lvl4pPr>
            <a:lvl5pPr marL="696860" indent="0">
              <a:buNone/>
              <a:defRPr sz="1200"/>
            </a:lvl5pPr>
          </a:lstStyle>
          <a:p>
            <a:pPr>
              <a:lnSpc>
                <a:spcPct val="90000"/>
              </a:lnSpc>
              <a:tabLst>
                <a:tab pos="0" algn="l"/>
              </a:tabLst>
            </a:pPr>
            <a:r>
              <a:rPr lang="en" sz="1800" b="1" u="none" strike="noStrike">
                <a:solidFill>
                  <a:schemeClr val="lt1"/>
                </a:solidFill>
                <a:uFillTx/>
                <a:latin typeface="Calibri"/>
                <a:ea typeface="Calibri"/>
              </a:rPr>
              <a:t>Key Point</a:t>
            </a:r>
            <a:endParaRPr lang="en-IN" sz="18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499"/>
              </a:spcBef>
              <a:tabLst>
                <a:tab pos="0" algn="l"/>
              </a:tabLst>
            </a:pPr>
            <a:r>
              <a:rPr lang="en" sz="1800" b="0" u="none" strike="noStrike">
                <a:solidFill>
                  <a:schemeClr val="lt1"/>
                </a:solidFill>
                <a:uFillTx/>
                <a:latin typeface="Calibri"/>
                <a:ea typeface="Calibri"/>
              </a:rPr>
              <a:t>Second level</a:t>
            </a:r>
            <a:endParaRPr lang="en-IN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2" name="Google Shape;107;p19">
            <a:extLst>
              <a:ext uri="{FF2B5EF4-FFF2-40B4-BE49-F238E27FC236}">
                <a16:creationId xmlns:a16="http://schemas.microsoft.com/office/drawing/2014/main" id="{60C88397-B710-6449-A835-53186FA0E8E7}"/>
              </a:ext>
            </a:extLst>
          </p:cNvPr>
          <p:cNvPicPr/>
          <p:nvPr userDrawn="1"/>
        </p:nvPicPr>
        <p:blipFill>
          <a:blip r:embed="rId3"/>
          <a:stretch/>
        </p:blipFill>
        <p:spPr>
          <a:xfrm>
            <a:off x="-962" y="6362184"/>
            <a:ext cx="12191520" cy="523200"/>
          </a:xfrm>
          <a:prstGeom prst="rect">
            <a:avLst/>
          </a:prstGeom>
          <a:ln w="0">
            <a:noFill/>
          </a:ln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C7580CC4-164C-D146-87F3-967848DBDD73}"/>
              </a:ext>
            </a:extLst>
          </p:cNvPr>
          <p:cNvSpPr/>
          <p:nvPr userDrawn="1"/>
        </p:nvSpPr>
        <p:spPr>
          <a:xfrm>
            <a:off x="11547063" y="641909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26E95E5-034E-4E49-A2DB-A237066EF51A}"/>
              </a:ext>
            </a:extLst>
          </p:cNvPr>
          <p:cNvSpPr/>
          <p:nvPr userDrawn="1"/>
        </p:nvSpPr>
        <p:spPr>
          <a:xfrm>
            <a:off x="11547063" y="646557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pic>
        <p:nvPicPr>
          <p:cNvPr id="18" name="Google Shape;108;p19">
            <a:extLst>
              <a:ext uri="{FF2B5EF4-FFF2-40B4-BE49-F238E27FC236}">
                <a16:creationId xmlns:a16="http://schemas.microsoft.com/office/drawing/2014/main" id="{C417E100-CA2C-564E-975A-811D57EF1697}"/>
              </a:ext>
            </a:extLst>
          </p:cNvPr>
          <p:cNvPicPr/>
          <p:nvPr userDrawn="1"/>
        </p:nvPicPr>
        <p:blipFill>
          <a:blip r:embed="rId4" cstate="print"/>
          <a:stretch/>
        </p:blipFill>
        <p:spPr>
          <a:xfrm>
            <a:off x="389760" y="6451464"/>
            <a:ext cx="1264320" cy="344640"/>
          </a:xfrm>
          <a:prstGeom prst="rect">
            <a:avLst/>
          </a:prstGeom>
          <a:ln w="0">
            <a:noFill/>
          </a:ln>
        </p:spPr>
      </p:pic>
      <p:sp>
        <p:nvSpPr>
          <p:cNvPr id="19" name="Google Shape;109;p19">
            <a:extLst>
              <a:ext uri="{FF2B5EF4-FFF2-40B4-BE49-F238E27FC236}">
                <a16:creationId xmlns:a16="http://schemas.microsoft.com/office/drawing/2014/main" id="{69E40EF9-DB30-6140-8E9F-9C8B602AE4F7}"/>
              </a:ext>
            </a:extLst>
          </p:cNvPr>
          <p:cNvSpPr/>
          <p:nvPr userDrawn="1"/>
        </p:nvSpPr>
        <p:spPr>
          <a:xfrm>
            <a:off x="9281760" y="6541678"/>
            <a:ext cx="1931040" cy="16421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1520">
              <a:lnSpc>
                <a:spcPct val="100000"/>
              </a:lnSpc>
              <a:tabLst>
                <a:tab pos="0" algn="l"/>
              </a:tabLst>
            </a:pPr>
            <a:r>
              <a:rPr lang="en" sz="1067" b="0" u="none" strike="noStrike">
                <a:uFillTx/>
                <a:latin typeface="Calibri"/>
                <a:ea typeface="Calibri"/>
              </a:rPr>
              <a:t>Tavant Proprietary &amp; Confidential</a:t>
            </a:r>
            <a:endParaRPr lang="en-IN" sz="1067" b="0" u="none" strike="noStrike">
              <a:uFillTx/>
              <a:latin typeface="Arial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CD5D0E8-40D8-854A-8D14-EB412DF3A66C}"/>
              </a:ext>
            </a:extLst>
          </p:cNvPr>
          <p:cNvSpPr txBox="1"/>
          <p:nvPr userDrawn="1"/>
        </p:nvSpPr>
        <p:spPr>
          <a:xfrm>
            <a:off x="11502039" y="6495512"/>
            <a:ext cx="349775" cy="256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954E5BDB-61AA-4049-AE86-82CC72DFC771}" type="slidenum">
              <a:rPr lang="en-US" sz="1067" smtClean="0">
                <a:solidFill>
                  <a:schemeClr val="bg1"/>
                </a:solidFill>
              </a:rPr>
              <a:t>‹#›</a:t>
            </a:fld>
            <a:endParaRPr lang="en-US" sz="1067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872713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83;p16">
            <a:extLst>
              <a:ext uri="{FF2B5EF4-FFF2-40B4-BE49-F238E27FC236}">
                <a16:creationId xmlns:a16="http://schemas.microsoft.com/office/drawing/2014/main" id="{B381CFA4-4653-A944-B576-D620472C2E58}"/>
              </a:ext>
            </a:extLst>
          </p:cNvPr>
          <p:cNvPicPr/>
          <p:nvPr userDrawn="1"/>
        </p:nvPicPr>
        <p:blipFill rotWithShape="1">
          <a:blip r:embed="rId2"/>
          <a:srcRect l="30311" t="8369" r="-25" b="-4"/>
          <a:stretch/>
        </p:blipFill>
        <p:spPr>
          <a:xfrm>
            <a:off x="3708087" y="44624"/>
            <a:ext cx="8499265" cy="6284044"/>
          </a:xfrm>
          <a:prstGeom prst="rect">
            <a:avLst/>
          </a:prstGeom>
          <a:ln w="0">
            <a:noFill/>
          </a:ln>
        </p:spPr>
      </p:pic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65EB5FE7-CCB9-C44F-B74B-E6046D6462F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9760" y="4077071"/>
            <a:ext cx="3278991" cy="1080121"/>
          </a:xfrm>
          <a:prstGeom prst="rect">
            <a:avLst/>
          </a:prstGeom>
        </p:spPr>
        <p:txBody>
          <a:bodyPr lIns="0" anchor="ctr"/>
          <a:lstStyle>
            <a:lvl1pPr marL="0" indent="0">
              <a:spcBef>
                <a:spcPts val="0"/>
              </a:spcBef>
              <a:buNone/>
              <a:defRPr sz="18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700" indent="0">
              <a:buNone/>
              <a:defRPr sz="18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236519" indent="0">
              <a:buNone/>
              <a:defRPr sz="1200"/>
            </a:lvl3pPr>
            <a:lvl4pPr marL="460339" indent="0">
              <a:buNone/>
              <a:defRPr sz="1200"/>
            </a:lvl4pPr>
            <a:lvl5pPr marL="696860" indent="0">
              <a:buNone/>
              <a:defRPr sz="1200"/>
            </a:lvl5pPr>
          </a:lstStyle>
          <a:p>
            <a:pPr>
              <a:lnSpc>
                <a:spcPct val="90000"/>
              </a:lnSpc>
              <a:tabLst>
                <a:tab pos="0" algn="l"/>
              </a:tabLst>
            </a:pPr>
            <a:r>
              <a:rPr lang="en" sz="1800" b="1" u="none" strike="noStrike">
                <a:solidFill>
                  <a:schemeClr val="lt1"/>
                </a:solidFill>
                <a:uFillTx/>
                <a:latin typeface="Calibri"/>
                <a:ea typeface="Calibri"/>
              </a:rPr>
              <a:t>Key Point</a:t>
            </a:r>
            <a:endParaRPr lang="en-IN" sz="18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499"/>
              </a:spcBef>
              <a:tabLst>
                <a:tab pos="0" algn="l"/>
              </a:tabLst>
            </a:pPr>
            <a:r>
              <a:rPr lang="en" sz="1800" b="0" u="none" strike="noStrike">
                <a:solidFill>
                  <a:schemeClr val="lt1"/>
                </a:solidFill>
                <a:uFillTx/>
                <a:latin typeface="Calibri"/>
                <a:ea typeface="Calibri"/>
              </a:rPr>
              <a:t>Second level</a:t>
            </a:r>
            <a:endParaRPr lang="en-IN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B1C49B2D-1F06-6446-9E44-A5B8EB350A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1675" y="2547758"/>
            <a:ext cx="3822117" cy="351705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>
              <a:defRPr sz="2400" b="1">
                <a:solidFill>
                  <a:srgbClr val="F77A3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" b="1">
                <a:solidFill>
                  <a:srgbClr val="E97132"/>
                </a:solidFill>
                <a:latin typeface="Calibri"/>
                <a:ea typeface="Calibri"/>
              </a:rPr>
              <a:t>THIS IS YOUR BREAKER SLIDE</a:t>
            </a:r>
            <a:endParaRPr lang="en-IN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" name="Google Shape;107;p19">
            <a:extLst>
              <a:ext uri="{FF2B5EF4-FFF2-40B4-BE49-F238E27FC236}">
                <a16:creationId xmlns:a16="http://schemas.microsoft.com/office/drawing/2014/main" id="{AB6DCF16-E5E8-9A44-972A-09C2C3281563}"/>
              </a:ext>
            </a:extLst>
          </p:cNvPr>
          <p:cNvPicPr/>
          <p:nvPr userDrawn="1"/>
        </p:nvPicPr>
        <p:blipFill>
          <a:blip r:embed="rId3"/>
          <a:stretch/>
        </p:blipFill>
        <p:spPr>
          <a:xfrm>
            <a:off x="-962" y="6362184"/>
            <a:ext cx="12191520" cy="523200"/>
          </a:xfrm>
          <a:prstGeom prst="rect">
            <a:avLst/>
          </a:prstGeom>
          <a:ln w="0">
            <a:noFill/>
          </a:ln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BC535D3A-CF20-774F-B198-D96775085F64}"/>
              </a:ext>
            </a:extLst>
          </p:cNvPr>
          <p:cNvSpPr/>
          <p:nvPr userDrawn="1"/>
        </p:nvSpPr>
        <p:spPr>
          <a:xfrm>
            <a:off x="11547063" y="641909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DE695A4-0722-884A-9867-163EB04712C5}"/>
              </a:ext>
            </a:extLst>
          </p:cNvPr>
          <p:cNvSpPr/>
          <p:nvPr userDrawn="1"/>
        </p:nvSpPr>
        <p:spPr>
          <a:xfrm>
            <a:off x="11547063" y="646557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pic>
        <p:nvPicPr>
          <p:cNvPr id="16" name="Google Shape;108;p19">
            <a:extLst>
              <a:ext uri="{FF2B5EF4-FFF2-40B4-BE49-F238E27FC236}">
                <a16:creationId xmlns:a16="http://schemas.microsoft.com/office/drawing/2014/main" id="{507B4404-D040-3648-B057-C7BE4CF7C06B}"/>
              </a:ext>
            </a:extLst>
          </p:cNvPr>
          <p:cNvPicPr/>
          <p:nvPr userDrawn="1"/>
        </p:nvPicPr>
        <p:blipFill>
          <a:blip r:embed="rId4" cstate="print"/>
          <a:stretch/>
        </p:blipFill>
        <p:spPr>
          <a:xfrm>
            <a:off x="389760" y="6451464"/>
            <a:ext cx="1264320" cy="344640"/>
          </a:xfrm>
          <a:prstGeom prst="rect">
            <a:avLst/>
          </a:prstGeom>
          <a:ln w="0">
            <a:noFill/>
          </a:ln>
        </p:spPr>
      </p:pic>
      <p:sp>
        <p:nvSpPr>
          <p:cNvPr id="17" name="Google Shape;109;p19">
            <a:extLst>
              <a:ext uri="{FF2B5EF4-FFF2-40B4-BE49-F238E27FC236}">
                <a16:creationId xmlns:a16="http://schemas.microsoft.com/office/drawing/2014/main" id="{6DF6A2E1-5B04-4B41-975E-0DEBB7A15DCD}"/>
              </a:ext>
            </a:extLst>
          </p:cNvPr>
          <p:cNvSpPr/>
          <p:nvPr userDrawn="1"/>
        </p:nvSpPr>
        <p:spPr>
          <a:xfrm>
            <a:off x="9281760" y="6541678"/>
            <a:ext cx="1931040" cy="16421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1520">
              <a:lnSpc>
                <a:spcPct val="100000"/>
              </a:lnSpc>
              <a:tabLst>
                <a:tab pos="0" algn="l"/>
              </a:tabLst>
            </a:pPr>
            <a:r>
              <a:rPr lang="en" sz="1067" b="0" u="none" strike="noStrike">
                <a:uFillTx/>
                <a:latin typeface="Calibri"/>
                <a:ea typeface="Calibri"/>
              </a:rPr>
              <a:t>Tavant Proprietary &amp; Confidential</a:t>
            </a:r>
            <a:endParaRPr lang="en-IN" sz="1067" b="0" u="none" strike="noStrike">
              <a:uFillTx/>
              <a:latin typeface="Arial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F84BF60-351B-2849-8434-CF84E3B9FAE6}"/>
              </a:ext>
            </a:extLst>
          </p:cNvPr>
          <p:cNvSpPr txBox="1"/>
          <p:nvPr userDrawn="1"/>
        </p:nvSpPr>
        <p:spPr>
          <a:xfrm>
            <a:off x="11502039" y="6495512"/>
            <a:ext cx="349775" cy="256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954E5BDB-61AA-4049-AE86-82CC72DFC771}" type="slidenum">
              <a:rPr lang="en-US" sz="1067" smtClean="0">
                <a:solidFill>
                  <a:schemeClr val="bg1"/>
                </a:solidFill>
              </a:rPr>
              <a:t>‹#›</a:t>
            </a:fld>
            <a:endParaRPr lang="en-US" sz="1067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018829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91;p17">
            <a:extLst>
              <a:ext uri="{FF2B5EF4-FFF2-40B4-BE49-F238E27FC236}">
                <a16:creationId xmlns:a16="http://schemas.microsoft.com/office/drawing/2014/main" id="{35D49C55-7167-304C-AD2C-70FEB5FAACAA}"/>
              </a:ext>
            </a:extLst>
          </p:cNvPr>
          <p:cNvPicPr/>
          <p:nvPr userDrawn="1"/>
        </p:nvPicPr>
        <p:blipFill rotWithShape="1">
          <a:blip r:embed="rId2"/>
          <a:srcRect l="47635" t="1" b="7998"/>
          <a:stretch/>
        </p:blipFill>
        <p:spPr>
          <a:xfrm>
            <a:off x="5807968" y="25839"/>
            <a:ext cx="6384032" cy="6309320"/>
          </a:xfrm>
          <a:prstGeom prst="rect">
            <a:avLst/>
          </a:prstGeom>
          <a:ln w="0">
            <a:noFill/>
          </a:ln>
        </p:spPr>
      </p:pic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77D5A4B9-A9C5-FA43-99FC-A7B6A4B2D40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9760" y="4077071"/>
            <a:ext cx="3278991" cy="1080121"/>
          </a:xfrm>
          <a:prstGeom prst="rect">
            <a:avLst/>
          </a:prstGeom>
        </p:spPr>
        <p:txBody>
          <a:bodyPr lIns="0" anchor="ctr"/>
          <a:lstStyle>
            <a:lvl1pPr marL="0" indent="0">
              <a:spcBef>
                <a:spcPts val="0"/>
              </a:spcBef>
              <a:buNone/>
              <a:defRPr sz="18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700" indent="0">
              <a:buNone/>
              <a:defRPr sz="18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236519" indent="0">
              <a:buNone/>
              <a:defRPr sz="1200"/>
            </a:lvl3pPr>
            <a:lvl4pPr marL="460339" indent="0">
              <a:buNone/>
              <a:defRPr sz="1200"/>
            </a:lvl4pPr>
            <a:lvl5pPr marL="696860" indent="0">
              <a:buNone/>
              <a:defRPr sz="1200"/>
            </a:lvl5pPr>
          </a:lstStyle>
          <a:p>
            <a:pPr>
              <a:lnSpc>
                <a:spcPct val="90000"/>
              </a:lnSpc>
              <a:tabLst>
                <a:tab pos="0" algn="l"/>
              </a:tabLst>
            </a:pPr>
            <a:r>
              <a:rPr lang="en" sz="1800" b="1" u="none" strike="noStrike">
                <a:solidFill>
                  <a:schemeClr val="lt1"/>
                </a:solidFill>
                <a:uFillTx/>
                <a:latin typeface="Calibri"/>
                <a:ea typeface="Calibri"/>
              </a:rPr>
              <a:t>Key Point</a:t>
            </a:r>
            <a:endParaRPr lang="en-IN" sz="18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499"/>
              </a:spcBef>
              <a:tabLst>
                <a:tab pos="0" algn="l"/>
              </a:tabLst>
            </a:pPr>
            <a:r>
              <a:rPr lang="en" sz="1800" b="0" u="none" strike="noStrike">
                <a:solidFill>
                  <a:schemeClr val="lt1"/>
                </a:solidFill>
                <a:uFillTx/>
                <a:latin typeface="Calibri"/>
                <a:ea typeface="Calibri"/>
              </a:rPr>
              <a:t>Second level</a:t>
            </a:r>
            <a:endParaRPr lang="en-IN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C67D9DB5-F0AB-6F4F-A719-4311558201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1675" y="2547758"/>
            <a:ext cx="3822117" cy="351705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>
              <a:defRPr sz="2400" b="1">
                <a:solidFill>
                  <a:srgbClr val="F77A3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" b="1">
                <a:solidFill>
                  <a:srgbClr val="E97132"/>
                </a:solidFill>
                <a:latin typeface="Calibri"/>
                <a:ea typeface="Calibri"/>
              </a:rPr>
              <a:t>THIS IS YOUR BREAKER SLIDE</a:t>
            </a:r>
            <a:endParaRPr lang="en-IN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" name="Google Shape;107;p19">
            <a:extLst>
              <a:ext uri="{FF2B5EF4-FFF2-40B4-BE49-F238E27FC236}">
                <a16:creationId xmlns:a16="http://schemas.microsoft.com/office/drawing/2014/main" id="{944BFAD9-2334-1346-B888-5F696A807799}"/>
              </a:ext>
            </a:extLst>
          </p:cNvPr>
          <p:cNvPicPr/>
          <p:nvPr userDrawn="1"/>
        </p:nvPicPr>
        <p:blipFill>
          <a:blip r:embed="rId3"/>
          <a:stretch/>
        </p:blipFill>
        <p:spPr>
          <a:xfrm>
            <a:off x="-962" y="6362184"/>
            <a:ext cx="12191520" cy="523200"/>
          </a:xfrm>
          <a:prstGeom prst="rect">
            <a:avLst/>
          </a:prstGeom>
          <a:ln w="0">
            <a:noFill/>
          </a:ln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2099A479-AEC7-F644-9220-522FC7942D9B}"/>
              </a:ext>
            </a:extLst>
          </p:cNvPr>
          <p:cNvSpPr/>
          <p:nvPr userDrawn="1"/>
        </p:nvSpPr>
        <p:spPr>
          <a:xfrm>
            <a:off x="11547063" y="641909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FB20322-E558-5E43-B90C-AEF722D49614}"/>
              </a:ext>
            </a:extLst>
          </p:cNvPr>
          <p:cNvSpPr/>
          <p:nvPr userDrawn="1"/>
        </p:nvSpPr>
        <p:spPr>
          <a:xfrm>
            <a:off x="11547063" y="646557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pic>
        <p:nvPicPr>
          <p:cNvPr id="11" name="Google Shape;108;p19">
            <a:extLst>
              <a:ext uri="{FF2B5EF4-FFF2-40B4-BE49-F238E27FC236}">
                <a16:creationId xmlns:a16="http://schemas.microsoft.com/office/drawing/2014/main" id="{1B7FDA51-D872-0B43-98E5-4F594F52EE32}"/>
              </a:ext>
            </a:extLst>
          </p:cNvPr>
          <p:cNvPicPr/>
          <p:nvPr userDrawn="1"/>
        </p:nvPicPr>
        <p:blipFill>
          <a:blip r:embed="rId4" cstate="print"/>
          <a:stretch/>
        </p:blipFill>
        <p:spPr>
          <a:xfrm>
            <a:off x="389760" y="6451464"/>
            <a:ext cx="1264320" cy="344640"/>
          </a:xfrm>
          <a:prstGeom prst="rect">
            <a:avLst/>
          </a:prstGeom>
          <a:ln w="0">
            <a:noFill/>
          </a:ln>
        </p:spPr>
      </p:pic>
      <p:sp>
        <p:nvSpPr>
          <p:cNvPr id="16" name="Google Shape;109;p19">
            <a:extLst>
              <a:ext uri="{FF2B5EF4-FFF2-40B4-BE49-F238E27FC236}">
                <a16:creationId xmlns:a16="http://schemas.microsoft.com/office/drawing/2014/main" id="{681AABB5-954B-414C-BF9F-30D40FA3C916}"/>
              </a:ext>
            </a:extLst>
          </p:cNvPr>
          <p:cNvSpPr/>
          <p:nvPr userDrawn="1"/>
        </p:nvSpPr>
        <p:spPr>
          <a:xfrm>
            <a:off x="9281760" y="6541678"/>
            <a:ext cx="1931040" cy="16421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1520">
              <a:lnSpc>
                <a:spcPct val="100000"/>
              </a:lnSpc>
              <a:tabLst>
                <a:tab pos="0" algn="l"/>
              </a:tabLst>
            </a:pPr>
            <a:r>
              <a:rPr lang="en" sz="1067" b="0" u="none" strike="noStrike">
                <a:uFillTx/>
                <a:latin typeface="Calibri"/>
                <a:ea typeface="Calibri"/>
              </a:rPr>
              <a:t>Tavant Proprietary &amp; Confidential</a:t>
            </a:r>
            <a:endParaRPr lang="en-IN" sz="1067" b="0" u="none" strike="noStrike">
              <a:uFillTx/>
              <a:latin typeface="Arial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CB00C47-20BD-6340-A196-D14A89156B6D}"/>
              </a:ext>
            </a:extLst>
          </p:cNvPr>
          <p:cNvSpPr txBox="1"/>
          <p:nvPr userDrawn="1"/>
        </p:nvSpPr>
        <p:spPr>
          <a:xfrm>
            <a:off x="11502039" y="6495512"/>
            <a:ext cx="349775" cy="256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954E5BDB-61AA-4049-AE86-82CC72DFC771}" type="slidenum">
              <a:rPr lang="en-US" sz="1067" smtClean="0">
                <a:solidFill>
                  <a:schemeClr val="bg1"/>
                </a:solidFill>
              </a:rPr>
              <a:t>‹#›</a:t>
            </a:fld>
            <a:endParaRPr lang="en-US" sz="1067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442810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99;p18">
            <a:extLst>
              <a:ext uri="{FF2B5EF4-FFF2-40B4-BE49-F238E27FC236}">
                <a16:creationId xmlns:a16="http://schemas.microsoft.com/office/drawing/2014/main" id="{AE8165D1-6A41-0745-93BC-280B1045F69A}"/>
              </a:ext>
            </a:extLst>
          </p:cNvPr>
          <p:cNvPicPr/>
          <p:nvPr userDrawn="1"/>
        </p:nvPicPr>
        <p:blipFill rotWithShape="1">
          <a:blip r:embed="rId2"/>
          <a:srcRect l="37401" t="400" b="7598"/>
          <a:stretch/>
        </p:blipFill>
        <p:spPr>
          <a:xfrm>
            <a:off x="4559829" y="44624"/>
            <a:ext cx="7631691" cy="6309320"/>
          </a:xfrm>
          <a:prstGeom prst="rect">
            <a:avLst/>
          </a:prstGeom>
          <a:ln w="0">
            <a:noFill/>
          </a:ln>
        </p:spPr>
      </p:pic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56538A60-E6F3-9143-8645-0D9AA5BA989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9760" y="4077071"/>
            <a:ext cx="3278991" cy="1080121"/>
          </a:xfrm>
          <a:prstGeom prst="rect">
            <a:avLst/>
          </a:prstGeom>
        </p:spPr>
        <p:txBody>
          <a:bodyPr lIns="0" anchor="ctr"/>
          <a:lstStyle>
            <a:lvl1pPr marL="0" indent="0">
              <a:spcBef>
                <a:spcPts val="0"/>
              </a:spcBef>
              <a:buNone/>
              <a:defRPr sz="18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700" indent="0">
              <a:buNone/>
              <a:defRPr sz="18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236519" indent="0">
              <a:buNone/>
              <a:defRPr sz="1200"/>
            </a:lvl3pPr>
            <a:lvl4pPr marL="460339" indent="0">
              <a:buNone/>
              <a:defRPr sz="1200"/>
            </a:lvl4pPr>
            <a:lvl5pPr marL="696860" indent="0">
              <a:buNone/>
              <a:defRPr sz="1200"/>
            </a:lvl5pPr>
          </a:lstStyle>
          <a:p>
            <a:pPr>
              <a:lnSpc>
                <a:spcPct val="90000"/>
              </a:lnSpc>
              <a:tabLst>
                <a:tab pos="0" algn="l"/>
              </a:tabLst>
            </a:pPr>
            <a:r>
              <a:rPr lang="en" sz="1800" b="1" u="none" strike="noStrike">
                <a:solidFill>
                  <a:schemeClr val="lt1"/>
                </a:solidFill>
                <a:uFillTx/>
                <a:latin typeface="Calibri"/>
                <a:ea typeface="Calibri"/>
              </a:rPr>
              <a:t>Key Point</a:t>
            </a:r>
            <a:endParaRPr lang="en-IN" sz="18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499"/>
              </a:spcBef>
              <a:tabLst>
                <a:tab pos="0" algn="l"/>
              </a:tabLst>
            </a:pPr>
            <a:r>
              <a:rPr lang="en" sz="1800" b="0" u="none" strike="noStrike">
                <a:solidFill>
                  <a:schemeClr val="lt1"/>
                </a:solidFill>
                <a:uFillTx/>
                <a:latin typeface="Calibri"/>
                <a:ea typeface="Calibri"/>
              </a:rPr>
              <a:t>Second level</a:t>
            </a:r>
            <a:endParaRPr lang="en-IN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66B66383-C930-684D-8D09-57FA97B15F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1675" y="2547758"/>
            <a:ext cx="3822117" cy="351705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>
              <a:defRPr sz="2400" b="1">
                <a:solidFill>
                  <a:srgbClr val="F77A3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" b="1">
                <a:solidFill>
                  <a:srgbClr val="E97132"/>
                </a:solidFill>
                <a:latin typeface="Calibri"/>
                <a:ea typeface="Calibri"/>
              </a:rPr>
              <a:t>THIS IS YOUR BREAKER SLIDE</a:t>
            </a:r>
            <a:endParaRPr lang="en-IN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" name="Google Shape;107;p19">
            <a:extLst>
              <a:ext uri="{FF2B5EF4-FFF2-40B4-BE49-F238E27FC236}">
                <a16:creationId xmlns:a16="http://schemas.microsoft.com/office/drawing/2014/main" id="{70ED10F0-4513-E64B-A8D3-82356BB9DB24}"/>
              </a:ext>
            </a:extLst>
          </p:cNvPr>
          <p:cNvPicPr/>
          <p:nvPr userDrawn="1"/>
        </p:nvPicPr>
        <p:blipFill>
          <a:blip r:embed="rId3"/>
          <a:stretch/>
        </p:blipFill>
        <p:spPr>
          <a:xfrm>
            <a:off x="-962" y="6362184"/>
            <a:ext cx="12191520" cy="523200"/>
          </a:xfrm>
          <a:prstGeom prst="rect">
            <a:avLst/>
          </a:prstGeom>
          <a:ln w="0">
            <a:noFill/>
          </a:ln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8A9CCFE3-A867-0449-968B-656FFD43921B}"/>
              </a:ext>
            </a:extLst>
          </p:cNvPr>
          <p:cNvSpPr/>
          <p:nvPr userDrawn="1"/>
        </p:nvSpPr>
        <p:spPr>
          <a:xfrm>
            <a:off x="11547063" y="641909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1BB572C-6C47-0847-AF2E-EC37CFA7A30C}"/>
              </a:ext>
            </a:extLst>
          </p:cNvPr>
          <p:cNvSpPr/>
          <p:nvPr userDrawn="1"/>
        </p:nvSpPr>
        <p:spPr>
          <a:xfrm>
            <a:off x="11547063" y="646557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pic>
        <p:nvPicPr>
          <p:cNvPr id="16" name="Google Shape;108;p19">
            <a:extLst>
              <a:ext uri="{FF2B5EF4-FFF2-40B4-BE49-F238E27FC236}">
                <a16:creationId xmlns:a16="http://schemas.microsoft.com/office/drawing/2014/main" id="{9106C6C9-E867-314A-87F9-CFDFCD5DC70D}"/>
              </a:ext>
            </a:extLst>
          </p:cNvPr>
          <p:cNvPicPr/>
          <p:nvPr userDrawn="1"/>
        </p:nvPicPr>
        <p:blipFill>
          <a:blip r:embed="rId4" cstate="print"/>
          <a:stretch/>
        </p:blipFill>
        <p:spPr>
          <a:xfrm>
            <a:off x="389760" y="6451464"/>
            <a:ext cx="1264320" cy="344640"/>
          </a:xfrm>
          <a:prstGeom prst="rect">
            <a:avLst/>
          </a:prstGeom>
          <a:ln w="0">
            <a:noFill/>
          </a:ln>
        </p:spPr>
      </p:pic>
      <p:sp>
        <p:nvSpPr>
          <p:cNvPr id="17" name="Google Shape;109;p19">
            <a:extLst>
              <a:ext uri="{FF2B5EF4-FFF2-40B4-BE49-F238E27FC236}">
                <a16:creationId xmlns:a16="http://schemas.microsoft.com/office/drawing/2014/main" id="{23FE4224-B05B-4F4B-9ED8-B5C68EDA60F5}"/>
              </a:ext>
            </a:extLst>
          </p:cNvPr>
          <p:cNvSpPr/>
          <p:nvPr userDrawn="1"/>
        </p:nvSpPr>
        <p:spPr>
          <a:xfrm>
            <a:off x="9281760" y="6541678"/>
            <a:ext cx="1931040" cy="16421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1520">
              <a:lnSpc>
                <a:spcPct val="100000"/>
              </a:lnSpc>
              <a:tabLst>
                <a:tab pos="0" algn="l"/>
              </a:tabLst>
            </a:pPr>
            <a:r>
              <a:rPr lang="en" sz="1067" b="0" u="none" strike="noStrike">
                <a:uFillTx/>
                <a:latin typeface="Calibri"/>
                <a:ea typeface="Calibri"/>
              </a:rPr>
              <a:t>Tavant Proprietary &amp; Confidential</a:t>
            </a:r>
            <a:endParaRPr lang="en-IN" sz="1067" b="0" u="none" strike="noStrike">
              <a:uFillTx/>
              <a:latin typeface="Arial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F73A18E-4D1B-3E40-87C2-1D7900A2BDB8}"/>
              </a:ext>
            </a:extLst>
          </p:cNvPr>
          <p:cNvSpPr txBox="1"/>
          <p:nvPr userDrawn="1"/>
        </p:nvSpPr>
        <p:spPr>
          <a:xfrm>
            <a:off x="11502039" y="6495512"/>
            <a:ext cx="349775" cy="256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954E5BDB-61AA-4049-AE86-82CC72DFC771}" type="slidenum">
              <a:rPr lang="en-US" sz="1067" smtClean="0">
                <a:solidFill>
                  <a:schemeClr val="bg1"/>
                </a:solidFill>
              </a:rPr>
              <a:t>‹#›</a:t>
            </a:fld>
            <a:endParaRPr lang="en-US" sz="1067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966693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07;p19">
            <a:extLst>
              <a:ext uri="{FF2B5EF4-FFF2-40B4-BE49-F238E27FC236}">
                <a16:creationId xmlns:a16="http://schemas.microsoft.com/office/drawing/2014/main" id="{590273C4-A7C7-5C43-8E4B-7274AF5C683F}"/>
              </a:ext>
            </a:extLst>
          </p:cNvPr>
          <p:cNvPicPr/>
          <p:nvPr userDrawn="1"/>
        </p:nvPicPr>
        <p:blipFill>
          <a:blip r:embed="rId2"/>
          <a:stretch/>
        </p:blipFill>
        <p:spPr>
          <a:xfrm>
            <a:off x="-962" y="6362184"/>
            <a:ext cx="12191520" cy="523200"/>
          </a:xfrm>
          <a:prstGeom prst="rect">
            <a:avLst/>
          </a:prstGeom>
          <a:ln w="0">
            <a:noFill/>
          </a:ln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71ECD694-DABE-E540-8A67-8F64AAAE13E7}"/>
              </a:ext>
            </a:extLst>
          </p:cNvPr>
          <p:cNvSpPr/>
          <p:nvPr userDrawn="1"/>
        </p:nvSpPr>
        <p:spPr>
          <a:xfrm>
            <a:off x="11547063" y="641909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20B6963-86FF-6248-AC98-1F8DD2EA8768}"/>
              </a:ext>
            </a:extLst>
          </p:cNvPr>
          <p:cNvSpPr/>
          <p:nvPr userDrawn="1"/>
        </p:nvSpPr>
        <p:spPr>
          <a:xfrm>
            <a:off x="11547063" y="646557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pic>
        <p:nvPicPr>
          <p:cNvPr id="8" name="Google Shape;108;p19">
            <a:extLst>
              <a:ext uri="{FF2B5EF4-FFF2-40B4-BE49-F238E27FC236}">
                <a16:creationId xmlns:a16="http://schemas.microsoft.com/office/drawing/2014/main" id="{91D1D0F1-7FC9-F742-A64E-2D732BF64EBF}"/>
              </a:ext>
            </a:extLst>
          </p:cNvPr>
          <p:cNvPicPr/>
          <p:nvPr userDrawn="1"/>
        </p:nvPicPr>
        <p:blipFill>
          <a:blip r:embed="rId3" cstate="print"/>
          <a:stretch/>
        </p:blipFill>
        <p:spPr>
          <a:xfrm>
            <a:off x="389760" y="6451464"/>
            <a:ext cx="1264320" cy="344640"/>
          </a:xfrm>
          <a:prstGeom prst="rect">
            <a:avLst/>
          </a:prstGeom>
          <a:ln w="0">
            <a:noFill/>
          </a:ln>
        </p:spPr>
      </p:pic>
      <p:sp>
        <p:nvSpPr>
          <p:cNvPr id="9" name="Google Shape;109;p19">
            <a:extLst>
              <a:ext uri="{FF2B5EF4-FFF2-40B4-BE49-F238E27FC236}">
                <a16:creationId xmlns:a16="http://schemas.microsoft.com/office/drawing/2014/main" id="{8F73B142-BAE4-884D-ACF4-BBCAD2EE4608}"/>
              </a:ext>
            </a:extLst>
          </p:cNvPr>
          <p:cNvSpPr/>
          <p:nvPr userDrawn="1"/>
        </p:nvSpPr>
        <p:spPr>
          <a:xfrm>
            <a:off x="9281760" y="6541678"/>
            <a:ext cx="1931040" cy="16421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1520">
              <a:lnSpc>
                <a:spcPct val="100000"/>
              </a:lnSpc>
              <a:tabLst>
                <a:tab pos="0" algn="l"/>
              </a:tabLst>
            </a:pPr>
            <a:r>
              <a:rPr lang="en" sz="1067" b="0" u="none" strike="noStrike">
                <a:uFillTx/>
                <a:latin typeface="Calibri"/>
                <a:ea typeface="Calibri"/>
              </a:rPr>
              <a:t>Tavant Proprietary &amp; Confidential</a:t>
            </a:r>
            <a:endParaRPr lang="en-IN" sz="1067" b="0" u="none" strike="noStrike">
              <a:uFillTx/>
              <a:latin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ED98118-2C4C-B841-8271-B0443DA23C75}"/>
              </a:ext>
            </a:extLst>
          </p:cNvPr>
          <p:cNvSpPr txBox="1"/>
          <p:nvPr userDrawn="1"/>
        </p:nvSpPr>
        <p:spPr>
          <a:xfrm>
            <a:off x="11502039" y="6495512"/>
            <a:ext cx="349775" cy="256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954E5BDB-61AA-4049-AE86-82CC72DFC771}" type="slidenum">
              <a:rPr lang="en-US" sz="1067" smtClean="0">
                <a:solidFill>
                  <a:schemeClr val="bg1"/>
                </a:solidFill>
              </a:rPr>
              <a:t>‹#›</a:t>
            </a:fld>
            <a:endParaRPr lang="en-US" sz="1067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598731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 + Content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Placeholder 1">
            <a:extLst>
              <a:ext uri="{FF2B5EF4-FFF2-40B4-BE49-F238E27FC236}">
                <a16:creationId xmlns:a16="http://schemas.microsoft.com/office/drawing/2014/main" id="{B7808001-0DB4-5547-9CFB-890621A6BD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7374" y="332656"/>
            <a:ext cx="11430286" cy="319012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>
              <a:defRPr sz="2400" b="1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b="1">
                <a:latin typeface="Calibri" panose="020F0502020204030204" pitchFamily="34" charset="0"/>
                <a:cs typeface="Calibri" panose="020F0502020204030204" pitchFamily="34" charset="0"/>
              </a:rPr>
              <a:t>THIS IS YOUR TITLE TRY TO KEEP TO ONE LINE OF MAXIMUM</a:t>
            </a:r>
            <a:endParaRPr lang="en-US" b="1" kern="0">
              <a:solidFill>
                <a:sysClr val="windowText" lastClr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FCDFD485-16C3-2142-95DD-EC4E7D4DBCF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7374" y="657764"/>
            <a:ext cx="11411019" cy="285132"/>
          </a:xfrm>
          <a:prstGeom prst="rect">
            <a:avLst/>
          </a:prstGeom>
        </p:spPr>
        <p:txBody>
          <a:bodyPr lIns="0" anchor="ctr" anchorCtr="0">
            <a:noAutofit/>
          </a:bodyPr>
          <a:lstStyle>
            <a:lvl1pPr marL="0" indent="0" defTabSz="914400">
              <a:spcBef>
                <a:spcPts val="0"/>
              </a:spcBef>
              <a:buFont typeface="Wingdings" charset="2"/>
              <a:buNone/>
              <a:defRPr sz="1800">
                <a:solidFill>
                  <a:srgbClr val="F77A3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700" indent="0">
              <a:buNone/>
              <a:defRPr sz="1800">
                <a:solidFill>
                  <a:schemeClr val="accent1"/>
                </a:solidFill>
              </a:defRPr>
            </a:lvl2pPr>
            <a:lvl3pPr>
              <a:defRPr sz="1800">
                <a:solidFill>
                  <a:schemeClr val="accent1"/>
                </a:solidFill>
              </a:defRPr>
            </a:lvl3pPr>
            <a:lvl4pPr>
              <a:defRPr sz="1800">
                <a:solidFill>
                  <a:schemeClr val="accent1"/>
                </a:solidFill>
              </a:defRPr>
            </a:lvl4pPr>
            <a:lvl5pPr>
              <a:defRPr sz="1800">
                <a:solidFill>
                  <a:schemeClr val="accent1"/>
                </a:solidFill>
              </a:defRPr>
            </a:lvl5pPr>
          </a:lstStyle>
          <a:p>
            <a:pPr marL="0" indent="0" defTabSz="914400">
              <a:spcBef>
                <a:spcPts val="0"/>
              </a:spcBef>
              <a:buFont typeface="Wingdings" charset="2"/>
              <a:buNone/>
            </a:pPr>
            <a:r>
              <a:rPr lang="en-US" sz="1800" kern="0">
                <a:solidFill>
                  <a:srgbClr val="F36F2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This is your optional subtitle Try to keep this to two lines of type maximum if used</a:t>
            </a:r>
          </a:p>
        </p:txBody>
      </p:sp>
      <p:pic>
        <p:nvPicPr>
          <p:cNvPr id="14" name="Google Shape;107;p19">
            <a:extLst>
              <a:ext uri="{FF2B5EF4-FFF2-40B4-BE49-F238E27FC236}">
                <a16:creationId xmlns:a16="http://schemas.microsoft.com/office/drawing/2014/main" id="{C078F8D0-7AEA-CF46-89A1-50DB60309410}"/>
              </a:ext>
            </a:extLst>
          </p:cNvPr>
          <p:cNvPicPr/>
          <p:nvPr userDrawn="1"/>
        </p:nvPicPr>
        <p:blipFill>
          <a:blip r:embed="rId2"/>
          <a:stretch/>
        </p:blipFill>
        <p:spPr>
          <a:xfrm>
            <a:off x="-962" y="6362184"/>
            <a:ext cx="12191520" cy="523200"/>
          </a:xfrm>
          <a:prstGeom prst="rect">
            <a:avLst/>
          </a:prstGeom>
          <a:ln w="0">
            <a:noFill/>
          </a:ln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AC244F20-8581-DC4D-85E1-F52AD2B02347}"/>
              </a:ext>
            </a:extLst>
          </p:cNvPr>
          <p:cNvSpPr/>
          <p:nvPr userDrawn="1"/>
        </p:nvSpPr>
        <p:spPr>
          <a:xfrm>
            <a:off x="11547063" y="641909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E19BDB9-AF73-E746-8F38-BABDD5BB1691}"/>
              </a:ext>
            </a:extLst>
          </p:cNvPr>
          <p:cNvSpPr/>
          <p:nvPr userDrawn="1"/>
        </p:nvSpPr>
        <p:spPr>
          <a:xfrm>
            <a:off x="11547063" y="646557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pic>
        <p:nvPicPr>
          <p:cNvPr id="10" name="Google Shape;108;p19">
            <a:extLst>
              <a:ext uri="{FF2B5EF4-FFF2-40B4-BE49-F238E27FC236}">
                <a16:creationId xmlns:a16="http://schemas.microsoft.com/office/drawing/2014/main" id="{561935EC-19A4-7C46-8D18-02367D6B9297}"/>
              </a:ext>
            </a:extLst>
          </p:cNvPr>
          <p:cNvPicPr/>
          <p:nvPr userDrawn="1"/>
        </p:nvPicPr>
        <p:blipFill>
          <a:blip r:embed="rId3" cstate="print"/>
          <a:stretch/>
        </p:blipFill>
        <p:spPr>
          <a:xfrm>
            <a:off x="275460" y="6451464"/>
            <a:ext cx="1264320" cy="344640"/>
          </a:xfrm>
          <a:prstGeom prst="rect">
            <a:avLst/>
          </a:prstGeom>
          <a:ln w="0">
            <a:noFill/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4006B26-BA4E-E344-81EA-ABF972399762}"/>
              </a:ext>
            </a:extLst>
          </p:cNvPr>
          <p:cNvSpPr txBox="1"/>
          <p:nvPr userDrawn="1"/>
        </p:nvSpPr>
        <p:spPr>
          <a:xfrm>
            <a:off x="11502039" y="6495512"/>
            <a:ext cx="349775" cy="256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954E5BDB-61AA-4049-AE86-82CC72DFC771}" type="slidenum">
              <a:rPr lang="en-US" sz="1067" smtClean="0">
                <a:solidFill>
                  <a:schemeClr val="bg1"/>
                </a:solidFill>
              </a:rPr>
              <a:t>‹#›</a:t>
            </a:fld>
            <a:endParaRPr lang="en-US" sz="1067">
              <a:solidFill>
                <a:schemeClr val="bg1"/>
              </a:solidFill>
            </a:endParaRPr>
          </a:p>
        </p:txBody>
      </p:sp>
      <p:sp>
        <p:nvSpPr>
          <p:cNvPr id="2" name="Google Shape;109;p19">
            <a:extLst>
              <a:ext uri="{FF2B5EF4-FFF2-40B4-BE49-F238E27FC236}">
                <a16:creationId xmlns:a16="http://schemas.microsoft.com/office/drawing/2014/main" id="{A8F68268-3EFF-B97F-4E07-5AE81A12E9D6}"/>
              </a:ext>
            </a:extLst>
          </p:cNvPr>
          <p:cNvSpPr/>
          <p:nvPr userDrawn="1"/>
        </p:nvSpPr>
        <p:spPr>
          <a:xfrm>
            <a:off x="9570518" y="6541454"/>
            <a:ext cx="1931040" cy="1646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1520" algn="ctr">
              <a:lnSpc>
                <a:spcPct val="100000"/>
              </a:lnSpc>
              <a:tabLst>
                <a:tab pos="0" algn="l"/>
              </a:tabLst>
            </a:pPr>
            <a:r>
              <a:rPr lang="en-IN" sz="1070" b="0" i="0" kern="120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Tavant Confidential</a:t>
            </a:r>
            <a:endParaRPr lang="en-IN" sz="1070" b="0" u="none" strike="noStrike"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056152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REAKER SLID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91;p17">
            <a:extLst>
              <a:ext uri="{FF2B5EF4-FFF2-40B4-BE49-F238E27FC236}">
                <a16:creationId xmlns:a16="http://schemas.microsoft.com/office/drawing/2014/main" id="{35D49C55-7167-304C-AD2C-70FEB5FAACAA}"/>
              </a:ext>
            </a:extLst>
          </p:cNvPr>
          <p:cNvPicPr/>
          <p:nvPr userDrawn="1"/>
        </p:nvPicPr>
        <p:blipFill rotWithShape="1">
          <a:blip r:embed="rId2"/>
          <a:srcRect l="47635" t="1" b="7998"/>
          <a:stretch/>
        </p:blipFill>
        <p:spPr>
          <a:xfrm>
            <a:off x="5807968" y="25839"/>
            <a:ext cx="6384032" cy="6309320"/>
          </a:xfrm>
          <a:prstGeom prst="rect">
            <a:avLst/>
          </a:prstGeom>
          <a:ln w="0">
            <a:noFill/>
          </a:ln>
        </p:spPr>
      </p:pic>
      <p:pic>
        <p:nvPicPr>
          <p:cNvPr id="12" name="Google Shape;107;p19">
            <a:extLst>
              <a:ext uri="{FF2B5EF4-FFF2-40B4-BE49-F238E27FC236}">
                <a16:creationId xmlns:a16="http://schemas.microsoft.com/office/drawing/2014/main" id="{944BFAD9-2334-1346-B888-5F696A807799}"/>
              </a:ext>
            </a:extLst>
          </p:cNvPr>
          <p:cNvPicPr/>
          <p:nvPr userDrawn="1"/>
        </p:nvPicPr>
        <p:blipFill>
          <a:blip r:embed="rId3"/>
          <a:stretch/>
        </p:blipFill>
        <p:spPr>
          <a:xfrm>
            <a:off x="-962" y="6362184"/>
            <a:ext cx="12191520" cy="523200"/>
          </a:xfrm>
          <a:prstGeom prst="rect">
            <a:avLst/>
          </a:prstGeom>
          <a:ln w="0">
            <a:noFill/>
          </a:ln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2099A479-AEC7-F644-9220-522FC7942D9B}"/>
              </a:ext>
            </a:extLst>
          </p:cNvPr>
          <p:cNvSpPr/>
          <p:nvPr userDrawn="1"/>
        </p:nvSpPr>
        <p:spPr>
          <a:xfrm>
            <a:off x="11547063" y="641909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FB20322-E558-5E43-B90C-AEF722D49614}"/>
              </a:ext>
            </a:extLst>
          </p:cNvPr>
          <p:cNvSpPr/>
          <p:nvPr userDrawn="1"/>
        </p:nvSpPr>
        <p:spPr>
          <a:xfrm>
            <a:off x="11547063" y="646557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CB00C47-20BD-6340-A196-D14A89156B6D}"/>
              </a:ext>
            </a:extLst>
          </p:cNvPr>
          <p:cNvSpPr txBox="1"/>
          <p:nvPr userDrawn="1"/>
        </p:nvSpPr>
        <p:spPr>
          <a:xfrm>
            <a:off x="11502039" y="6495512"/>
            <a:ext cx="349775" cy="256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954E5BDB-61AA-4049-AE86-82CC72DFC771}" type="slidenum">
              <a:rPr lang="en-US" sz="1067" smtClean="0">
                <a:solidFill>
                  <a:schemeClr val="bg1"/>
                </a:solidFill>
              </a:rPr>
              <a:t>‹#›</a:t>
            </a:fld>
            <a:endParaRPr lang="en-US" sz="1067">
              <a:solidFill>
                <a:schemeClr val="bg1"/>
              </a:solidFill>
            </a:endParaRP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3801D150-2A4E-144F-8EE4-96F09C9021C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1675" y="3284985"/>
            <a:ext cx="3822117" cy="1368151"/>
          </a:xfrm>
          <a:prstGeom prst="rect">
            <a:avLst/>
          </a:prstGeom>
        </p:spPr>
        <p:txBody>
          <a:bodyPr tIns="46800" rIns="90000" bIns="46800" anchor="t" anchorCtr="0"/>
          <a:lstStyle>
            <a:lvl1pPr marL="0" indent="0" algn="l">
              <a:lnSpc>
                <a:spcPct val="90000"/>
              </a:lnSpc>
              <a:spcAft>
                <a:spcPts val="1000"/>
              </a:spcAft>
              <a:buClr>
                <a:srgbClr val="F36F26"/>
              </a:buClr>
              <a:buSzPct val="100000"/>
              <a:buFont typeface="+mj-lt"/>
              <a:buNone/>
              <a:tabLst/>
              <a:defRPr b="0" kern="1200" baseline="0">
                <a:solidFill>
                  <a:schemeClr val="bg1"/>
                </a:solidFill>
              </a:defRPr>
            </a:lvl1pPr>
            <a:lvl2pPr marL="630000" indent="-165600">
              <a:lnSpc>
                <a:spcPct val="90000"/>
              </a:lnSpc>
              <a:spcBef>
                <a:spcPts val="500"/>
              </a:spcBef>
              <a:spcAft>
                <a:spcPts val="1000"/>
              </a:spcAft>
              <a:buClr>
                <a:srgbClr val="F36F26"/>
              </a:buClr>
              <a:buFont typeface="Wingdings" pitchFamily="2" charset="2"/>
              <a:buChar char="§"/>
              <a:tabLst/>
              <a:defRPr sz="1600" kern="1200" baseline="0">
                <a:solidFill>
                  <a:schemeClr val="bg1"/>
                </a:solidFill>
              </a:defRPr>
            </a:lvl2pPr>
            <a:lvl3pPr marL="630000" indent="-165600">
              <a:lnSpc>
                <a:spcPct val="90000"/>
              </a:lnSpc>
              <a:spcBef>
                <a:spcPts val="500"/>
              </a:spcBef>
              <a:spcAft>
                <a:spcPts val="1000"/>
              </a:spcAft>
              <a:buClr>
                <a:srgbClr val="F36F26"/>
              </a:buClr>
              <a:buFont typeface="Calibri" panose="020F0502020204030204" pitchFamily="34" charset="0"/>
              <a:buChar char="‒"/>
              <a:tabLst/>
              <a:defRPr sz="1400" kern="1200" baseline="0">
                <a:solidFill>
                  <a:schemeClr val="bg1"/>
                </a:solidFill>
              </a:defRPr>
            </a:lvl3pPr>
            <a:lvl4pPr marL="630000" indent="-165600">
              <a:lnSpc>
                <a:spcPct val="90000"/>
              </a:lnSpc>
              <a:spcBef>
                <a:spcPts val="500"/>
              </a:spcBef>
              <a:spcAft>
                <a:spcPts val="1000"/>
              </a:spcAft>
              <a:buClr>
                <a:srgbClr val="F36F26"/>
              </a:buClr>
              <a:buFont typeface="Calibri" panose="020F0502020204030204" pitchFamily="34" charset="0"/>
              <a:buChar char="●"/>
              <a:tabLst/>
              <a:defRPr sz="1400" kern="1200" baseline="0">
                <a:solidFill>
                  <a:schemeClr val="bg1"/>
                </a:solidFill>
              </a:defRPr>
            </a:lvl4pPr>
            <a:lvl5pPr marL="630000" indent="-165600">
              <a:lnSpc>
                <a:spcPct val="90000"/>
              </a:lnSpc>
              <a:spcBef>
                <a:spcPts val="500"/>
              </a:spcBef>
              <a:spcAft>
                <a:spcPts val="1000"/>
              </a:spcAft>
              <a:buFont typeface=".Hiragino Kaku Gothic Interface W3"/>
              <a:buChar char="▫"/>
              <a:tabLst/>
              <a:defRPr sz="1400" kern="120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Key Point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Google Shape;109;p19">
            <a:extLst>
              <a:ext uri="{FF2B5EF4-FFF2-40B4-BE49-F238E27FC236}">
                <a16:creationId xmlns:a16="http://schemas.microsoft.com/office/drawing/2014/main" id="{394D6738-13B2-D140-83D9-BC59E8940AA8}"/>
              </a:ext>
            </a:extLst>
          </p:cNvPr>
          <p:cNvSpPr/>
          <p:nvPr userDrawn="1"/>
        </p:nvSpPr>
        <p:spPr>
          <a:xfrm>
            <a:off x="9281760" y="6541678"/>
            <a:ext cx="1931040" cy="1646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1520">
              <a:lnSpc>
                <a:spcPct val="100000"/>
              </a:lnSpc>
              <a:tabLst>
                <a:tab pos="0" algn="l"/>
              </a:tabLst>
            </a:pPr>
            <a:r>
              <a:rPr lang="en-IN" sz="1070" b="0" i="0" kern="120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Tavant &amp; Customer Confidential</a:t>
            </a:r>
            <a:endParaRPr lang="en-IN" sz="1070" b="0" u="none" strike="noStrike"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F899CD62-B34B-2443-AD22-C48271E191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1674" y="2543175"/>
            <a:ext cx="5344607" cy="428625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>
              <a:defRPr sz="2400" b="1">
                <a:solidFill>
                  <a:srgbClr val="F77A33"/>
                </a:solidFill>
                <a:latin typeface="+mj-lt"/>
                <a:cs typeface="Calibri" panose="020F0502020204030204" pitchFamily="34" charset="0"/>
              </a:defRPr>
            </a:lvl1pPr>
          </a:lstStyle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US"/>
              <a:t>THIS IS YOUR BREAKER SLIDE TITLE</a:t>
            </a:r>
            <a:endParaRPr lang="en-IN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" name="Google Shape;108;p19">
            <a:extLst>
              <a:ext uri="{FF2B5EF4-FFF2-40B4-BE49-F238E27FC236}">
                <a16:creationId xmlns:a16="http://schemas.microsoft.com/office/drawing/2014/main" id="{B6FE6786-E58A-8241-8F9B-EBB77598C684}"/>
              </a:ext>
            </a:extLst>
          </p:cNvPr>
          <p:cNvPicPr/>
          <p:nvPr userDrawn="1"/>
        </p:nvPicPr>
        <p:blipFill>
          <a:blip r:embed="rId4" cstate="print"/>
          <a:stretch/>
        </p:blipFill>
        <p:spPr>
          <a:xfrm>
            <a:off x="265064" y="6462185"/>
            <a:ext cx="1264320" cy="344640"/>
          </a:xfrm>
          <a:prstGeom prst="rect">
            <a:avLst/>
          </a:prstGeom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77569456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7;p19">
            <a:extLst>
              <a:ext uri="{FF2B5EF4-FFF2-40B4-BE49-F238E27FC236}">
                <a16:creationId xmlns:a16="http://schemas.microsoft.com/office/drawing/2014/main" id="{EB642119-D1DA-2A41-9E40-D8B8ED072025}"/>
              </a:ext>
            </a:extLst>
          </p:cNvPr>
          <p:cNvPicPr/>
          <p:nvPr userDrawn="1"/>
        </p:nvPicPr>
        <p:blipFill>
          <a:blip r:embed="rId2"/>
          <a:stretch/>
        </p:blipFill>
        <p:spPr>
          <a:xfrm>
            <a:off x="-962" y="6362184"/>
            <a:ext cx="12191520" cy="523200"/>
          </a:xfrm>
          <a:prstGeom prst="rect">
            <a:avLst/>
          </a:prstGeom>
          <a:ln w="0">
            <a:noFill/>
          </a:ln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67BE79E2-C9BE-0B45-B7B9-B90FF6DB172F}"/>
              </a:ext>
            </a:extLst>
          </p:cNvPr>
          <p:cNvSpPr/>
          <p:nvPr userDrawn="1"/>
        </p:nvSpPr>
        <p:spPr>
          <a:xfrm>
            <a:off x="11547063" y="641909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EF44AC2-DA98-DF49-8A31-93632B2FB633}"/>
              </a:ext>
            </a:extLst>
          </p:cNvPr>
          <p:cNvSpPr/>
          <p:nvPr userDrawn="1"/>
        </p:nvSpPr>
        <p:spPr>
          <a:xfrm>
            <a:off x="11547063" y="646557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A0E174B-16EF-5F4F-BAA8-928FE02C1800}"/>
              </a:ext>
            </a:extLst>
          </p:cNvPr>
          <p:cNvSpPr txBox="1"/>
          <p:nvPr userDrawn="1"/>
        </p:nvSpPr>
        <p:spPr>
          <a:xfrm>
            <a:off x="11502039" y="6495512"/>
            <a:ext cx="349775" cy="256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954E5BDB-61AA-4049-AE86-82CC72DFC771}" type="slidenum">
              <a:rPr lang="en-US" sz="1067" smtClean="0">
                <a:solidFill>
                  <a:schemeClr val="bg1"/>
                </a:solidFill>
              </a:rPr>
              <a:t>‹#›</a:t>
            </a:fld>
            <a:endParaRPr lang="en-US" sz="1067">
              <a:solidFill>
                <a:schemeClr val="bg1"/>
              </a:solidFill>
            </a:endParaRPr>
          </a:p>
        </p:txBody>
      </p:sp>
      <p:sp>
        <p:nvSpPr>
          <p:cNvPr id="13" name="Google Shape;109;p19">
            <a:extLst>
              <a:ext uri="{FF2B5EF4-FFF2-40B4-BE49-F238E27FC236}">
                <a16:creationId xmlns:a16="http://schemas.microsoft.com/office/drawing/2014/main" id="{383F7148-1946-CB41-9C4B-9ABFEB5D817D}"/>
              </a:ext>
            </a:extLst>
          </p:cNvPr>
          <p:cNvSpPr/>
          <p:nvPr userDrawn="1"/>
        </p:nvSpPr>
        <p:spPr>
          <a:xfrm>
            <a:off x="9281760" y="6541678"/>
            <a:ext cx="1931040" cy="1646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1520">
              <a:lnSpc>
                <a:spcPct val="100000"/>
              </a:lnSpc>
              <a:tabLst>
                <a:tab pos="0" algn="l"/>
              </a:tabLst>
            </a:pPr>
            <a:r>
              <a:rPr lang="en-IN" sz="1070" b="0" i="0" kern="120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Tavant &amp; Customer Confidential</a:t>
            </a:r>
            <a:endParaRPr lang="en-IN" sz="1070" b="0" u="none" strike="noStrike"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99514E-6A92-4F1B-BF99-08F4220E1F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4739" y="339472"/>
            <a:ext cx="11542522" cy="359457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>
              <a:defRPr sz="2400" b="1">
                <a:latin typeface="+mj-lt"/>
                <a:cs typeface="Calibri" panose="020F0502020204030204" pitchFamily="34" charset="0"/>
              </a:defRPr>
            </a:lvl1pPr>
          </a:lstStyle>
          <a:p>
            <a:r>
              <a:rPr lang="en-US"/>
              <a:t>THIS IS YOUR TITLE – KEEP IT TO ONE LINE MAXIMUM</a:t>
            </a:r>
          </a:p>
        </p:txBody>
      </p:sp>
      <p:pic>
        <p:nvPicPr>
          <p:cNvPr id="14" name="Google Shape;108;p19">
            <a:extLst>
              <a:ext uri="{FF2B5EF4-FFF2-40B4-BE49-F238E27FC236}">
                <a16:creationId xmlns:a16="http://schemas.microsoft.com/office/drawing/2014/main" id="{6FD24764-8DB6-0349-893D-31832A40A279}"/>
              </a:ext>
            </a:extLst>
          </p:cNvPr>
          <p:cNvPicPr/>
          <p:nvPr userDrawn="1"/>
        </p:nvPicPr>
        <p:blipFill>
          <a:blip r:embed="rId3" cstate="print"/>
          <a:stretch/>
        </p:blipFill>
        <p:spPr>
          <a:xfrm>
            <a:off x="265064" y="6462185"/>
            <a:ext cx="1264320" cy="344640"/>
          </a:xfrm>
          <a:prstGeom prst="rect">
            <a:avLst/>
          </a:prstGeom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407906701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67;p14">
            <a:extLst>
              <a:ext uri="{FF2B5EF4-FFF2-40B4-BE49-F238E27FC236}">
                <a16:creationId xmlns:a16="http://schemas.microsoft.com/office/drawing/2014/main" id="{E6A9D285-AC01-0A48-9ED5-D15C52AEEC82}"/>
              </a:ext>
            </a:extLst>
          </p:cNvPr>
          <p:cNvPicPr/>
          <p:nvPr userDrawn="1"/>
        </p:nvPicPr>
        <p:blipFill rotWithShape="1">
          <a:blip r:embed="rId2"/>
          <a:srcRect l="36895" t="4218" r="10891" b="1924"/>
          <a:stretch/>
        </p:blipFill>
        <p:spPr>
          <a:xfrm>
            <a:off x="6847680" y="-27384"/>
            <a:ext cx="5343840" cy="6408712"/>
          </a:xfrm>
          <a:prstGeom prst="rect">
            <a:avLst/>
          </a:prstGeom>
          <a:ln w="0">
            <a:noFill/>
          </a:ln>
        </p:spPr>
      </p:pic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267A270E-5CF5-B446-81CA-84AAFF7D774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0525" y="2000240"/>
            <a:ext cx="5566203" cy="3168650"/>
          </a:xfrm>
        </p:spPr>
        <p:txBody>
          <a:bodyPr lIns="0" tIns="180000" rIns="0" bIns="0"/>
          <a:lstStyle>
            <a:lvl1pPr marL="0" indent="0">
              <a:lnSpc>
                <a:spcPct val="0"/>
              </a:lnSpc>
              <a:spcBef>
                <a:spcPts val="0"/>
              </a:spcBef>
              <a:buNone/>
              <a:defRPr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>
              <a:lnSpc>
                <a:spcPct val="130000"/>
              </a:lnSpc>
              <a:tabLst>
                <a:tab pos="0" algn="l"/>
              </a:tabLst>
            </a:pPr>
            <a:r>
              <a:rPr lang="en" sz="1800">
                <a:solidFill>
                  <a:srgbClr val="222222"/>
                </a:solidFill>
                <a:highlight>
                  <a:srgbClr val="FFFFFF"/>
                </a:highlight>
                <a:latin typeface="Calibri"/>
                <a:ea typeface="Calibri"/>
              </a:rPr>
              <a:t>1. First Talking Point</a:t>
            </a:r>
            <a:endParaRPr lang="en-IN" sz="180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30000"/>
              </a:lnSpc>
              <a:tabLst>
                <a:tab pos="0" algn="l"/>
              </a:tabLst>
            </a:pPr>
            <a:r>
              <a:rPr lang="en" sz="1800">
                <a:solidFill>
                  <a:srgbClr val="222222"/>
                </a:solidFill>
                <a:highlight>
                  <a:srgbClr val="FFFFFF"/>
                </a:highlight>
                <a:latin typeface="Calibri"/>
                <a:ea typeface="Calibri"/>
              </a:rPr>
              <a:t>2. Second Talking Point</a:t>
            </a:r>
            <a:endParaRPr lang="en-IN" sz="180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30000"/>
              </a:lnSpc>
              <a:tabLst>
                <a:tab pos="0" algn="l"/>
              </a:tabLst>
            </a:pPr>
            <a:r>
              <a:rPr lang="en" sz="1800">
                <a:solidFill>
                  <a:srgbClr val="222222"/>
                </a:solidFill>
                <a:highlight>
                  <a:srgbClr val="FFFFFF"/>
                </a:highlight>
                <a:latin typeface="Calibri"/>
                <a:ea typeface="Calibri"/>
              </a:rPr>
              <a:t>3. Third Talking Point</a:t>
            </a:r>
            <a:endParaRPr lang="en-IN" sz="180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30000"/>
              </a:lnSpc>
              <a:tabLst>
                <a:tab pos="0" algn="l"/>
              </a:tabLst>
            </a:pPr>
            <a:r>
              <a:rPr lang="en" sz="1800">
                <a:solidFill>
                  <a:srgbClr val="222222"/>
                </a:solidFill>
                <a:highlight>
                  <a:srgbClr val="FFFFFF"/>
                </a:highlight>
                <a:latin typeface="Calibri"/>
                <a:ea typeface="Calibri"/>
              </a:rPr>
              <a:t>4. Fourth Talking Point</a:t>
            </a:r>
            <a:endParaRPr lang="en-IN" sz="180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30000"/>
              </a:lnSpc>
              <a:tabLst>
                <a:tab pos="0" algn="l"/>
              </a:tabLst>
            </a:pPr>
            <a:r>
              <a:rPr lang="en" sz="1800">
                <a:solidFill>
                  <a:srgbClr val="222222"/>
                </a:solidFill>
                <a:highlight>
                  <a:srgbClr val="FFFFFF"/>
                </a:highlight>
                <a:latin typeface="Calibri"/>
                <a:ea typeface="Calibri"/>
              </a:rPr>
              <a:t>5. Fifth Talking Point</a:t>
            </a:r>
            <a:endParaRPr lang="en-IN" sz="180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30000"/>
              </a:lnSpc>
              <a:tabLst>
                <a:tab pos="0" algn="l"/>
              </a:tabLst>
            </a:pPr>
            <a:r>
              <a:rPr lang="en" sz="1800">
                <a:solidFill>
                  <a:srgbClr val="222222"/>
                </a:solidFill>
                <a:highlight>
                  <a:srgbClr val="FFFFFF"/>
                </a:highlight>
                <a:latin typeface="Calibri"/>
                <a:ea typeface="Calibri"/>
              </a:rPr>
              <a:t>6. Sixth Talking Point</a:t>
            </a:r>
            <a:endParaRPr lang="en-IN" sz="180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691B7F3C-1377-9B4D-AC92-DF000674ED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0240" y="404664"/>
            <a:ext cx="5555053" cy="454826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>
              <a:defRPr sz="1800" b="1">
                <a:solidFill>
                  <a:srgbClr val="F77A3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AGENDA/CONTENT</a:t>
            </a:r>
          </a:p>
        </p:txBody>
      </p:sp>
      <p:pic>
        <p:nvPicPr>
          <p:cNvPr id="8" name="Google Shape;107;p19">
            <a:extLst>
              <a:ext uri="{FF2B5EF4-FFF2-40B4-BE49-F238E27FC236}">
                <a16:creationId xmlns:a16="http://schemas.microsoft.com/office/drawing/2014/main" id="{FC199D98-4CF0-B646-9CD9-D3DD2A0C05FC}"/>
              </a:ext>
            </a:extLst>
          </p:cNvPr>
          <p:cNvPicPr/>
          <p:nvPr userDrawn="1"/>
        </p:nvPicPr>
        <p:blipFill>
          <a:blip r:embed="rId3"/>
          <a:stretch/>
        </p:blipFill>
        <p:spPr>
          <a:xfrm>
            <a:off x="-962" y="6362184"/>
            <a:ext cx="12191520" cy="523200"/>
          </a:xfrm>
          <a:prstGeom prst="rect">
            <a:avLst/>
          </a:prstGeom>
          <a:ln w="0">
            <a:noFill/>
          </a:ln>
        </p:spPr>
      </p:pic>
      <p:pic>
        <p:nvPicPr>
          <p:cNvPr id="9" name="Google Shape;108;p19">
            <a:extLst>
              <a:ext uri="{FF2B5EF4-FFF2-40B4-BE49-F238E27FC236}">
                <a16:creationId xmlns:a16="http://schemas.microsoft.com/office/drawing/2014/main" id="{CB235E1C-4FA0-CA4C-ADD0-D5DCEEE4821E}"/>
              </a:ext>
            </a:extLst>
          </p:cNvPr>
          <p:cNvPicPr/>
          <p:nvPr userDrawn="1"/>
        </p:nvPicPr>
        <p:blipFill>
          <a:blip r:embed="rId4" cstate="print"/>
          <a:stretch/>
        </p:blipFill>
        <p:spPr>
          <a:xfrm>
            <a:off x="389760" y="6451464"/>
            <a:ext cx="1264320" cy="344640"/>
          </a:xfrm>
          <a:prstGeom prst="rect">
            <a:avLst/>
          </a:prstGeom>
          <a:ln w="0">
            <a:noFill/>
          </a:ln>
        </p:spPr>
      </p:pic>
      <p:sp>
        <p:nvSpPr>
          <p:cNvPr id="10" name="Google Shape;109;p19">
            <a:extLst>
              <a:ext uri="{FF2B5EF4-FFF2-40B4-BE49-F238E27FC236}">
                <a16:creationId xmlns:a16="http://schemas.microsoft.com/office/drawing/2014/main" id="{0E9A9147-DE9F-E74D-AA2C-C2867847489F}"/>
              </a:ext>
            </a:extLst>
          </p:cNvPr>
          <p:cNvSpPr/>
          <p:nvPr userDrawn="1"/>
        </p:nvSpPr>
        <p:spPr>
          <a:xfrm>
            <a:off x="9281760" y="6541678"/>
            <a:ext cx="1931040" cy="16421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1520">
              <a:lnSpc>
                <a:spcPct val="100000"/>
              </a:lnSpc>
              <a:tabLst>
                <a:tab pos="0" algn="l"/>
              </a:tabLst>
            </a:pPr>
            <a:r>
              <a:rPr lang="en" sz="1067" b="0" u="none" strike="noStrike">
                <a:uFillTx/>
                <a:latin typeface="Calibri"/>
                <a:ea typeface="Calibri"/>
              </a:rPr>
              <a:t>Tavant &amp; Customer Confidential</a:t>
            </a:r>
            <a:endParaRPr lang="en-IN" sz="1067" b="0" u="none" strike="noStrike">
              <a:uFillTx/>
              <a:latin typeface="Arial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856DA17-5906-0C4A-93DE-5642B2A8779A}"/>
              </a:ext>
            </a:extLst>
          </p:cNvPr>
          <p:cNvSpPr/>
          <p:nvPr userDrawn="1"/>
        </p:nvSpPr>
        <p:spPr>
          <a:xfrm>
            <a:off x="11547063" y="641909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8C16F2B-9052-204E-90D6-548DAEE090B1}"/>
              </a:ext>
            </a:extLst>
          </p:cNvPr>
          <p:cNvSpPr/>
          <p:nvPr userDrawn="1"/>
        </p:nvSpPr>
        <p:spPr>
          <a:xfrm>
            <a:off x="11547063" y="646557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582CE5C-F123-F943-8CA5-2DA8DDBE7D6E}"/>
              </a:ext>
            </a:extLst>
          </p:cNvPr>
          <p:cNvSpPr txBox="1"/>
          <p:nvPr userDrawn="1"/>
        </p:nvSpPr>
        <p:spPr>
          <a:xfrm>
            <a:off x="11502039" y="6495512"/>
            <a:ext cx="349775" cy="256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954E5BDB-61AA-4049-AE86-82CC72DFC771}" type="slidenum">
              <a:rPr lang="en-US" sz="1067" smtClean="0">
                <a:solidFill>
                  <a:schemeClr val="bg1"/>
                </a:solidFill>
              </a:rPr>
              <a:t>‹#›</a:t>
            </a:fld>
            <a:endParaRPr lang="en-US" sz="1067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648045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Image + Content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Placeholder 1">
            <a:extLst>
              <a:ext uri="{FF2B5EF4-FFF2-40B4-BE49-F238E27FC236}">
                <a16:creationId xmlns:a16="http://schemas.microsoft.com/office/drawing/2014/main" id="{B7808001-0DB4-5547-9CFB-890621A6BD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7374" y="332656"/>
            <a:ext cx="11430286" cy="319012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>
              <a:defRPr sz="2400" b="1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b="1">
                <a:latin typeface="Calibri" panose="020F0502020204030204" pitchFamily="34" charset="0"/>
                <a:cs typeface="Calibri" panose="020F0502020204030204" pitchFamily="34" charset="0"/>
              </a:rPr>
              <a:t>THIS IS YOUR TITLE TRY TO KEEP TO ONE LINE OF MAXIMUM</a:t>
            </a:r>
            <a:endParaRPr lang="en-US" b="1" kern="0">
              <a:solidFill>
                <a:sysClr val="windowText" lastClr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FCDFD485-16C3-2142-95DD-EC4E7D4DBCF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7374" y="657764"/>
            <a:ext cx="11411019" cy="285132"/>
          </a:xfrm>
          <a:prstGeom prst="rect">
            <a:avLst/>
          </a:prstGeom>
        </p:spPr>
        <p:txBody>
          <a:bodyPr lIns="0" anchor="ctr" anchorCtr="0">
            <a:noAutofit/>
          </a:bodyPr>
          <a:lstStyle>
            <a:lvl1pPr marL="0" indent="0" defTabSz="914400">
              <a:spcBef>
                <a:spcPts val="0"/>
              </a:spcBef>
              <a:buFont typeface="Wingdings" charset="2"/>
              <a:buNone/>
              <a:defRPr sz="1800">
                <a:solidFill>
                  <a:srgbClr val="F77A3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700" indent="0">
              <a:buNone/>
              <a:defRPr sz="1800">
                <a:solidFill>
                  <a:schemeClr val="accent1"/>
                </a:solidFill>
              </a:defRPr>
            </a:lvl2pPr>
            <a:lvl3pPr>
              <a:defRPr sz="1800">
                <a:solidFill>
                  <a:schemeClr val="accent1"/>
                </a:solidFill>
              </a:defRPr>
            </a:lvl3pPr>
            <a:lvl4pPr>
              <a:defRPr sz="1800">
                <a:solidFill>
                  <a:schemeClr val="accent1"/>
                </a:solidFill>
              </a:defRPr>
            </a:lvl4pPr>
            <a:lvl5pPr>
              <a:defRPr sz="1800">
                <a:solidFill>
                  <a:schemeClr val="accent1"/>
                </a:solidFill>
              </a:defRPr>
            </a:lvl5pPr>
          </a:lstStyle>
          <a:p>
            <a:pPr marL="0" indent="0" defTabSz="914400">
              <a:spcBef>
                <a:spcPts val="0"/>
              </a:spcBef>
              <a:buFont typeface="Wingdings" charset="2"/>
              <a:buNone/>
            </a:pPr>
            <a:r>
              <a:rPr lang="en-US" sz="1800" kern="0">
                <a:solidFill>
                  <a:srgbClr val="F36F2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This is your optional subtitle Try to keep this to two lines of type maximum if used</a:t>
            </a:r>
          </a:p>
        </p:txBody>
      </p:sp>
      <p:pic>
        <p:nvPicPr>
          <p:cNvPr id="14" name="Google Shape;107;p19">
            <a:extLst>
              <a:ext uri="{FF2B5EF4-FFF2-40B4-BE49-F238E27FC236}">
                <a16:creationId xmlns:a16="http://schemas.microsoft.com/office/drawing/2014/main" id="{C078F8D0-7AEA-CF46-89A1-50DB60309410}"/>
              </a:ext>
            </a:extLst>
          </p:cNvPr>
          <p:cNvPicPr/>
          <p:nvPr userDrawn="1"/>
        </p:nvPicPr>
        <p:blipFill>
          <a:blip r:embed="rId2"/>
          <a:stretch/>
        </p:blipFill>
        <p:spPr>
          <a:xfrm>
            <a:off x="-962" y="6362184"/>
            <a:ext cx="12191520" cy="523200"/>
          </a:xfrm>
          <a:prstGeom prst="rect">
            <a:avLst/>
          </a:prstGeom>
          <a:ln w="0">
            <a:noFill/>
          </a:ln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AC244F20-8581-DC4D-85E1-F52AD2B02347}"/>
              </a:ext>
            </a:extLst>
          </p:cNvPr>
          <p:cNvSpPr/>
          <p:nvPr userDrawn="1"/>
        </p:nvSpPr>
        <p:spPr>
          <a:xfrm>
            <a:off x="11547063" y="641909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E19BDB9-AF73-E746-8F38-BABDD5BB1691}"/>
              </a:ext>
            </a:extLst>
          </p:cNvPr>
          <p:cNvSpPr/>
          <p:nvPr userDrawn="1"/>
        </p:nvSpPr>
        <p:spPr>
          <a:xfrm>
            <a:off x="11547063" y="646557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pic>
        <p:nvPicPr>
          <p:cNvPr id="10" name="Google Shape;108;p19">
            <a:extLst>
              <a:ext uri="{FF2B5EF4-FFF2-40B4-BE49-F238E27FC236}">
                <a16:creationId xmlns:a16="http://schemas.microsoft.com/office/drawing/2014/main" id="{561935EC-19A4-7C46-8D18-02367D6B9297}"/>
              </a:ext>
            </a:extLst>
          </p:cNvPr>
          <p:cNvPicPr/>
          <p:nvPr userDrawn="1"/>
        </p:nvPicPr>
        <p:blipFill>
          <a:blip r:embed="rId3" cstate="print"/>
          <a:stretch/>
        </p:blipFill>
        <p:spPr>
          <a:xfrm>
            <a:off x="275460" y="6451464"/>
            <a:ext cx="1264320" cy="344640"/>
          </a:xfrm>
          <a:prstGeom prst="rect">
            <a:avLst/>
          </a:prstGeom>
          <a:ln w="0">
            <a:noFill/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4006B26-BA4E-E344-81EA-ABF972399762}"/>
              </a:ext>
            </a:extLst>
          </p:cNvPr>
          <p:cNvSpPr txBox="1"/>
          <p:nvPr userDrawn="1"/>
        </p:nvSpPr>
        <p:spPr>
          <a:xfrm>
            <a:off x="11502039" y="6495512"/>
            <a:ext cx="349775" cy="256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954E5BDB-61AA-4049-AE86-82CC72DFC771}" type="slidenum">
              <a:rPr lang="en-US" sz="1067" smtClean="0">
                <a:solidFill>
                  <a:schemeClr val="bg1"/>
                </a:solidFill>
              </a:rPr>
              <a:t>‹#›</a:t>
            </a:fld>
            <a:endParaRPr lang="en-US" sz="1067">
              <a:solidFill>
                <a:schemeClr val="bg1"/>
              </a:solidFill>
            </a:endParaRPr>
          </a:p>
        </p:txBody>
      </p:sp>
      <p:sp>
        <p:nvSpPr>
          <p:cNvPr id="3" name="Google Shape;109;p19">
            <a:extLst>
              <a:ext uri="{FF2B5EF4-FFF2-40B4-BE49-F238E27FC236}">
                <a16:creationId xmlns:a16="http://schemas.microsoft.com/office/drawing/2014/main" id="{33829582-1718-62D9-A862-E6079DEF228D}"/>
              </a:ext>
            </a:extLst>
          </p:cNvPr>
          <p:cNvSpPr/>
          <p:nvPr userDrawn="1"/>
        </p:nvSpPr>
        <p:spPr>
          <a:xfrm>
            <a:off x="9570518" y="6541454"/>
            <a:ext cx="1931040" cy="1646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1520" algn="ctr">
              <a:lnSpc>
                <a:spcPct val="100000"/>
              </a:lnSpc>
              <a:tabLst>
                <a:tab pos="0" algn="l"/>
              </a:tabLst>
            </a:pPr>
            <a:r>
              <a:rPr lang="en-IN" sz="1070" b="0" i="0" kern="120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Tavant Confidential</a:t>
            </a:r>
            <a:endParaRPr lang="en-IN" sz="1070" b="0" u="none" strike="noStrike"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146627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447C2F5C-3901-8E43-802F-45CFFB00C7C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45620" y="3188070"/>
            <a:ext cx="5503089" cy="456954"/>
          </a:xfrm>
          <a:prstGeom prst="rect">
            <a:avLst/>
          </a:prstGeom>
        </p:spPr>
        <p:txBody>
          <a:bodyPr lIns="0" anchor="ctr" anchorCtr="0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800">
                <a:solidFill>
                  <a:srgbClr val="F77A3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700" indent="0">
              <a:buNone/>
              <a:defRPr sz="1800">
                <a:solidFill>
                  <a:schemeClr val="accent1"/>
                </a:solidFill>
              </a:defRPr>
            </a:lvl2pPr>
            <a:lvl3pPr>
              <a:defRPr sz="1800">
                <a:solidFill>
                  <a:schemeClr val="accent1"/>
                </a:solidFill>
              </a:defRPr>
            </a:lvl3pPr>
            <a:lvl4pPr>
              <a:defRPr sz="1800">
                <a:solidFill>
                  <a:schemeClr val="accent1"/>
                </a:solidFill>
              </a:defRPr>
            </a:lvl4pPr>
            <a:lvl5pPr>
              <a:defRPr sz="1800">
                <a:solidFill>
                  <a:schemeClr val="accent1"/>
                </a:solidFill>
              </a:defRPr>
            </a:lvl5pPr>
          </a:lstStyle>
          <a:p>
            <a:pPr>
              <a:lnSpc>
                <a:spcPct val="90000"/>
              </a:lnSpc>
              <a:tabLst>
                <a:tab pos="0" algn="l"/>
              </a:tabLst>
            </a:pPr>
            <a:r>
              <a:rPr lang="en-IN" sz="1800">
                <a:solidFill>
                  <a:srgbClr val="F36F26"/>
                </a:solidFill>
                <a:ea typeface="Calibri"/>
              </a:rPr>
              <a:t>This is your optional subtitle Try to keep this</a:t>
            </a:r>
            <a:br>
              <a:rPr lang="en-IN" sz="1800"/>
            </a:br>
            <a:r>
              <a:rPr lang="en-IN" sz="1800">
                <a:solidFill>
                  <a:srgbClr val="F36F26"/>
                </a:solidFill>
                <a:ea typeface="Calibri"/>
              </a:rPr>
              <a:t>to three lines of type maximum as well</a:t>
            </a:r>
            <a:endParaRPr lang="en-IN" sz="1800">
              <a:solidFill>
                <a:srgbClr val="000000"/>
              </a:solidFill>
            </a:endParaRP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C41B0FDA-65ED-6F45-8A82-DEAB865DDBE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5622" y="4005064"/>
            <a:ext cx="5503088" cy="360000"/>
          </a:xfrm>
          <a:prstGeom prst="rect">
            <a:avLst/>
          </a:prstGeom>
        </p:spPr>
        <p:txBody>
          <a:bodyPr lIns="0" anchor="ctr" anchorCtr="0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8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700" indent="0">
              <a:buNone/>
              <a:defRPr sz="1800">
                <a:solidFill>
                  <a:schemeClr val="accent1"/>
                </a:solidFill>
              </a:defRPr>
            </a:lvl2pPr>
            <a:lvl3pPr>
              <a:defRPr sz="1800">
                <a:solidFill>
                  <a:schemeClr val="accent1"/>
                </a:solidFill>
              </a:defRPr>
            </a:lvl3pPr>
            <a:lvl4pPr>
              <a:defRPr sz="1800">
                <a:solidFill>
                  <a:schemeClr val="accent1"/>
                </a:solidFill>
              </a:defRPr>
            </a:lvl4pPr>
            <a:lvl5pPr>
              <a:defRPr sz="1800">
                <a:solidFill>
                  <a:schemeClr val="accent1"/>
                </a:solidFill>
              </a:defRPr>
            </a:lvl5pPr>
          </a:lstStyle>
          <a:p>
            <a:pPr>
              <a:tabLst>
                <a:tab pos="0" algn="l"/>
              </a:tabLst>
            </a:pPr>
            <a:r>
              <a:rPr lang="en" sz="1800">
                <a:solidFill>
                  <a:schemeClr val="lt1"/>
                </a:solidFill>
                <a:latin typeface="Calibri"/>
                <a:ea typeface="Calibri"/>
              </a:rPr>
              <a:t>Date and Audience / Occasion is here</a:t>
            </a:r>
            <a:endParaRPr lang="en-IN" sz="180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Google Shape;61;p13">
            <a:extLst>
              <a:ext uri="{FF2B5EF4-FFF2-40B4-BE49-F238E27FC236}">
                <a16:creationId xmlns:a16="http://schemas.microsoft.com/office/drawing/2014/main" id="{86DDE0A7-8172-2247-8A48-64EA1BB8487E}"/>
              </a:ext>
            </a:extLst>
          </p:cNvPr>
          <p:cNvSpPr/>
          <p:nvPr userDrawn="1"/>
        </p:nvSpPr>
        <p:spPr>
          <a:xfrm>
            <a:off x="420950" y="6291386"/>
            <a:ext cx="6585905" cy="22576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>
              <a:tabLst>
                <a:tab pos="0" algn="l"/>
              </a:tabLst>
            </a:pPr>
            <a:r>
              <a:rPr lang="en" sz="1467">
                <a:solidFill>
                  <a:srgbClr val="F26F26"/>
                </a:solidFill>
                <a:latin typeface="Calibri"/>
                <a:ea typeface="Calibri"/>
              </a:rPr>
              <a:t>Unlocking the power of AI. Accelerating digital transformation.</a:t>
            </a:r>
            <a:endParaRPr lang="en-IN" sz="1467">
              <a:solidFill>
                <a:srgbClr val="F26F26"/>
              </a:solidFill>
              <a:latin typeface="Arial"/>
            </a:endParaRPr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E98FBFB4-D79F-0D4C-A016-616AB2970C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0951" y="1717739"/>
            <a:ext cx="5531033" cy="1351221"/>
          </a:xfrm>
          <a:prstGeom prst="rect">
            <a:avLst/>
          </a:prstGeom>
        </p:spPr>
        <p:txBody>
          <a:bodyPr vert="horz" lIns="0" tIns="90000" rIns="91440" bIns="45720" rtlCol="0" anchor="ctr">
            <a:noAutofit/>
          </a:bodyPr>
          <a:lstStyle>
            <a:lvl1pPr>
              <a:lnSpc>
                <a:spcPct val="100000"/>
              </a:lnSpc>
              <a:defRPr sz="3200" b="1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>
              <a:lnSpc>
                <a:spcPct val="90000"/>
              </a:lnSpc>
              <a:tabLst>
                <a:tab pos="0" algn="l"/>
              </a:tabLst>
            </a:pPr>
            <a:r>
              <a:rPr lang="en-IN" sz="3200" b="1">
                <a:solidFill>
                  <a:schemeClr val="lt1"/>
                </a:solidFill>
                <a:latin typeface="Calibri"/>
                <a:ea typeface="Calibri"/>
              </a:rPr>
              <a:t>THIS IS YOUR TITLE TRY TO</a:t>
            </a:r>
            <a:br>
              <a:rPr lang="en-IN" sz="3200"/>
            </a:br>
            <a:r>
              <a:rPr lang="en-IN" sz="3200" b="1">
                <a:solidFill>
                  <a:schemeClr val="lt1"/>
                </a:solidFill>
                <a:latin typeface="Calibri"/>
                <a:ea typeface="Calibri"/>
              </a:rPr>
              <a:t>KEEP TO THREE LINES OF</a:t>
            </a:r>
            <a:br>
              <a:rPr lang="en-IN" sz="3200"/>
            </a:br>
            <a:r>
              <a:rPr lang="en-IN" sz="3200" b="1">
                <a:solidFill>
                  <a:schemeClr val="lt1"/>
                </a:solidFill>
                <a:latin typeface="Calibri"/>
                <a:ea typeface="Calibri"/>
              </a:rPr>
              <a:t>TYPE MAXIMUM</a:t>
            </a:r>
            <a:endParaRPr lang="en-IN" sz="320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8971082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Placeholder 5">
            <a:extLst>
              <a:ext uri="{FF2B5EF4-FFF2-40B4-BE49-F238E27FC236}">
                <a16:creationId xmlns:a16="http://schemas.microsoft.com/office/drawing/2014/main" id="{69995F36-C8F9-8C40-86C0-763048FF54F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/>
          <a:stretch/>
        </p:blipFill>
        <p:spPr>
          <a:xfrm>
            <a:off x="0" y="0"/>
            <a:ext cx="12192000" cy="45257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63DC610-05F1-1A40-A503-D1A657921390}"/>
              </a:ext>
            </a:extLst>
          </p:cNvPr>
          <p:cNvSpPr/>
          <p:nvPr/>
        </p:nvSpPr>
        <p:spPr>
          <a:xfrm>
            <a:off x="1" y="4666150"/>
            <a:ext cx="12192000" cy="21918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bject 4">
            <a:extLst>
              <a:ext uri="{FF2B5EF4-FFF2-40B4-BE49-F238E27FC236}">
                <a16:creationId xmlns:a16="http://schemas.microsoft.com/office/drawing/2014/main" id="{2A0AEEF9-5500-F245-8FDD-D51686BCECAB}"/>
              </a:ext>
            </a:extLst>
          </p:cNvPr>
          <p:cNvSpPr txBox="1"/>
          <p:nvPr/>
        </p:nvSpPr>
        <p:spPr>
          <a:xfrm>
            <a:off x="5347049" y="6506742"/>
            <a:ext cx="1497900" cy="13304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8659" algn="ctr"/>
            <a:r>
              <a:rPr lang="en-US" sz="800">
                <a:solidFill>
                  <a:schemeClr val="bg1">
                    <a:lumMod val="75000"/>
                  </a:schemeClr>
                </a:solidFill>
                <a:latin typeface="Calibri regular"/>
                <a:ea typeface="Roboto Light" panose="02000000000000000000" pitchFamily="2" charset="0"/>
                <a:cs typeface="Futura Book"/>
              </a:rPr>
              <a:t>Tavant Proprietary &amp; Confidential</a:t>
            </a:r>
            <a:endParaRPr sz="800">
              <a:solidFill>
                <a:schemeClr val="bg1">
                  <a:lumMod val="75000"/>
                </a:schemeClr>
              </a:solidFill>
              <a:latin typeface="Calibri regular"/>
              <a:ea typeface="Roboto Light" panose="02000000000000000000" pitchFamily="2" charset="0"/>
              <a:cs typeface="Futura Book"/>
            </a:endParaRP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DCFAA974-D16F-CE46-9C8E-4D7FFAD579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312523" y="6142013"/>
            <a:ext cx="1566952" cy="245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6">
            <a:extLst>
              <a:ext uri="{FF2B5EF4-FFF2-40B4-BE49-F238E27FC236}">
                <a16:creationId xmlns:a16="http://schemas.microsoft.com/office/drawing/2014/main" id="{F028BFAE-8F73-D946-8FA9-63F6CECA7876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5943600" y="3283264"/>
            <a:ext cx="304800" cy="298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C2E9F7-82B0-D84C-9648-D2B88D345DAE}"/>
              </a:ext>
            </a:extLst>
          </p:cNvPr>
          <p:cNvSpPr txBox="1"/>
          <p:nvPr userDrawn="1"/>
        </p:nvSpPr>
        <p:spPr>
          <a:xfrm>
            <a:off x="3605561" y="4880152"/>
            <a:ext cx="52856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pc="600">
                <a:solidFill>
                  <a:schemeClr val="tx2"/>
                </a:solidFill>
              </a:rPr>
              <a:t>PEOPLE. PASSION. EXCELLENCE.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FAAF9DE-F5B8-994C-BCC9-63E8F1EE44AF}"/>
              </a:ext>
            </a:extLst>
          </p:cNvPr>
          <p:cNvSpPr txBox="1"/>
          <p:nvPr userDrawn="1"/>
        </p:nvSpPr>
        <p:spPr>
          <a:xfrm>
            <a:off x="1730837" y="5165866"/>
            <a:ext cx="9035166" cy="6176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200" spc="0">
                <a:solidFill>
                  <a:schemeClr val="tx2"/>
                </a:solidFill>
              </a:rPr>
              <a:t>Santa Clara </a:t>
            </a:r>
            <a:r>
              <a:rPr lang="en-US" sz="1200" spc="0">
                <a:solidFill>
                  <a:schemeClr val="accent1"/>
                </a:solidFill>
              </a:rPr>
              <a:t> |  </a:t>
            </a:r>
            <a:r>
              <a:rPr lang="en-US" sz="1200" spc="0">
                <a:solidFill>
                  <a:schemeClr val="tx2"/>
                </a:solidFill>
              </a:rPr>
              <a:t>Dallas </a:t>
            </a:r>
            <a:r>
              <a:rPr lang="en-US" sz="1200" spc="0">
                <a:solidFill>
                  <a:schemeClr val="accent1"/>
                </a:solidFill>
              </a:rPr>
              <a:t> |  </a:t>
            </a:r>
            <a:r>
              <a:rPr lang="en-US" sz="1200" spc="0">
                <a:solidFill>
                  <a:schemeClr val="tx2"/>
                </a:solidFill>
              </a:rPr>
              <a:t>New Jersey  </a:t>
            </a:r>
            <a:r>
              <a:rPr lang="en-US" sz="1200" spc="0">
                <a:solidFill>
                  <a:schemeClr val="accent1"/>
                </a:solidFill>
              </a:rPr>
              <a:t>|</a:t>
            </a:r>
            <a:r>
              <a:rPr lang="en-US" sz="1200" spc="0">
                <a:solidFill>
                  <a:schemeClr val="tx2"/>
                </a:solidFill>
              </a:rPr>
              <a:t>  Indianapolis  </a:t>
            </a:r>
            <a:r>
              <a:rPr lang="en-US" sz="1200" spc="0">
                <a:solidFill>
                  <a:schemeClr val="accent1"/>
                </a:solidFill>
              </a:rPr>
              <a:t>|</a:t>
            </a:r>
            <a:r>
              <a:rPr lang="en-US" sz="1200" spc="0">
                <a:solidFill>
                  <a:schemeClr val="tx2"/>
                </a:solidFill>
              </a:rPr>
              <a:t>  London  </a:t>
            </a:r>
            <a:r>
              <a:rPr lang="en-US" sz="1200" spc="0">
                <a:solidFill>
                  <a:schemeClr val="accent1"/>
                </a:solidFill>
              </a:rPr>
              <a:t>|</a:t>
            </a:r>
            <a:r>
              <a:rPr lang="en-US" sz="1200" spc="0">
                <a:solidFill>
                  <a:schemeClr val="tx2"/>
                </a:solidFill>
              </a:rPr>
              <a:t>  Bangalore  </a:t>
            </a:r>
            <a:r>
              <a:rPr lang="en-US" sz="1200" spc="0">
                <a:solidFill>
                  <a:schemeClr val="accent1"/>
                </a:solidFill>
              </a:rPr>
              <a:t>|</a:t>
            </a:r>
            <a:r>
              <a:rPr lang="en-US" sz="1200" spc="0">
                <a:solidFill>
                  <a:schemeClr val="tx2"/>
                </a:solidFill>
              </a:rPr>
              <a:t>  Hyderabad  </a:t>
            </a:r>
            <a:r>
              <a:rPr lang="en-US" sz="1200" spc="0">
                <a:solidFill>
                  <a:schemeClr val="accent1"/>
                </a:solidFill>
              </a:rPr>
              <a:t>|</a:t>
            </a:r>
            <a:r>
              <a:rPr lang="en-US" sz="1200" spc="0">
                <a:solidFill>
                  <a:schemeClr val="tx2"/>
                </a:solidFill>
              </a:rPr>
              <a:t>  Noida  </a:t>
            </a:r>
            <a:r>
              <a:rPr lang="en-US" sz="1200" spc="0">
                <a:solidFill>
                  <a:schemeClr val="accent1"/>
                </a:solidFill>
              </a:rPr>
              <a:t>|</a:t>
            </a:r>
            <a:r>
              <a:rPr lang="en-US" sz="1200" spc="0">
                <a:solidFill>
                  <a:schemeClr val="tx2"/>
                </a:solidFill>
              </a:rPr>
              <a:t>  Kolkata  </a:t>
            </a:r>
            <a:r>
              <a:rPr lang="en-US" sz="1200" spc="0">
                <a:solidFill>
                  <a:schemeClr val="accent1"/>
                </a:solidFill>
              </a:rPr>
              <a:t>|</a:t>
            </a:r>
            <a:r>
              <a:rPr lang="en-US" sz="1200" spc="0">
                <a:solidFill>
                  <a:schemeClr val="tx2"/>
                </a:solidFill>
              </a:rPr>
              <a:t>  Sydney  </a:t>
            </a:r>
            <a:r>
              <a:rPr lang="en-US" sz="1200" spc="0">
                <a:solidFill>
                  <a:schemeClr val="accent1"/>
                </a:solidFill>
              </a:rPr>
              <a:t>|</a:t>
            </a:r>
            <a:r>
              <a:rPr lang="en-US" sz="1200" spc="0">
                <a:solidFill>
                  <a:schemeClr val="tx2"/>
                </a:solidFill>
              </a:rPr>
              <a:t>  Tokyo  </a:t>
            </a:r>
            <a:r>
              <a:rPr lang="en-US" sz="1200" spc="0">
                <a:solidFill>
                  <a:schemeClr val="accent1"/>
                </a:solidFill>
              </a:rPr>
              <a:t>|</a:t>
            </a:r>
            <a:r>
              <a:rPr lang="en-US" sz="1200" spc="0">
                <a:solidFill>
                  <a:schemeClr val="tx2"/>
                </a:solidFill>
              </a:rPr>
              <a:t>  Colombia</a:t>
            </a:r>
          </a:p>
          <a:p>
            <a:pPr algn="ctr">
              <a:lnSpc>
                <a:spcPct val="150000"/>
              </a:lnSpc>
            </a:pPr>
            <a:r>
              <a:rPr lang="en-US" sz="1200" spc="0">
                <a:solidFill>
                  <a:schemeClr val="tx2"/>
                </a:solidFill>
              </a:rPr>
              <a:t>Tel: 866-9-TAVANT  |  Email: hello@Tavant.com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642F175-3F90-314E-858E-F9E7DEE81B54}"/>
              </a:ext>
            </a:extLst>
          </p:cNvPr>
          <p:cNvSpPr/>
          <p:nvPr userDrawn="1"/>
        </p:nvSpPr>
        <p:spPr>
          <a:xfrm>
            <a:off x="0" y="1480626"/>
            <a:ext cx="5773272" cy="1510086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0" dist="254000" dir="5400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pPr>
              <a:lnSpc>
                <a:spcPct val="130000"/>
              </a:lnSpc>
            </a:pPr>
            <a:endParaRPr lang="en-US" sz="1000">
              <a:solidFill>
                <a:srgbClr val="FFFFFF">
                  <a:alpha val="70000"/>
                </a:srgbClr>
              </a:solidFill>
            </a:endParaRPr>
          </a:p>
        </p:txBody>
      </p:sp>
      <p:sp>
        <p:nvSpPr>
          <p:cNvPr id="14" name="Title 3">
            <a:extLst>
              <a:ext uri="{FF2B5EF4-FFF2-40B4-BE49-F238E27FC236}">
                <a16:creationId xmlns:a16="http://schemas.microsoft.com/office/drawing/2014/main" id="{011A3DF2-9804-824B-9470-089F8E7E57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3" y="1480625"/>
            <a:ext cx="5773275" cy="1510086"/>
          </a:xfrm>
          <a:solidFill>
            <a:schemeClr val="accent1"/>
          </a:solidFill>
        </p:spPr>
        <p:txBody>
          <a:bodyPr anchor="ctr"/>
          <a:lstStyle>
            <a:lvl1pPr algn="ctr">
              <a:lnSpc>
                <a:spcPct val="100000"/>
              </a:lnSpc>
              <a:defRPr sz="7200">
                <a:solidFill>
                  <a:schemeClr val="bg1"/>
                </a:solidFill>
              </a:defRPr>
            </a:lvl1pPr>
          </a:lstStyle>
          <a:p>
            <a:r>
              <a:rPr lang="en-US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76956905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Image + Content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Placeholder 1">
            <a:extLst>
              <a:ext uri="{FF2B5EF4-FFF2-40B4-BE49-F238E27FC236}">
                <a16:creationId xmlns:a16="http://schemas.microsoft.com/office/drawing/2014/main" id="{B7808001-0DB4-5547-9CFB-890621A6BD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7374" y="332656"/>
            <a:ext cx="11430286" cy="319012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>
              <a:defRPr sz="2400" b="1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b="1">
                <a:latin typeface="Calibri" panose="020F0502020204030204" pitchFamily="34" charset="0"/>
                <a:cs typeface="Calibri" panose="020F0502020204030204" pitchFamily="34" charset="0"/>
              </a:rPr>
              <a:t>THIS IS YOUR TITLE TRY TO KEEP TO ONE LINE OF MAXIMUM</a:t>
            </a:r>
            <a:endParaRPr lang="en-US" b="1" kern="0">
              <a:solidFill>
                <a:sysClr val="windowText" lastClr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FCDFD485-16C3-2142-95DD-EC4E7D4DBCF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7374" y="657764"/>
            <a:ext cx="11411019" cy="285132"/>
          </a:xfrm>
          <a:prstGeom prst="rect">
            <a:avLst/>
          </a:prstGeom>
        </p:spPr>
        <p:txBody>
          <a:bodyPr lIns="0" anchor="ctr" anchorCtr="0">
            <a:noAutofit/>
          </a:bodyPr>
          <a:lstStyle>
            <a:lvl1pPr marL="0" indent="0" defTabSz="914400">
              <a:spcBef>
                <a:spcPts val="0"/>
              </a:spcBef>
              <a:buFont typeface="Wingdings" charset="2"/>
              <a:buNone/>
              <a:defRPr sz="1800">
                <a:solidFill>
                  <a:srgbClr val="F77A3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700" indent="0">
              <a:buNone/>
              <a:defRPr sz="1800">
                <a:solidFill>
                  <a:schemeClr val="accent1"/>
                </a:solidFill>
              </a:defRPr>
            </a:lvl2pPr>
            <a:lvl3pPr>
              <a:defRPr sz="1800">
                <a:solidFill>
                  <a:schemeClr val="accent1"/>
                </a:solidFill>
              </a:defRPr>
            </a:lvl3pPr>
            <a:lvl4pPr>
              <a:defRPr sz="1800">
                <a:solidFill>
                  <a:schemeClr val="accent1"/>
                </a:solidFill>
              </a:defRPr>
            </a:lvl4pPr>
            <a:lvl5pPr>
              <a:defRPr sz="1800">
                <a:solidFill>
                  <a:schemeClr val="accent1"/>
                </a:solidFill>
              </a:defRPr>
            </a:lvl5pPr>
          </a:lstStyle>
          <a:p>
            <a:pPr marL="0" indent="0" defTabSz="914400">
              <a:spcBef>
                <a:spcPts val="0"/>
              </a:spcBef>
              <a:buFont typeface="Wingdings" charset="2"/>
              <a:buNone/>
            </a:pPr>
            <a:r>
              <a:rPr lang="en-US" sz="1800" kern="0">
                <a:solidFill>
                  <a:srgbClr val="F36F2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This is your optional subtitle Try to keep this to two lines of type maximum if used</a:t>
            </a:r>
          </a:p>
        </p:txBody>
      </p:sp>
      <p:pic>
        <p:nvPicPr>
          <p:cNvPr id="14" name="Google Shape;107;p19">
            <a:extLst>
              <a:ext uri="{FF2B5EF4-FFF2-40B4-BE49-F238E27FC236}">
                <a16:creationId xmlns:a16="http://schemas.microsoft.com/office/drawing/2014/main" id="{C078F8D0-7AEA-CF46-89A1-50DB60309410}"/>
              </a:ext>
            </a:extLst>
          </p:cNvPr>
          <p:cNvPicPr/>
          <p:nvPr userDrawn="1"/>
        </p:nvPicPr>
        <p:blipFill>
          <a:blip r:embed="rId2"/>
          <a:stretch/>
        </p:blipFill>
        <p:spPr>
          <a:xfrm>
            <a:off x="-962" y="6362184"/>
            <a:ext cx="12191520" cy="523200"/>
          </a:xfrm>
          <a:prstGeom prst="rect">
            <a:avLst/>
          </a:prstGeom>
          <a:ln w="0">
            <a:noFill/>
          </a:ln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AC244F20-8581-DC4D-85E1-F52AD2B02347}"/>
              </a:ext>
            </a:extLst>
          </p:cNvPr>
          <p:cNvSpPr/>
          <p:nvPr userDrawn="1"/>
        </p:nvSpPr>
        <p:spPr>
          <a:xfrm>
            <a:off x="11547063" y="641909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E19BDB9-AF73-E746-8F38-BABDD5BB1691}"/>
              </a:ext>
            </a:extLst>
          </p:cNvPr>
          <p:cNvSpPr/>
          <p:nvPr userDrawn="1"/>
        </p:nvSpPr>
        <p:spPr>
          <a:xfrm>
            <a:off x="11547063" y="646557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pic>
        <p:nvPicPr>
          <p:cNvPr id="10" name="Google Shape;108;p19">
            <a:extLst>
              <a:ext uri="{FF2B5EF4-FFF2-40B4-BE49-F238E27FC236}">
                <a16:creationId xmlns:a16="http://schemas.microsoft.com/office/drawing/2014/main" id="{561935EC-19A4-7C46-8D18-02367D6B9297}"/>
              </a:ext>
            </a:extLst>
          </p:cNvPr>
          <p:cNvPicPr/>
          <p:nvPr userDrawn="1"/>
        </p:nvPicPr>
        <p:blipFill>
          <a:blip r:embed="rId3" cstate="print"/>
          <a:stretch/>
        </p:blipFill>
        <p:spPr>
          <a:xfrm>
            <a:off x="389760" y="6451464"/>
            <a:ext cx="1264320" cy="344640"/>
          </a:xfrm>
          <a:prstGeom prst="rect">
            <a:avLst/>
          </a:prstGeom>
          <a:ln w="0">
            <a:noFill/>
          </a:ln>
        </p:spPr>
      </p:pic>
      <p:sp>
        <p:nvSpPr>
          <p:cNvPr id="11" name="Google Shape;109;p19">
            <a:extLst>
              <a:ext uri="{FF2B5EF4-FFF2-40B4-BE49-F238E27FC236}">
                <a16:creationId xmlns:a16="http://schemas.microsoft.com/office/drawing/2014/main" id="{1BDDB297-4717-4D4A-A9FF-8E1DA0472F7C}"/>
              </a:ext>
            </a:extLst>
          </p:cNvPr>
          <p:cNvSpPr/>
          <p:nvPr userDrawn="1"/>
        </p:nvSpPr>
        <p:spPr>
          <a:xfrm>
            <a:off x="9281760" y="6541678"/>
            <a:ext cx="1931040" cy="16421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1520">
              <a:lnSpc>
                <a:spcPct val="100000"/>
              </a:lnSpc>
              <a:tabLst>
                <a:tab pos="0" algn="l"/>
              </a:tabLst>
            </a:pPr>
            <a:r>
              <a:rPr lang="en" sz="1067" b="0" u="none" strike="noStrike">
                <a:uFillTx/>
                <a:latin typeface="Calibri"/>
                <a:ea typeface="Calibri"/>
              </a:rPr>
              <a:t>Tavant Proprietary &amp; Confidential</a:t>
            </a:r>
            <a:endParaRPr lang="en-IN" sz="1067" b="0" u="none" strike="noStrike">
              <a:uFillTx/>
              <a:latin typeface="Arial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4006B26-BA4E-E344-81EA-ABF972399762}"/>
              </a:ext>
            </a:extLst>
          </p:cNvPr>
          <p:cNvSpPr txBox="1"/>
          <p:nvPr userDrawn="1"/>
        </p:nvSpPr>
        <p:spPr>
          <a:xfrm>
            <a:off x="11502039" y="6495512"/>
            <a:ext cx="349775" cy="256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954E5BDB-61AA-4049-AE86-82CC72DFC771}" type="slidenum">
              <a:rPr lang="en-US" sz="1067" smtClean="0">
                <a:solidFill>
                  <a:schemeClr val="bg1"/>
                </a:solidFill>
              </a:rPr>
              <a:t>‹#›</a:t>
            </a:fld>
            <a:endParaRPr lang="en-US" sz="1067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93529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67;p14">
            <a:extLst>
              <a:ext uri="{FF2B5EF4-FFF2-40B4-BE49-F238E27FC236}">
                <a16:creationId xmlns:a16="http://schemas.microsoft.com/office/drawing/2014/main" id="{E6A9D285-AC01-0A48-9ED5-D15C52AEEC82}"/>
              </a:ext>
            </a:extLst>
          </p:cNvPr>
          <p:cNvPicPr/>
          <p:nvPr userDrawn="1"/>
        </p:nvPicPr>
        <p:blipFill rotWithShape="1">
          <a:blip r:embed="rId2"/>
          <a:srcRect l="36895" t="4218" r="10891" b="1924"/>
          <a:stretch/>
        </p:blipFill>
        <p:spPr>
          <a:xfrm>
            <a:off x="6847680" y="0"/>
            <a:ext cx="5343840" cy="6381328"/>
          </a:xfrm>
          <a:prstGeom prst="rect">
            <a:avLst/>
          </a:prstGeom>
          <a:ln w="0">
            <a:noFill/>
          </a:ln>
        </p:spPr>
      </p:pic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267A270E-5CF5-B446-81CA-84AAFF7D774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0525" y="2132558"/>
            <a:ext cx="5566203" cy="3168650"/>
          </a:xfrm>
        </p:spPr>
        <p:txBody>
          <a:bodyPr lIns="0" tIns="180000" rIns="0" bIns="0"/>
          <a:lstStyle>
            <a:lvl1pPr marL="0" indent="0">
              <a:lnSpc>
                <a:spcPct val="0"/>
              </a:lnSpc>
              <a:spcBef>
                <a:spcPts val="0"/>
              </a:spcBef>
              <a:buNone/>
              <a:defRPr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>
              <a:lnSpc>
                <a:spcPct val="130000"/>
              </a:lnSpc>
              <a:tabLst>
                <a:tab pos="0" algn="l"/>
              </a:tabLst>
            </a:pPr>
            <a:r>
              <a:rPr lang="en" sz="1800">
                <a:solidFill>
                  <a:srgbClr val="222222"/>
                </a:solidFill>
                <a:highlight>
                  <a:srgbClr val="FFFFFF"/>
                </a:highlight>
                <a:latin typeface="Calibri"/>
                <a:ea typeface="Calibri"/>
              </a:rPr>
              <a:t>1. First Talking Point</a:t>
            </a:r>
            <a:endParaRPr lang="en-IN" sz="180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30000"/>
              </a:lnSpc>
              <a:tabLst>
                <a:tab pos="0" algn="l"/>
              </a:tabLst>
            </a:pPr>
            <a:r>
              <a:rPr lang="en" sz="1800">
                <a:solidFill>
                  <a:srgbClr val="222222"/>
                </a:solidFill>
                <a:highlight>
                  <a:srgbClr val="FFFFFF"/>
                </a:highlight>
                <a:latin typeface="Calibri"/>
                <a:ea typeface="Calibri"/>
              </a:rPr>
              <a:t>2. Second Talking Point</a:t>
            </a:r>
            <a:endParaRPr lang="en-IN" sz="180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30000"/>
              </a:lnSpc>
              <a:tabLst>
                <a:tab pos="0" algn="l"/>
              </a:tabLst>
            </a:pPr>
            <a:r>
              <a:rPr lang="en" sz="1800">
                <a:solidFill>
                  <a:srgbClr val="222222"/>
                </a:solidFill>
                <a:highlight>
                  <a:srgbClr val="FFFFFF"/>
                </a:highlight>
                <a:latin typeface="Calibri"/>
                <a:ea typeface="Calibri"/>
              </a:rPr>
              <a:t>3. Third Talking Point</a:t>
            </a:r>
            <a:endParaRPr lang="en-IN" sz="180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30000"/>
              </a:lnSpc>
              <a:tabLst>
                <a:tab pos="0" algn="l"/>
              </a:tabLst>
            </a:pPr>
            <a:r>
              <a:rPr lang="en" sz="1800">
                <a:solidFill>
                  <a:srgbClr val="222222"/>
                </a:solidFill>
                <a:highlight>
                  <a:srgbClr val="FFFFFF"/>
                </a:highlight>
                <a:latin typeface="Calibri"/>
                <a:ea typeface="Calibri"/>
              </a:rPr>
              <a:t>4. Fourth Talking Point</a:t>
            </a:r>
            <a:endParaRPr lang="en-IN" sz="180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30000"/>
              </a:lnSpc>
              <a:tabLst>
                <a:tab pos="0" algn="l"/>
              </a:tabLst>
            </a:pPr>
            <a:r>
              <a:rPr lang="en" sz="1800">
                <a:solidFill>
                  <a:srgbClr val="222222"/>
                </a:solidFill>
                <a:highlight>
                  <a:srgbClr val="FFFFFF"/>
                </a:highlight>
                <a:latin typeface="Calibri"/>
                <a:ea typeface="Calibri"/>
              </a:rPr>
              <a:t>5. Fifth Talking Point</a:t>
            </a:r>
            <a:endParaRPr lang="en-IN" sz="180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30000"/>
              </a:lnSpc>
              <a:tabLst>
                <a:tab pos="0" algn="l"/>
              </a:tabLst>
            </a:pPr>
            <a:r>
              <a:rPr lang="en" sz="1800">
                <a:solidFill>
                  <a:srgbClr val="222222"/>
                </a:solidFill>
                <a:highlight>
                  <a:srgbClr val="FFFFFF"/>
                </a:highlight>
                <a:latin typeface="Calibri"/>
                <a:ea typeface="Calibri"/>
              </a:rPr>
              <a:t>6. Sixth Talking Point</a:t>
            </a:r>
            <a:endParaRPr lang="en-IN" sz="180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691B7F3C-1377-9B4D-AC92-DF000674ED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0240" y="453894"/>
            <a:ext cx="5555053" cy="454826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>
              <a:defRPr sz="1800" b="1">
                <a:solidFill>
                  <a:srgbClr val="F77A3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AGENDA/CONTENT</a:t>
            </a:r>
          </a:p>
        </p:txBody>
      </p:sp>
      <p:pic>
        <p:nvPicPr>
          <p:cNvPr id="8" name="Google Shape;107;p19">
            <a:extLst>
              <a:ext uri="{FF2B5EF4-FFF2-40B4-BE49-F238E27FC236}">
                <a16:creationId xmlns:a16="http://schemas.microsoft.com/office/drawing/2014/main" id="{AF09A263-E116-F942-B813-BD510B65529A}"/>
              </a:ext>
            </a:extLst>
          </p:cNvPr>
          <p:cNvPicPr/>
          <p:nvPr userDrawn="1"/>
        </p:nvPicPr>
        <p:blipFill>
          <a:blip r:embed="rId3"/>
          <a:stretch/>
        </p:blipFill>
        <p:spPr>
          <a:xfrm>
            <a:off x="-962" y="6362184"/>
            <a:ext cx="12191520" cy="523200"/>
          </a:xfrm>
          <a:prstGeom prst="rect">
            <a:avLst/>
          </a:prstGeom>
          <a:ln w="0">
            <a:noFill/>
          </a:ln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5A084A1-1D27-1746-A49D-20885F4DA973}"/>
              </a:ext>
            </a:extLst>
          </p:cNvPr>
          <p:cNvSpPr/>
          <p:nvPr userDrawn="1"/>
        </p:nvSpPr>
        <p:spPr>
          <a:xfrm>
            <a:off x="11547063" y="641909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F0E6BC4-5989-3540-A275-8AC8C18B1401}"/>
              </a:ext>
            </a:extLst>
          </p:cNvPr>
          <p:cNvSpPr/>
          <p:nvPr userDrawn="1"/>
        </p:nvSpPr>
        <p:spPr>
          <a:xfrm>
            <a:off x="11547063" y="646557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pic>
        <p:nvPicPr>
          <p:cNvPr id="15" name="Google Shape;108;p19">
            <a:extLst>
              <a:ext uri="{FF2B5EF4-FFF2-40B4-BE49-F238E27FC236}">
                <a16:creationId xmlns:a16="http://schemas.microsoft.com/office/drawing/2014/main" id="{2D9167F2-BD98-FC40-84A3-1C2DA01693F7}"/>
              </a:ext>
            </a:extLst>
          </p:cNvPr>
          <p:cNvPicPr/>
          <p:nvPr userDrawn="1"/>
        </p:nvPicPr>
        <p:blipFill>
          <a:blip r:embed="rId4" cstate="print"/>
          <a:stretch/>
        </p:blipFill>
        <p:spPr>
          <a:xfrm>
            <a:off x="278446" y="6451464"/>
            <a:ext cx="1264320" cy="344640"/>
          </a:xfrm>
          <a:prstGeom prst="rect">
            <a:avLst/>
          </a:prstGeom>
          <a:ln w="0">
            <a:noFill/>
          </a:ln>
        </p:spPr>
      </p:pic>
      <p:sp>
        <p:nvSpPr>
          <p:cNvPr id="16" name="Google Shape;109;p19">
            <a:extLst>
              <a:ext uri="{FF2B5EF4-FFF2-40B4-BE49-F238E27FC236}">
                <a16:creationId xmlns:a16="http://schemas.microsoft.com/office/drawing/2014/main" id="{C7C763FC-A806-0D43-B0FF-240738C10088}"/>
              </a:ext>
            </a:extLst>
          </p:cNvPr>
          <p:cNvSpPr/>
          <p:nvPr userDrawn="1"/>
        </p:nvSpPr>
        <p:spPr>
          <a:xfrm>
            <a:off x="9281760" y="6541678"/>
            <a:ext cx="1931040" cy="16421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1520">
              <a:lnSpc>
                <a:spcPct val="100000"/>
              </a:lnSpc>
              <a:tabLst>
                <a:tab pos="0" algn="l"/>
              </a:tabLst>
            </a:pPr>
            <a:r>
              <a:rPr lang="en" sz="1067" b="0" u="none" strike="noStrike">
                <a:uFillTx/>
                <a:latin typeface="Calibri"/>
                <a:ea typeface="Calibri"/>
              </a:rPr>
              <a:t>Tavant Proprietary &amp; Confidential</a:t>
            </a:r>
            <a:endParaRPr lang="en-IN" sz="1067" b="0" u="none" strike="noStrike">
              <a:uFillTx/>
              <a:latin typeface="Arial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C50F2C6-582D-6542-8CB6-12C59C872F41}"/>
              </a:ext>
            </a:extLst>
          </p:cNvPr>
          <p:cNvSpPr txBox="1"/>
          <p:nvPr userDrawn="1"/>
        </p:nvSpPr>
        <p:spPr>
          <a:xfrm>
            <a:off x="11502039" y="6495512"/>
            <a:ext cx="349775" cy="256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954E5BDB-61AA-4049-AE86-82CC72DFC771}" type="slidenum">
              <a:rPr lang="en-US" sz="1067" smtClean="0">
                <a:solidFill>
                  <a:schemeClr val="bg1"/>
                </a:solidFill>
              </a:rPr>
              <a:t>‹#›</a:t>
            </a:fld>
            <a:endParaRPr lang="en-US" sz="1067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806453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389C89B3-BF86-B546-8000-EB53625B8D7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8826" t="4629" r="24184" b="36391"/>
          <a:stretch/>
        </p:blipFill>
        <p:spPr>
          <a:xfrm>
            <a:off x="932689" y="0"/>
            <a:ext cx="11259310" cy="68580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805743D5-D835-3A43-9A81-9267331DF0E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bg1">
                  <a:alpha val="8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bject 4">
            <a:extLst>
              <a:ext uri="{FF2B5EF4-FFF2-40B4-BE49-F238E27FC236}">
                <a16:creationId xmlns:a16="http://schemas.microsoft.com/office/drawing/2014/main" id="{2A0AEEF9-5500-F245-8FDD-D51686BCECAB}"/>
              </a:ext>
            </a:extLst>
          </p:cNvPr>
          <p:cNvSpPr txBox="1"/>
          <p:nvPr/>
        </p:nvSpPr>
        <p:spPr>
          <a:xfrm>
            <a:off x="10190895" y="6503768"/>
            <a:ext cx="1497900" cy="13602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8659" algn="r"/>
            <a:r>
              <a:rPr lang="en-US" sz="800">
                <a:solidFill>
                  <a:schemeClr val="bg1">
                    <a:lumMod val="75000"/>
                  </a:schemeClr>
                </a:solidFill>
                <a:latin typeface="Calibri regular"/>
                <a:ea typeface="Roboto Light" panose="02000000000000000000" pitchFamily="2" charset="0"/>
                <a:cs typeface="Futura Book"/>
              </a:rPr>
              <a:t>Tavant &amp; Customer Confidential</a:t>
            </a: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DCFAA974-D16F-CE46-9C8E-4D7FFAD579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39541" y="6465237"/>
            <a:ext cx="1229868" cy="196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37F1B782-BC10-7840-8ADD-D2112445CD33}"/>
              </a:ext>
            </a:extLst>
          </p:cNvPr>
          <p:cNvSpPr/>
          <p:nvPr/>
        </p:nvSpPr>
        <p:spPr>
          <a:xfrm>
            <a:off x="11757660" y="6465237"/>
            <a:ext cx="194799" cy="194799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800"/>
          </a:p>
        </p:txBody>
      </p:sp>
      <p:pic>
        <p:nvPicPr>
          <p:cNvPr id="16" name="Picture 15" descr="Shape&#10;&#10;Description automatically generated with low confidence">
            <a:extLst>
              <a:ext uri="{FF2B5EF4-FFF2-40B4-BE49-F238E27FC236}">
                <a16:creationId xmlns:a16="http://schemas.microsoft.com/office/drawing/2014/main" id="{46577264-DEDF-4041-8B6B-92EDABBB407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809514" y="1"/>
            <a:ext cx="1382485" cy="119367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10E5335-8E26-3546-B8B7-6C7EDE42B619}"/>
              </a:ext>
            </a:extLst>
          </p:cNvPr>
          <p:cNvSpPr txBox="1"/>
          <p:nvPr userDrawn="1"/>
        </p:nvSpPr>
        <p:spPr>
          <a:xfrm>
            <a:off x="11701812" y="6454914"/>
            <a:ext cx="30649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954E5BDB-61AA-4049-AE86-82CC72DFC771}" type="slidenum">
              <a:rPr lang="en-US" sz="800" smtClean="0">
                <a:solidFill>
                  <a:schemeClr val="bg1"/>
                </a:solidFill>
              </a:rPr>
              <a:t>‹#›</a:t>
            </a:fld>
            <a:endParaRPr lang="en-US" sz="8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591713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A8175B4-B0A1-8E4C-9ADC-8108B220BCF9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335360" y="260648"/>
            <a:ext cx="11383555" cy="333164"/>
          </a:xfrm>
          <a:prstGeom prst="rect">
            <a:avLst/>
          </a:prstGeom>
        </p:spPr>
        <p:txBody>
          <a:bodyPr lIns="0" tIns="0">
            <a:noAutofit/>
          </a:bodyPr>
          <a:lstStyle>
            <a:lvl1pPr>
              <a:defRPr sz="2400" b="1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E132D21-2BF3-BF4C-95BB-0A386F8F05E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5360" y="668808"/>
            <a:ext cx="11383555" cy="333164"/>
          </a:xfrm>
          <a:prstGeom prst="rect">
            <a:avLst/>
          </a:prstGeom>
        </p:spPr>
        <p:txBody>
          <a:bodyPr lIns="0" tIns="0" bIns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rgbClr val="F26F2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1E58123-BF95-B34D-8A45-05DD8DDDD819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335360" y="1664143"/>
            <a:ext cx="11383555" cy="4472693"/>
          </a:xfrm>
          <a:prstGeom prst="rect">
            <a:avLst/>
          </a:prstGeom>
        </p:spPr>
        <p:txBody>
          <a:bodyPr lIns="0" tIns="0" bIns="0">
            <a:normAutofit/>
          </a:bodyPr>
          <a:lstStyle>
            <a:lvl1pPr marL="0" indent="0">
              <a:buClr>
                <a:srgbClr val="FF8909"/>
              </a:buClr>
              <a:buFont typeface="Wingdings" panose="05000000000000000000" pitchFamily="2" charset="2"/>
              <a:buNone/>
              <a:defRPr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09555" indent="-243823">
              <a:buClr>
                <a:srgbClr val="FF8909"/>
              </a:buClr>
              <a:buFont typeface="Calibri" panose="020F0502020204030204" pitchFamily="34" charset="0"/>
              <a:buChar char="‒"/>
              <a:defRPr sz="1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975288" indent="-243823">
              <a:buClr>
                <a:srgbClr val="FF8909"/>
              </a:buClr>
              <a:buFontTx/>
              <a:buChar char="•"/>
              <a:defRPr sz="1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9" name="Google Shape;107;p19">
            <a:extLst>
              <a:ext uri="{FF2B5EF4-FFF2-40B4-BE49-F238E27FC236}">
                <a16:creationId xmlns:a16="http://schemas.microsoft.com/office/drawing/2014/main" id="{213C53E5-C91F-CD44-878C-B09F6974E14C}"/>
              </a:ext>
            </a:extLst>
          </p:cNvPr>
          <p:cNvPicPr/>
          <p:nvPr userDrawn="1"/>
        </p:nvPicPr>
        <p:blipFill>
          <a:blip r:embed="rId2"/>
          <a:stretch/>
        </p:blipFill>
        <p:spPr>
          <a:xfrm>
            <a:off x="-962" y="6362184"/>
            <a:ext cx="12191520" cy="523200"/>
          </a:xfrm>
          <a:prstGeom prst="rect">
            <a:avLst/>
          </a:prstGeom>
          <a:ln w="0">
            <a:noFill/>
          </a:ln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ECE24BBE-2885-2C45-A303-11AA689ECFEE}"/>
              </a:ext>
            </a:extLst>
          </p:cNvPr>
          <p:cNvSpPr/>
          <p:nvPr userDrawn="1"/>
        </p:nvSpPr>
        <p:spPr>
          <a:xfrm>
            <a:off x="11547063" y="641909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B56C73B-A8B1-EF49-8144-71B1B1ADA243}"/>
              </a:ext>
            </a:extLst>
          </p:cNvPr>
          <p:cNvSpPr/>
          <p:nvPr userDrawn="1"/>
        </p:nvSpPr>
        <p:spPr>
          <a:xfrm>
            <a:off x="11547063" y="646557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pic>
        <p:nvPicPr>
          <p:cNvPr id="15" name="Google Shape;108;p19">
            <a:extLst>
              <a:ext uri="{FF2B5EF4-FFF2-40B4-BE49-F238E27FC236}">
                <a16:creationId xmlns:a16="http://schemas.microsoft.com/office/drawing/2014/main" id="{ABEB4626-18A8-6641-A582-6E835B51DB41}"/>
              </a:ext>
            </a:extLst>
          </p:cNvPr>
          <p:cNvPicPr/>
          <p:nvPr userDrawn="1"/>
        </p:nvPicPr>
        <p:blipFill>
          <a:blip r:embed="rId3" cstate="print"/>
          <a:stretch/>
        </p:blipFill>
        <p:spPr>
          <a:xfrm>
            <a:off x="389760" y="6451464"/>
            <a:ext cx="1264320" cy="344640"/>
          </a:xfrm>
          <a:prstGeom prst="rect">
            <a:avLst/>
          </a:prstGeom>
          <a:ln w="0">
            <a:noFill/>
          </a:ln>
        </p:spPr>
      </p:pic>
      <p:sp>
        <p:nvSpPr>
          <p:cNvPr id="16" name="Google Shape;109;p19">
            <a:extLst>
              <a:ext uri="{FF2B5EF4-FFF2-40B4-BE49-F238E27FC236}">
                <a16:creationId xmlns:a16="http://schemas.microsoft.com/office/drawing/2014/main" id="{116D6D37-8788-E24E-9AB0-E44A76DFD35A}"/>
              </a:ext>
            </a:extLst>
          </p:cNvPr>
          <p:cNvSpPr/>
          <p:nvPr userDrawn="1"/>
        </p:nvSpPr>
        <p:spPr>
          <a:xfrm>
            <a:off x="9281760" y="6541678"/>
            <a:ext cx="1931040" cy="16421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1520">
              <a:lnSpc>
                <a:spcPct val="100000"/>
              </a:lnSpc>
              <a:tabLst>
                <a:tab pos="0" algn="l"/>
              </a:tabLst>
            </a:pPr>
            <a:r>
              <a:rPr lang="en" sz="1067" b="0" u="none" strike="noStrike">
                <a:uFillTx/>
                <a:latin typeface="Calibri"/>
                <a:ea typeface="Calibri"/>
              </a:rPr>
              <a:t>Tavant Proprietary &amp; Confidential</a:t>
            </a:r>
            <a:endParaRPr lang="en-IN" sz="1067" b="0" u="none" strike="noStrike">
              <a:uFillTx/>
              <a:latin typeface="Arial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AD5AB1C-DA6F-804A-A610-9708A0D8F985}"/>
              </a:ext>
            </a:extLst>
          </p:cNvPr>
          <p:cNvSpPr txBox="1"/>
          <p:nvPr userDrawn="1"/>
        </p:nvSpPr>
        <p:spPr>
          <a:xfrm>
            <a:off x="11502039" y="6495512"/>
            <a:ext cx="349775" cy="256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954E5BDB-61AA-4049-AE86-82CC72DFC771}" type="slidenum">
              <a:rPr lang="en-US" sz="1067" smtClean="0">
                <a:solidFill>
                  <a:schemeClr val="bg1"/>
                </a:solidFill>
              </a:rPr>
              <a:t>‹#›</a:t>
            </a:fld>
            <a:endParaRPr lang="en-US" sz="1067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622513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E9009571-8498-3D4A-BE82-7B54A44C8F82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335360" y="260648"/>
            <a:ext cx="11383555" cy="333164"/>
          </a:xfrm>
          <a:prstGeom prst="rect">
            <a:avLst/>
          </a:prstGeom>
        </p:spPr>
        <p:txBody>
          <a:bodyPr lIns="0" tIns="0">
            <a:noAutofit/>
          </a:bodyPr>
          <a:lstStyle>
            <a:lvl1pPr>
              <a:defRPr sz="2400" b="1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1FAC67B3-B3AC-2C49-A7EE-4F99720A93E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5360" y="668808"/>
            <a:ext cx="11383555" cy="333164"/>
          </a:xfrm>
          <a:prstGeom prst="rect">
            <a:avLst/>
          </a:prstGeom>
        </p:spPr>
        <p:txBody>
          <a:bodyPr lIns="0" tIns="0" bIns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rgbClr val="F26F2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en-US"/>
          </a:p>
        </p:txBody>
      </p:sp>
      <p:pic>
        <p:nvPicPr>
          <p:cNvPr id="12" name="Google Shape;107;p19">
            <a:extLst>
              <a:ext uri="{FF2B5EF4-FFF2-40B4-BE49-F238E27FC236}">
                <a16:creationId xmlns:a16="http://schemas.microsoft.com/office/drawing/2014/main" id="{35954514-D604-9145-A7A5-8DACEAF8CB92}"/>
              </a:ext>
            </a:extLst>
          </p:cNvPr>
          <p:cNvPicPr/>
          <p:nvPr userDrawn="1"/>
        </p:nvPicPr>
        <p:blipFill>
          <a:blip r:embed="rId2"/>
          <a:stretch/>
        </p:blipFill>
        <p:spPr>
          <a:xfrm>
            <a:off x="-962" y="6362184"/>
            <a:ext cx="12191520" cy="523200"/>
          </a:xfrm>
          <a:prstGeom prst="rect">
            <a:avLst/>
          </a:prstGeom>
          <a:ln w="0">
            <a:noFill/>
          </a:ln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71FAEC16-91A6-274A-B7E4-0C98F9CC9FCA}"/>
              </a:ext>
            </a:extLst>
          </p:cNvPr>
          <p:cNvSpPr/>
          <p:nvPr userDrawn="1"/>
        </p:nvSpPr>
        <p:spPr>
          <a:xfrm>
            <a:off x="11547063" y="641909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ACF2598-3F78-7349-8838-AFBE16094473}"/>
              </a:ext>
            </a:extLst>
          </p:cNvPr>
          <p:cNvSpPr/>
          <p:nvPr userDrawn="1"/>
        </p:nvSpPr>
        <p:spPr>
          <a:xfrm>
            <a:off x="11547063" y="646557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pic>
        <p:nvPicPr>
          <p:cNvPr id="10" name="Google Shape;108;p19">
            <a:extLst>
              <a:ext uri="{FF2B5EF4-FFF2-40B4-BE49-F238E27FC236}">
                <a16:creationId xmlns:a16="http://schemas.microsoft.com/office/drawing/2014/main" id="{CF1053C7-5A1A-FE44-B1C4-41C0C8416640}"/>
              </a:ext>
            </a:extLst>
          </p:cNvPr>
          <p:cNvPicPr/>
          <p:nvPr userDrawn="1"/>
        </p:nvPicPr>
        <p:blipFill>
          <a:blip r:embed="rId3" cstate="print"/>
          <a:stretch/>
        </p:blipFill>
        <p:spPr>
          <a:xfrm>
            <a:off x="389760" y="6451464"/>
            <a:ext cx="1264320" cy="344640"/>
          </a:xfrm>
          <a:prstGeom prst="rect">
            <a:avLst/>
          </a:prstGeom>
          <a:ln w="0">
            <a:noFill/>
          </a:ln>
        </p:spPr>
      </p:pic>
      <p:sp>
        <p:nvSpPr>
          <p:cNvPr id="11" name="Google Shape;109;p19">
            <a:extLst>
              <a:ext uri="{FF2B5EF4-FFF2-40B4-BE49-F238E27FC236}">
                <a16:creationId xmlns:a16="http://schemas.microsoft.com/office/drawing/2014/main" id="{D28BA6A4-E7F5-A34B-9B8F-FF09907D32CB}"/>
              </a:ext>
            </a:extLst>
          </p:cNvPr>
          <p:cNvSpPr/>
          <p:nvPr userDrawn="1"/>
        </p:nvSpPr>
        <p:spPr>
          <a:xfrm>
            <a:off x="9281760" y="6541678"/>
            <a:ext cx="1931040" cy="16421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1520">
              <a:lnSpc>
                <a:spcPct val="100000"/>
              </a:lnSpc>
              <a:tabLst>
                <a:tab pos="0" algn="l"/>
              </a:tabLst>
            </a:pPr>
            <a:r>
              <a:rPr lang="en" sz="1067" b="0" u="none" strike="noStrike">
                <a:uFillTx/>
                <a:latin typeface="Calibri"/>
                <a:ea typeface="Calibri"/>
              </a:rPr>
              <a:t>Tavant Proprietary &amp; Confidential</a:t>
            </a:r>
            <a:endParaRPr lang="en-IN" sz="1067" b="0" u="none" strike="noStrike">
              <a:uFillTx/>
              <a:latin typeface="Arial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1923CF6-9A22-A146-AB30-0D75E5E235EE}"/>
              </a:ext>
            </a:extLst>
          </p:cNvPr>
          <p:cNvSpPr txBox="1"/>
          <p:nvPr userDrawn="1"/>
        </p:nvSpPr>
        <p:spPr>
          <a:xfrm>
            <a:off x="11502039" y="6495512"/>
            <a:ext cx="349775" cy="256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954E5BDB-61AA-4049-AE86-82CC72DFC771}" type="slidenum">
              <a:rPr lang="en-US" sz="1067" smtClean="0">
                <a:solidFill>
                  <a:schemeClr val="bg1"/>
                </a:solidFill>
              </a:rPr>
              <a:t>‹#›</a:t>
            </a:fld>
            <a:endParaRPr lang="en-US" sz="1067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861991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 + Content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ntent Placeholder 3">
            <a:extLst>
              <a:ext uri="{FF2B5EF4-FFF2-40B4-BE49-F238E27FC236}">
                <a16:creationId xmlns:a16="http://schemas.microsoft.com/office/drawing/2014/main" id="{5D6B0907-E4D7-E343-9730-796268C870F3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335360" y="1484785"/>
            <a:ext cx="11383555" cy="4652052"/>
          </a:xfrm>
          <a:prstGeom prst="rect">
            <a:avLst/>
          </a:prstGeom>
        </p:spPr>
        <p:txBody>
          <a:bodyPr lIns="0" tIns="0" rIns="36000">
            <a:normAutofit/>
          </a:bodyPr>
          <a:lstStyle>
            <a:lvl1pPr marL="0" indent="0">
              <a:buClr>
                <a:srgbClr val="FF8909"/>
              </a:buClr>
              <a:buFont typeface="Wingdings" panose="05000000000000000000" pitchFamily="2" charset="2"/>
              <a:buNone/>
              <a:defRPr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09555" indent="-243823">
              <a:buClr>
                <a:srgbClr val="FF8909"/>
              </a:buClr>
              <a:buFont typeface="Calibri" panose="020F0502020204030204" pitchFamily="34" charset="0"/>
              <a:buChar char="‒"/>
              <a:defRPr sz="14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975288" indent="-243823">
              <a:buClr>
                <a:srgbClr val="FF8909"/>
              </a:buClr>
              <a:buFontTx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132A7047-A763-6244-B864-736B0A00DEF5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335360" y="260648"/>
            <a:ext cx="11383555" cy="335259"/>
          </a:xfrm>
          <a:prstGeom prst="rect">
            <a:avLst/>
          </a:prstGeom>
        </p:spPr>
        <p:txBody>
          <a:bodyPr lIns="0" tIns="0" rIns="0">
            <a:noAutofit/>
          </a:bodyPr>
          <a:lstStyle>
            <a:lvl1pPr>
              <a:defRPr sz="2400" b="1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3D2D10E6-70A3-004A-989B-E78BB3A049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5360" y="680202"/>
            <a:ext cx="11383555" cy="300526"/>
          </a:xfrm>
          <a:prstGeom prst="rect">
            <a:avLst/>
          </a:prstGeom>
        </p:spPr>
        <p:txBody>
          <a:bodyPr lIns="0" tIns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rgbClr val="F26F2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6108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 + Content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DD6C10C3-E074-0C49-8450-832F751BA67D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335360" y="1500473"/>
            <a:ext cx="5565841" cy="4578580"/>
          </a:xfrm>
          <a:prstGeom prst="rect">
            <a:avLst/>
          </a:prstGeom>
        </p:spPr>
        <p:txBody>
          <a:bodyPr lIns="0" tIns="0">
            <a:normAutofit/>
          </a:bodyPr>
          <a:lstStyle>
            <a:lvl1pPr marL="0" indent="0">
              <a:spcBef>
                <a:spcPts val="0"/>
              </a:spcBef>
              <a:buClr>
                <a:srgbClr val="FF8909"/>
              </a:buClr>
              <a:buFont typeface="Wingdings" panose="05000000000000000000" pitchFamily="2" charset="2"/>
              <a:buNone/>
              <a:defRPr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00" indent="-182880">
              <a:buClr>
                <a:srgbClr val="FF8909"/>
              </a:buClr>
              <a:buFont typeface="Calibri" panose="020F0502020204030204" pitchFamily="34" charset="0"/>
              <a:buChar char="‒"/>
              <a:defRPr sz="1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731520" indent="-182880">
              <a:buClr>
                <a:srgbClr val="FF8909"/>
              </a:buClr>
              <a:buFontTx/>
              <a:buChar char="•"/>
              <a:defRPr sz="1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D675E4F0-B60C-714D-B3A8-CA1446E74ECA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6246221" y="1510580"/>
            <a:ext cx="5511444" cy="4578580"/>
          </a:xfrm>
          <a:prstGeom prst="rect">
            <a:avLst/>
          </a:prstGeom>
        </p:spPr>
        <p:txBody>
          <a:bodyPr lIns="0" tIns="0">
            <a:normAutofit/>
          </a:bodyPr>
          <a:lstStyle>
            <a:lvl1pPr marL="0" indent="0">
              <a:spcBef>
                <a:spcPts val="0"/>
              </a:spcBef>
              <a:buClr>
                <a:srgbClr val="FF8909"/>
              </a:buClr>
              <a:buFont typeface="Wingdings" panose="05000000000000000000" pitchFamily="2" charset="2"/>
              <a:buNone/>
              <a:defRPr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00" indent="-182880">
              <a:buClr>
                <a:srgbClr val="FF8909"/>
              </a:buClr>
              <a:defRPr lang="en-US" sz="1400" kern="1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731520" indent="-182880">
              <a:buClr>
                <a:srgbClr val="FF8909"/>
              </a:buClr>
              <a:buFontTx/>
              <a:buChar char="•"/>
              <a:defRPr sz="1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</a:lstStyle>
          <a:p>
            <a:pPr lvl="0"/>
            <a:r>
              <a:rPr lang="en-US"/>
              <a:t>Edit Master text styles</a:t>
            </a:r>
          </a:p>
          <a:p>
            <a:pPr marL="457200" lvl="1" indent="-18288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8909"/>
              </a:buClr>
              <a:buFont typeface="Calibri" panose="020F0502020204030204" pitchFamily="34" charset="0"/>
              <a:buChar char="‒"/>
              <a:tabLst/>
            </a:pPr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9272955C-418C-024E-9C4A-296A4F29BC93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335360" y="250935"/>
            <a:ext cx="11383555" cy="304403"/>
          </a:xfrm>
          <a:prstGeom prst="rect">
            <a:avLst/>
          </a:prstGeom>
        </p:spPr>
        <p:txBody>
          <a:bodyPr lIns="0" tIns="0" rIns="0" bIns="36000">
            <a:noAutofit/>
          </a:bodyPr>
          <a:lstStyle>
            <a:lvl1pPr>
              <a:defRPr sz="2400" b="1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E2681BE2-72B9-EB48-8FCC-68773198BE6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5360" y="673212"/>
            <a:ext cx="11383555" cy="275745"/>
          </a:xfrm>
          <a:prstGeom prst="rect">
            <a:avLst/>
          </a:prstGeom>
        </p:spPr>
        <p:txBody>
          <a:bodyPr lIns="0" tIns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rgbClr val="F26F2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en-US"/>
          </a:p>
        </p:txBody>
      </p:sp>
      <p:pic>
        <p:nvPicPr>
          <p:cNvPr id="33" name="Google Shape;107;p19">
            <a:extLst>
              <a:ext uri="{FF2B5EF4-FFF2-40B4-BE49-F238E27FC236}">
                <a16:creationId xmlns:a16="http://schemas.microsoft.com/office/drawing/2014/main" id="{CDD4B035-DA6B-AB43-9D6A-6E502F460B32}"/>
              </a:ext>
            </a:extLst>
          </p:cNvPr>
          <p:cNvPicPr/>
          <p:nvPr userDrawn="1"/>
        </p:nvPicPr>
        <p:blipFill>
          <a:blip r:embed="rId2"/>
          <a:stretch/>
        </p:blipFill>
        <p:spPr>
          <a:xfrm>
            <a:off x="-962" y="6362184"/>
            <a:ext cx="12191520" cy="523200"/>
          </a:xfrm>
          <a:prstGeom prst="rect">
            <a:avLst/>
          </a:prstGeom>
          <a:ln w="0">
            <a:noFill/>
          </a:ln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E5FA71EE-576C-2545-A2BF-E933B0C2CF83}"/>
              </a:ext>
            </a:extLst>
          </p:cNvPr>
          <p:cNvSpPr/>
          <p:nvPr userDrawn="1"/>
        </p:nvSpPr>
        <p:spPr>
          <a:xfrm>
            <a:off x="11547063" y="641909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C1011FA-2316-5548-B2E0-CB4CB1F6F4BC}"/>
              </a:ext>
            </a:extLst>
          </p:cNvPr>
          <p:cNvSpPr/>
          <p:nvPr userDrawn="1"/>
        </p:nvSpPr>
        <p:spPr>
          <a:xfrm>
            <a:off x="11547063" y="646557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pic>
        <p:nvPicPr>
          <p:cNvPr id="12" name="Google Shape;108;p19">
            <a:extLst>
              <a:ext uri="{FF2B5EF4-FFF2-40B4-BE49-F238E27FC236}">
                <a16:creationId xmlns:a16="http://schemas.microsoft.com/office/drawing/2014/main" id="{369DC527-CF70-6647-84D0-22F2BE08459D}"/>
              </a:ext>
            </a:extLst>
          </p:cNvPr>
          <p:cNvPicPr/>
          <p:nvPr userDrawn="1"/>
        </p:nvPicPr>
        <p:blipFill>
          <a:blip r:embed="rId3" cstate="print"/>
          <a:stretch/>
        </p:blipFill>
        <p:spPr>
          <a:xfrm>
            <a:off x="389760" y="6451464"/>
            <a:ext cx="1264320" cy="344640"/>
          </a:xfrm>
          <a:prstGeom prst="rect">
            <a:avLst/>
          </a:prstGeom>
          <a:ln w="0">
            <a:noFill/>
          </a:ln>
        </p:spPr>
      </p:pic>
      <p:sp>
        <p:nvSpPr>
          <p:cNvPr id="13" name="Google Shape;109;p19">
            <a:extLst>
              <a:ext uri="{FF2B5EF4-FFF2-40B4-BE49-F238E27FC236}">
                <a16:creationId xmlns:a16="http://schemas.microsoft.com/office/drawing/2014/main" id="{5B04739F-92C3-824A-814C-C81A30748DB2}"/>
              </a:ext>
            </a:extLst>
          </p:cNvPr>
          <p:cNvSpPr/>
          <p:nvPr userDrawn="1"/>
        </p:nvSpPr>
        <p:spPr>
          <a:xfrm>
            <a:off x="9281760" y="6541678"/>
            <a:ext cx="1931040" cy="16421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1520">
              <a:lnSpc>
                <a:spcPct val="100000"/>
              </a:lnSpc>
              <a:tabLst>
                <a:tab pos="0" algn="l"/>
              </a:tabLst>
            </a:pPr>
            <a:r>
              <a:rPr lang="en" sz="1067" b="0" u="none" strike="noStrike">
                <a:uFillTx/>
                <a:latin typeface="Calibri"/>
                <a:ea typeface="Calibri"/>
              </a:rPr>
              <a:t>Tavant Proprietary &amp; Confidential</a:t>
            </a:r>
            <a:endParaRPr lang="en-IN" sz="1067" b="0" u="none" strike="noStrike">
              <a:uFillTx/>
              <a:latin typeface="Arial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AC0BC45-100A-D94A-B3C0-FD7DDACB300F}"/>
              </a:ext>
            </a:extLst>
          </p:cNvPr>
          <p:cNvSpPr txBox="1"/>
          <p:nvPr userDrawn="1"/>
        </p:nvSpPr>
        <p:spPr>
          <a:xfrm>
            <a:off x="11502039" y="6495512"/>
            <a:ext cx="349775" cy="256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954E5BDB-61AA-4049-AE86-82CC72DFC771}" type="slidenum">
              <a:rPr lang="en-US" sz="1067" smtClean="0">
                <a:solidFill>
                  <a:schemeClr val="bg1"/>
                </a:solidFill>
              </a:rPr>
              <a:t>‹#›</a:t>
            </a:fld>
            <a:endParaRPr lang="en-US" sz="1067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129968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7F1A68EF-78CF-514A-AF50-78A6EDDF25E6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906245" y="1544167"/>
            <a:ext cx="2630659" cy="907489"/>
          </a:xfrm>
          <a:prstGeom prst="rect">
            <a:avLst/>
          </a:prstGeom>
          <a:solidFill>
            <a:schemeClr val="bg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Insert picture here</a:t>
            </a:r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172CE4D9-BFA0-DB46-95E1-45F4236C627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39539" y="1841755"/>
            <a:ext cx="3344164" cy="3344164"/>
          </a:xfrm>
          <a:prstGeom prst="ellipse">
            <a:avLst/>
          </a:prstGeom>
          <a:solidFill>
            <a:schemeClr val="tx2"/>
          </a:solidFill>
        </p:spPr>
        <p:txBody>
          <a:bodyPr lIns="0" anchor="ctr"/>
          <a:lstStyle>
            <a:lvl1pPr marL="143997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25699C5-1CEE-1C43-B692-C1EE8B35CF1D}"/>
              </a:ext>
            </a:extLst>
          </p:cNvPr>
          <p:cNvGrpSpPr/>
          <p:nvPr userDrawn="1"/>
        </p:nvGrpSpPr>
        <p:grpSpPr>
          <a:xfrm>
            <a:off x="3875167" y="1544165"/>
            <a:ext cx="914400" cy="1068080"/>
            <a:chOff x="4080046" y="1228215"/>
            <a:chExt cx="914400" cy="1068080"/>
          </a:xfrm>
          <a:effectLst/>
        </p:grpSpPr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7A35795F-EE7F-EB4E-9818-6FCB9D3C062E}"/>
                </a:ext>
              </a:extLst>
            </p:cNvPr>
            <p:cNvSpPr/>
            <p:nvPr/>
          </p:nvSpPr>
          <p:spPr>
            <a:xfrm rot="16200000" flipH="1" flipV="1">
              <a:off x="4003206" y="1305055"/>
              <a:ext cx="1068080" cy="914400"/>
            </a:xfrm>
            <a:custGeom>
              <a:avLst/>
              <a:gdLst>
                <a:gd name="connsiteX0" fmla="*/ 0 w 1068080"/>
                <a:gd name="connsiteY0" fmla="*/ 914400 h 914400"/>
                <a:gd name="connsiteX1" fmla="*/ 0 w 1068080"/>
                <a:gd name="connsiteY1" fmla="*/ 0 h 914400"/>
                <a:gd name="connsiteX2" fmla="*/ 914400 w 1068080"/>
                <a:gd name="connsiteY2" fmla="*/ 0 h 914400"/>
                <a:gd name="connsiteX3" fmla="*/ 914400 w 1068080"/>
                <a:gd name="connsiteY3" fmla="*/ 760720 h 914400"/>
                <a:gd name="connsiteX4" fmla="*/ 1068080 w 1068080"/>
                <a:gd name="connsiteY4" fmla="*/ 914400 h 914400"/>
                <a:gd name="connsiteX5" fmla="*/ 914400 w 1068080"/>
                <a:gd name="connsiteY5" fmla="*/ 914400 h 914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68080" h="914400">
                  <a:moveTo>
                    <a:pt x="0" y="914400"/>
                  </a:moveTo>
                  <a:lnTo>
                    <a:pt x="0" y="0"/>
                  </a:lnTo>
                  <a:lnTo>
                    <a:pt x="914400" y="0"/>
                  </a:lnTo>
                  <a:lnTo>
                    <a:pt x="914400" y="760720"/>
                  </a:lnTo>
                  <a:lnTo>
                    <a:pt x="1068080" y="914400"/>
                  </a:lnTo>
                  <a:lnTo>
                    <a:pt x="914400" y="914400"/>
                  </a:lnTo>
                  <a:close/>
                </a:path>
              </a:pathLst>
            </a:custGeom>
            <a:solidFill>
              <a:srgbClr val="F26F26"/>
            </a:solidFill>
            <a:ln w="63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r"/>
              <a:endParaRPr lang="en-US" sz="1800"/>
            </a:p>
          </p:txBody>
        </p:sp>
        <p:sp>
          <p:nvSpPr>
            <p:cNvPr id="20" name="Shape 3626">
              <a:extLst>
                <a:ext uri="{FF2B5EF4-FFF2-40B4-BE49-F238E27FC236}">
                  <a16:creationId xmlns:a16="http://schemas.microsoft.com/office/drawing/2014/main" id="{A5160A46-DAFD-C94F-981B-8E4D809678AB}"/>
                </a:ext>
              </a:extLst>
            </p:cNvPr>
            <p:cNvSpPr/>
            <p:nvPr/>
          </p:nvSpPr>
          <p:spPr>
            <a:xfrm>
              <a:off x="4315992" y="1489297"/>
              <a:ext cx="456990" cy="4154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5709" y="8100"/>
                  </a:moveTo>
                  <a:cubicBezTo>
                    <a:pt x="14896" y="8100"/>
                    <a:pt x="14236" y="8826"/>
                    <a:pt x="14236" y="9720"/>
                  </a:cubicBezTo>
                  <a:cubicBezTo>
                    <a:pt x="14236" y="10615"/>
                    <a:pt x="14896" y="11340"/>
                    <a:pt x="15709" y="11340"/>
                  </a:cubicBezTo>
                  <a:cubicBezTo>
                    <a:pt x="16522" y="11340"/>
                    <a:pt x="17182" y="10615"/>
                    <a:pt x="17182" y="9720"/>
                  </a:cubicBezTo>
                  <a:cubicBezTo>
                    <a:pt x="17182" y="8826"/>
                    <a:pt x="16522" y="8100"/>
                    <a:pt x="15709" y="8100"/>
                  </a:cubicBezTo>
                  <a:moveTo>
                    <a:pt x="10800" y="18360"/>
                  </a:moveTo>
                  <a:cubicBezTo>
                    <a:pt x="9864" y="18360"/>
                    <a:pt x="8922" y="18237"/>
                    <a:pt x="7998" y="17995"/>
                  </a:cubicBezTo>
                  <a:cubicBezTo>
                    <a:pt x="7923" y="17975"/>
                    <a:pt x="7846" y="17965"/>
                    <a:pt x="7770" y="17965"/>
                  </a:cubicBezTo>
                  <a:cubicBezTo>
                    <a:pt x="7646" y="17965"/>
                    <a:pt x="7522" y="17991"/>
                    <a:pt x="7406" y="18043"/>
                  </a:cubicBezTo>
                  <a:lnTo>
                    <a:pt x="3352" y="19826"/>
                  </a:lnTo>
                  <a:lnTo>
                    <a:pt x="4013" y="16735"/>
                  </a:lnTo>
                  <a:cubicBezTo>
                    <a:pt x="4098" y="16339"/>
                    <a:pt x="3972" y="15924"/>
                    <a:pt x="3689" y="15662"/>
                  </a:cubicBezTo>
                  <a:cubicBezTo>
                    <a:pt x="1944" y="14045"/>
                    <a:pt x="982" y="11934"/>
                    <a:pt x="982" y="9720"/>
                  </a:cubicBezTo>
                  <a:cubicBezTo>
                    <a:pt x="982" y="4956"/>
                    <a:pt x="5387" y="1080"/>
                    <a:pt x="10800" y="1080"/>
                  </a:cubicBezTo>
                  <a:cubicBezTo>
                    <a:pt x="16214" y="1080"/>
                    <a:pt x="20618" y="4956"/>
                    <a:pt x="20618" y="9720"/>
                  </a:cubicBezTo>
                  <a:cubicBezTo>
                    <a:pt x="20618" y="14484"/>
                    <a:pt x="16214" y="18360"/>
                    <a:pt x="10800" y="18360"/>
                  </a:cubicBezTo>
                  <a:moveTo>
                    <a:pt x="10800" y="0"/>
                  </a:moveTo>
                  <a:cubicBezTo>
                    <a:pt x="4835" y="0"/>
                    <a:pt x="0" y="4352"/>
                    <a:pt x="0" y="9720"/>
                  </a:cubicBezTo>
                  <a:cubicBezTo>
                    <a:pt x="0" y="12353"/>
                    <a:pt x="1168" y="14738"/>
                    <a:pt x="3057" y="16488"/>
                  </a:cubicBezTo>
                  <a:lnTo>
                    <a:pt x="1964" y="21600"/>
                  </a:lnTo>
                  <a:lnTo>
                    <a:pt x="7770" y="19046"/>
                  </a:lnTo>
                  <a:cubicBezTo>
                    <a:pt x="8732" y="19298"/>
                    <a:pt x="9747" y="19440"/>
                    <a:pt x="10800" y="19440"/>
                  </a:cubicBezTo>
                  <a:cubicBezTo>
                    <a:pt x="16765" y="19440"/>
                    <a:pt x="21600" y="15089"/>
                    <a:pt x="21600" y="9720"/>
                  </a:cubicBezTo>
                  <a:cubicBezTo>
                    <a:pt x="21600" y="4352"/>
                    <a:pt x="16765" y="0"/>
                    <a:pt x="10800" y="0"/>
                  </a:cubicBezTo>
                  <a:moveTo>
                    <a:pt x="10800" y="8100"/>
                  </a:moveTo>
                  <a:cubicBezTo>
                    <a:pt x="9987" y="8100"/>
                    <a:pt x="9327" y="8826"/>
                    <a:pt x="9327" y="9720"/>
                  </a:cubicBezTo>
                  <a:cubicBezTo>
                    <a:pt x="9327" y="10615"/>
                    <a:pt x="9987" y="11340"/>
                    <a:pt x="10800" y="11340"/>
                  </a:cubicBezTo>
                  <a:cubicBezTo>
                    <a:pt x="11613" y="11340"/>
                    <a:pt x="12273" y="10615"/>
                    <a:pt x="12273" y="9720"/>
                  </a:cubicBezTo>
                  <a:cubicBezTo>
                    <a:pt x="12273" y="8826"/>
                    <a:pt x="11613" y="8100"/>
                    <a:pt x="10800" y="8100"/>
                  </a:cubicBezTo>
                  <a:moveTo>
                    <a:pt x="5891" y="8100"/>
                  </a:moveTo>
                  <a:cubicBezTo>
                    <a:pt x="5078" y="8100"/>
                    <a:pt x="4418" y="8826"/>
                    <a:pt x="4418" y="9720"/>
                  </a:cubicBezTo>
                  <a:cubicBezTo>
                    <a:pt x="4418" y="10615"/>
                    <a:pt x="5078" y="11340"/>
                    <a:pt x="5891" y="11340"/>
                  </a:cubicBezTo>
                  <a:cubicBezTo>
                    <a:pt x="6704" y="11340"/>
                    <a:pt x="7364" y="10615"/>
                    <a:pt x="7364" y="9720"/>
                  </a:cubicBezTo>
                  <a:cubicBezTo>
                    <a:pt x="7364" y="8826"/>
                    <a:pt x="6704" y="8100"/>
                    <a:pt x="5891" y="8100"/>
                  </a:cubicBezTo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endParaRPr sz="1800">
                <a:solidFill>
                  <a:prstClr val="black"/>
                </a:solidFill>
              </a:endParaRPr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E4F0FBAD-A234-3B43-A2F0-7CEAF4D27D0A}"/>
              </a:ext>
            </a:extLst>
          </p:cNvPr>
          <p:cNvSpPr/>
          <p:nvPr userDrawn="1"/>
        </p:nvSpPr>
        <p:spPr>
          <a:xfrm>
            <a:off x="9142855" y="5209300"/>
            <a:ext cx="3049148" cy="564045"/>
          </a:xfrm>
          <a:prstGeom prst="rect">
            <a:avLst/>
          </a:prstGeom>
          <a:solidFill>
            <a:srgbClr val="F26F2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pPr>
              <a:lnSpc>
                <a:spcPct val="130000"/>
              </a:lnSpc>
            </a:pPr>
            <a:endParaRPr lang="en-US" sz="1000">
              <a:solidFill>
                <a:srgbClr val="FFFFFF">
                  <a:alpha val="70000"/>
                </a:srgbClr>
              </a:solidFill>
            </a:endParaRPr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427D351E-60EE-6940-9B6E-9B571A7B6AB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75089" y="2873328"/>
            <a:ext cx="7703355" cy="211776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7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3">
            <a:extLst>
              <a:ext uri="{FF2B5EF4-FFF2-40B4-BE49-F238E27FC236}">
                <a16:creationId xmlns:a16="http://schemas.microsoft.com/office/drawing/2014/main" id="{047B03C1-1172-734A-BD21-A86537563DD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223817" y="5305285"/>
            <a:ext cx="2944435" cy="379255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3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700" indent="0">
              <a:buNone/>
              <a:defRPr sz="13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236519" indent="0">
              <a:buNone/>
              <a:defRPr sz="1000"/>
            </a:lvl3pPr>
            <a:lvl4pPr marL="460339" indent="0">
              <a:buNone/>
              <a:defRPr sz="1000"/>
            </a:lvl4pPr>
            <a:lvl5pPr marL="696860" indent="0">
              <a:buNone/>
              <a:defRPr sz="1000"/>
            </a:lvl5pPr>
          </a:lstStyle>
          <a:p>
            <a:pPr lvl="0"/>
            <a:r>
              <a:rPr lang="en-US"/>
              <a:t>Name</a:t>
            </a:r>
          </a:p>
          <a:p>
            <a:pPr lvl="1"/>
            <a:r>
              <a:rPr lang="en-US"/>
              <a:t>Title and / Company Name</a:t>
            </a:r>
          </a:p>
        </p:txBody>
      </p:sp>
      <p:sp>
        <p:nvSpPr>
          <p:cNvPr id="26" name="Title Placeholder 1">
            <a:extLst>
              <a:ext uri="{FF2B5EF4-FFF2-40B4-BE49-F238E27FC236}">
                <a16:creationId xmlns:a16="http://schemas.microsoft.com/office/drawing/2014/main" id="{7412CAB3-6294-0143-83F8-C37AB6D063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5360" y="260648"/>
            <a:ext cx="11394871" cy="359457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>
              <a:defRPr sz="2400" b="1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85552991-F842-6049-BE82-A49E4A9EEDA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5360" y="586919"/>
            <a:ext cx="11394871" cy="395790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rgbClr val="F77A3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700" indent="0">
              <a:buNone/>
              <a:defRPr sz="1800">
                <a:solidFill>
                  <a:schemeClr val="accent1"/>
                </a:solidFill>
              </a:defRPr>
            </a:lvl2pPr>
            <a:lvl3pPr>
              <a:defRPr sz="1800">
                <a:solidFill>
                  <a:schemeClr val="accent1"/>
                </a:solidFill>
              </a:defRPr>
            </a:lvl3pPr>
            <a:lvl4pPr>
              <a:defRPr sz="1800">
                <a:solidFill>
                  <a:schemeClr val="accent1"/>
                </a:solidFill>
              </a:defRPr>
            </a:lvl4pPr>
            <a:lvl5pPr>
              <a:defRPr sz="18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39" name="Google Shape;107;p19">
            <a:extLst>
              <a:ext uri="{FF2B5EF4-FFF2-40B4-BE49-F238E27FC236}">
                <a16:creationId xmlns:a16="http://schemas.microsoft.com/office/drawing/2014/main" id="{E9A427ED-9CB6-FD47-85CC-7B4EDF819FCF}"/>
              </a:ext>
            </a:extLst>
          </p:cNvPr>
          <p:cNvPicPr/>
          <p:nvPr userDrawn="1"/>
        </p:nvPicPr>
        <p:blipFill>
          <a:blip r:embed="rId2"/>
          <a:stretch/>
        </p:blipFill>
        <p:spPr>
          <a:xfrm>
            <a:off x="-962" y="6362184"/>
            <a:ext cx="12191520" cy="523200"/>
          </a:xfrm>
          <a:prstGeom prst="rect">
            <a:avLst/>
          </a:prstGeom>
          <a:ln w="0">
            <a:noFill/>
          </a:ln>
        </p:spPr>
      </p:pic>
      <p:sp>
        <p:nvSpPr>
          <p:cNvPr id="42" name="Rectangle 41">
            <a:extLst>
              <a:ext uri="{FF2B5EF4-FFF2-40B4-BE49-F238E27FC236}">
                <a16:creationId xmlns:a16="http://schemas.microsoft.com/office/drawing/2014/main" id="{91071548-659B-A748-A906-50D0BAA93563}"/>
              </a:ext>
            </a:extLst>
          </p:cNvPr>
          <p:cNvSpPr/>
          <p:nvPr userDrawn="1"/>
        </p:nvSpPr>
        <p:spPr>
          <a:xfrm>
            <a:off x="11547063" y="641909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CE6F8A3-B8B9-8547-83EB-876058B0C251}"/>
              </a:ext>
            </a:extLst>
          </p:cNvPr>
          <p:cNvSpPr/>
          <p:nvPr userDrawn="1"/>
        </p:nvSpPr>
        <p:spPr>
          <a:xfrm>
            <a:off x="11547063" y="646557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pic>
        <p:nvPicPr>
          <p:cNvPr id="22" name="Google Shape;108;p19">
            <a:extLst>
              <a:ext uri="{FF2B5EF4-FFF2-40B4-BE49-F238E27FC236}">
                <a16:creationId xmlns:a16="http://schemas.microsoft.com/office/drawing/2014/main" id="{127DE38A-4DD8-BD40-82E8-1BF2A4249F32}"/>
              </a:ext>
            </a:extLst>
          </p:cNvPr>
          <p:cNvPicPr/>
          <p:nvPr userDrawn="1"/>
        </p:nvPicPr>
        <p:blipFill>
          <a:blip r:embed="rId3" cstate="print"/>
          <a:stretch/>
        </p:blipFill>
        <p:spPr>
          <a:xfrm>
            <a:off x="389760" y="6451464"/>
            <a:ext cx="1264320" cy="344640"/>
          </a:xfrm>
          <a:prstGeom prst="rect">
            <a:avLst/>
          </a:prstGeom>
          <a:ln w="0">
            <a:noFill/>
          </a:ln>
        </p:spPr>
      </p:pic>
      <p:sp>
        <p:nvSpPr>
          <p:cNvPr id="28" name="Google Shape;109;p19">
            <a:extLst>
              <a:ext uri="{FF2B5EF4-FFF2-40B4-BE49-F238E27FC236}">
                <a16:creationId xmlns:a16="http://schemas.microsoft.com/office/drawing/2014/main" id="{BC1C004E-3C38-1945-9F46-ED1C3823C8C2}"/>
              </a:ext>
            </a:extLst>
          </p:cNvPr>
          <p:cNvSpPr/>
          <p:nvPr userDrawn="1"/>
        </p:nvSpPr>
        <p:spPr>
          <a:xfrm>
            <a:off x="9281760" y="6541678"/>
            <a:ext cx="1931040" cy="16421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1520">
              <a:lnSpc>
                <a:spcPct val="100000"/>
              </a:lnSpc>
              <a:tabLst>
                <a:tab pos="0" algn="l"/>
              </a:tabLst>
            </a:pPr>
            <a:r>
              <a:rPr lang="en" sz="1067" b="0" u="none" strike="noStrike">
                <a:uFillTx/>
                <a:latin typeface="Calibri"/>
                <a:ea typeface="Calibri"/>
              </a:rPr>
              <a:t>Tavant Proprietary &amp; Confidential</a:t>
            </a:r>
            <a:endParaRPr lang="en-IN" sz="1067" b="0" u="none" strike="noStrike">
              <a:uFillTx/>
              <a:latin typeface="Arial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388F005-37D0-CE42-B65A-A56249152E4E}"/>
              </a:ext>
            </a:extLst>
          </p:cNvPr>
          <p:cNvSpPr txBox="1"/>
          <p:nvPr userDrawn="1"/>
        </p:nvSpPr>
        <p:spPr>
          <a:xfrm>
            <a:off x="11502039" y="6495512"/>
            <a:ext cx="349775" cy="256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954E5BDB-61AA-4049-AE86-82CC72DFC771}" type="slidenum">
              <a:rPr lang="en-US" sz="1067" smtClean="0">
                <a:solidFill>
                  <a:schemeClr val="bg1"/>
                </a:solidFill>
              </a:rPr>
              <a:t>‹#›</a:t>
            </a:fld>
            <a:endParaRPr lang="en-US" sz="1067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236154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ulti-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Background pattern&#10;&#10;Description automatically generated">
            <a:extLst>
              <a:ext uri="{FF2B5EF4-FFF2-40B4-BE49-F238E27FC236}">
                <a16:creationId xmlns:a16="http://schemas.microsoft.com/office/drawing/2014/main" id="{A31F6EE1-FAF9-4748-8442-DE1579841B6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708947" cy="68580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DFE0782F-B963-6443-9D13-171333041557}"/>
              </a:ext>
            </a:extLst>
          </p:cNvPr>
          <p:cNvSpPr/>
          <p:nvPr userDrawn="1"/>
        </p:nvSpPr>
        <p:spPr>
          <a:xfrm>
            <a:off x="-19232" y="1425236"/>
            <a:ext cx="2827607" cy="11412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88900" dir="4320000" sx="94000" sy="94000" algn="tl" rotWithShape="0">
              <a:prstClr val="black">
                <a:alpha val="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pPr>
              <a:lnSpc>
                <a:spcPct val="130000"/>
              </a:lnSpc>
            </a:pPr>
            <a:endParaRPr lang="en-US" sz="1000">
              <a:solidFill>
                <a:srgbClr val="FFFFFF">
                  <a:alpha val="70000"/>
                </a:srgbClr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074E92C-E0A6-2A4F-A6A3-1DF154BDB0C6}"/>
              </a:ext>
            </a:extLst>
          </p:cNvPr>
          <p:cNvSpPr/>
          <p:nvPr userDrawn="1"/>
        </p:nvSpPr>
        <p:spPr>
          <a:xfrm>
            <a:off x="-19232" y="3031261"/>
            <a:ext cx="2827607" cy="114270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88900" dir="4320000" sx="94000" sy="94000" algn="tl" rotWithShape="0">
              <a:prstClr val="black">
                <a:alpha val="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pPr>
              <a:lnSpc>
                <a:spcPct val="130000"/>
              </a:lnSpc>
            </a:pPr>
            <a:endParaRPr lang="en-US" sz="1000">
              <a:solidFill>
                <a:srgbClr val="FFFFFF">
                  <a:alpha val="70000"/>
                </a:srgbClr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88B11DC-A307-B34B-A9A0-2088CC11D1B5}"/>
              </a:ext>
            </a:extLst>
          </p:cNvPr>
          <p:cNvSpPr/>
          <p:nvPr userDrawn="1"/>
        </p:nvSpPr>
        <p:spPr>
          <a:xfrm>
            <a:off x="-19235" y="4645113"/>
            <a:ext cx="2850872" cy="114270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88900" dir="4320000" sx="94000" sy="94000" algn="tl" rotWithShape="0">
              <a:prstClr val="black">
                <a:alpha val="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pPr>
              <a:lnSpc>
                <a:spcPct val="130000"/>
              </a:lnSpc>
            </a:pPr>
            <a:endParaRPr lang="en-US" sz="1000">
              <a:solidFill>
                <a:srgbClr val="FFFFFF">
                  <a:alpha val="70000"/>
                </a:srgbClr>
              </a:solidFill>
            </a:endParaRPr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63508572-8A01-8D4D-A082-0153FAECDA5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9241" y="1460216"/>
            <a:ext cx="2630659" cy="1067215"/>
          </a:xfrm>
          <a:prstGeom prst="rect">
            <a:avLst/>
          </a:prstGeom>
          <a:solidFill>
            <a:schemeClr val="bg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Insert picture here</a:t>
            </a:r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509BC466-5364-F248-A9BB-A7205006EBC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9241" y="3069007"/>
            <a:ext cx="2630659" cy="1067215"/>
          </a:xfrm>
          <a:prstGeom prst="rect">
            <a:avLst/>
          </a:prstGeom>
          <a:solidFill>
            <a:schemeClr val="bg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Insert picture here</a:t>
            </a:r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8F18B2EC-869D-294A-84BE-19419C8759C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9241" y="4682861"/>
            <a:ext cx="2630659" cy="1067215"/>
          </a:xfrm>
          <a:prstGeom prst="rect">
            <a:avLst/>
          </a:prstGeom>
          <a:solidFill>
            <a:schemeClr val="bg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Insert picture here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D66A523-8968-9A44-8378-5FA43D65C3F0}"/>
              </a:ext>
            </a:extLst>
          </p:cNvPr>
          <p:cNvGrpSpPr/>
          <p:nvPr userDrawn="1"/>
        </p:nvGrpSpPr>
        <p:grpSpPr>
          <a:xfrm>
            <a:off x="3093530" y="1425234"/>
            <a:ext cx="8955135" cy="1142707"/>
            <a:chOff x="2036621" y="2839762"/>
            <a:chExt cx="8889677" cy="1142706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BBA393B0-92BA-274F-A8E3-5F9FBA325374}"/>
                </a:ext>
              </a:extLst>
            </p:cNvPr>
            <p:cNvSpPr/>
            <p:nvPr/>
          </p:nvSpPr>
          <p:spPr>
            <a:xfrm>
              <a:off x="2036621" y="2839762"/>
              <a:ext cx="8889677" cy="114270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74320" tIns="0" rtlCol="0" anchor="ctr">
              <a:normAutofit/>
            </a:bodyPr>
            <a:lstStyle/>
            <a:p>
              <a:pPr>
                <a:spcBef>
                  <a:spcPts val="500"/>
                </a:spcBef>
              </a:pPr>
              <a:endParaRPr lang="en-US" sz="100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6BFEAAD3-04CD-084A-BE79-353903F4C762}"/>
                </a:ext>
              </a:extLst>
            </p:cNvPr>
            <p:cNvSpPr/>
            <p:nvPr/>
          </p:nvSpPr>
          <p:spPr>
            <a:xfrm>
              <a:off x="2036622" y="2839762"/>
              <a:ext cx="68400" cy="1141200"/>
            </a:xfrm>
            <a:prstGeom prst="rect">
              <a:avLst/>
            </a:prstGeom>
            <a:solidFill>
              <a:srgbClr val="F26F26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E6246DF-E3DC-AE4B-91E9-B462910F4A64}"/>
              </a:ext>
            </a:extLst>
          </p:cNvPr>
          <p:cNvGrpSpPr/>
          <p:nvPr userDrawn="1"/>
        </p:nvGrpSpPr>
        <p:grpSpPr>
          <a:xfrm>
            <a:off x="3093530" y="3036681"/>
            <a:ext cx="8955135" cy="1142707"/>
            <a:chOff x="2036620" y="2839762"/>
            <a:chExt cx="8889677" cy="1142706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2A8754EB-2C65-D944-93F1-C626E3A6B4D2}"/>
                </a:ext>
              </a:extLst>
            </p:cNvPr>
            <p:cNvSpPr/>
            <p:nvPr/>
          </p:nvSpPr>
          <p:spPr>
            <a:xfrm>
              <a:off x="2036620" y="2839762"/>
              <a:ext cx="8889677" cy="114270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74320" tIns="0" rtlCol="0" anchor="ctr">
              <a:normAutofit/>
            </a:bodyPr>
            <a:lstStyle/>
            <a:p>
              <a:pPr>
                <a:spcBef>
                  <a:spcPts val="500"/>
                </a:spcBef>
              </a:pPr>
              <a:endParaRPr lang="en-US" sz="100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45F86AF-1DCD-3E4D-A9CC-781DB4B0F320}"/>
                </a:ext>
              </a:extLst>
            </p:cNvPr>
            <p:cNvSpPr/>
            <p:nvPr/>
          </p:nvSpPr>
          <p:spPr>
            <a:xfrm>
              <a:off x="2036622" y="2839762"/>
              <a:ext cx="68400" cy="1141200"/>
            </a:xfrm>
            <a:prstGeom prst="rect">
              <a:avLst/>
            </a:prstGeom>
            <a:solidFill>
              <a:srgbClr val="F26F26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75419F05-4CEA-B342-9639-4D5B6EF37773}"/>
              </a:ext>
            </a:extLst>
          </p:cNvPr>
          <p:cNvGrpSpPr/>
          <p:nvPr userDrawn="1"/>
        </p:nvGrpSpPr>
        <p:grpSpPr>
          <a:xfrm>
            <a:off x="3093530" y="4646621"/>
            <a:ext cx="8955135" cy="1142707"/>
            <a:chOff x="2036620" y="2839762"/>
            <a:chExt cx="8889677" cy="1142706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A68F47E5-95F9-9444-9988-6E7877D8C9AB}"/>
                </a:ext>
              </a:extLst>
            </p:cNvPr>
            <p:cNvSpPr/>
            <p:nvPr/>
          </p:nvSpPr>
          <p:spPr>
            <a:xfrm>
              <a:off x="2036620" y="2839762"/>
              <a:ext cx="8889677" cy="114270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74320" tIns="0" rtlCol="0" anchor="ctr">
              <a:normAutofit/>
            </a:bodyPr>
            <a:lstStyle/>
            <a:p>
              <a:pPr>
                <a:spcBef>
                  <a:spcPts val="500"/>
                </a:spcBef>
              </a:pPr>
              <a:endParaRPr lang="en-US" sz="100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F947AF26-C7A1-C742-9030-8587D8F59279}"/>
                </a:ext>
              </a:extLst>
            </p:cNvPr>
            <p:cNvSpPr/>
            <p:nvPr/>
          </p:nvSpPr>
          <p:spPr>
            <a:xfrm>
              <a:off x="2036622" y="2839762"/>
              <a:ext cx="68400" cy="1141200"/>
            </a:xfrm>
            <a:prstGeom prst="rect">
              <a:avLst/>
            </a:prstGeom>
            <a:solidFill>
              <a:srgbClr val="F26F26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30" name="Title Placeholder 1">
            <a:extLst>
              <a:ext uri="{FF2B5EF4-FFF2-40B4-BE49-F238E27FC236}">
                <a16:creationId xmlns:a16="http://schemas.microsoft.com/office/drawing/2014/main" id="{2780D3FE-B0E6-3B42-A633-8377E471416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0679" y="292216"/>
            <a:ext cx="9939201" cy="359457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>
              <a:defRPr sz="2400" b="1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E58D7833-F9D0-D644-BA2B-B7F2A35B0B9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840679" y="618487"/>
            <a:ext cx="9939201" cy="585516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rgbClr val="F77A3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700" indent="0">
              <a:buNone/>
              <a:defRPr sz="1800">
                <a:solidFill>
                  <a:schemeClr val="accent1"/>
                </a:solidFill>
              </a:defRPr>
            </a:lvl2pPr>
            <a:lvl3pPr>
              <a:defRPr sz="1800">
                <a:solidFill>
                  <a:schemeClr val="accent1"/>
                </a:solidFill>
              </a:defRPr>
            </a:lvl3pPr>
            <a:lvl4pPr>
              <a:defRPr sz="1800">
                <a:solidFill>
                  <a:schemeClr val="accent1"/>
                </a:solidFill>
              </a:defRPr>
            </a:lvl4pPr>
            <a:lvl5pPr>
              <a:defRPr sz="18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2" name="Text Placeholder 3">
            <a:extLst>
              <a:ext uri="{FF2B5EF4-FFF2-40B4-BE49-F238E27FC236}">
                <a16:creationId xmlns:a16="http://schemas.microsoft.com/office/drawing/2014/main" id="{C9599FDE-DDD0-8646-860A-4DAD36235C0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87688" y="1530281"/>
            <a:ext cx="8492192" cy="927083"/>
          </a:xfrm>
          <a:prstGeom prst="rect">
            <a:avLst/>
          </a:prstGeom>
        </p:spPr>
        <p:txBody>
          <a:bodyPr lIns="0" anchor="ctr"/>
          <a:lstStyle>
            <a:lvl1pPr marL="0" indent="0">
              <a:spcBef>
                <a:spcPts val="0"/>
              </a:spcBef>
              <a:buNone/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700" indent="0">
              <a:buNone/>
              <a:defRPr sz="120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236519" indent="0">
              <a:buNone/>
              <a:defRPr sz="1200"/>
            </a:lvl3pPr>
            <a:lvl4pPr marL="460339" indent="0">
              <a:buNone/>
              <a:defRPr sz="1200"/>
            </a:lvl4pPr>
            <a:lvl5pPr marL="696860" indent="0">
              <a:buNone/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36A80E90-3DC6-3440-A865-D9D6EE87FE9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287688" y="3149824"/>
            <a:ext cx="8492192" cy="927083"/>
          </a:xfrm>
          <a:prstGeom prst="rect">
            <a:avLst/>
          </a:prstGeom>
        </p:spPr>
        <p:txBody>
          <a:bodyPr lIns="0" anchor="ctr"/>
          <a:lstStyle>
            <a:lvl1pPr marL="0" indent="0">
              <a:spcBef>
                <a:spcPts val="0"/>
              </a:spcBef>
              <a:buNone/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700" indent="0">
              <a:buNone/>
              <a:defRPr sz="120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236519" indent="0">
              <a:buNone/>
              <a:defRPr sz="1200"/>
            </a:lvl3pPr>
            <a:lvl4pPr marL="460339" indent="0">
              <a:buNone/>
              <a:defRPr sz="1200"/>
            </a:lvl4pPr>
            <a:lvl5pPr marL="696860" indent="0">
              <a:buNone/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690448F4-1B69-404F-8A50-A21A87E0081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87688" y="4752925"/>
            <a:ext cx="8492192" cy="927083"/>
          </a:xfrm>
          <a:prstGeom prst="rect">
            <a:avLst/>
          </a:prstGeom>
        </p:spPr>
        <p:txBody>
          <a:bodyPr lIns="0" anchor="ctr"/>
          <a:lstStyle>
            <a:lvl1pPr marL="0" indent="0">
              <a:spcBef>
                <a:spcPts val="0"/>
              </a:spcBef>
              <a:buNone/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700" indent="0">
              <a:buNone/>
              <a:defRPr sz="120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236519" indent="0">
              <a:buNone/>
              <a:defRPr sz="1200"/>
            </a:lvl3pPr>
            <a:lvl4pPr marL="460339" indent="0">
              <a:buNone/>
              <a:defRPr sz="1200"/>
            </a:lvl4pPr>
            <a:lvl5pPr marL="696860" indent="0">
              <a:buNone/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pic>
        <p:nvPicPr>
          <p:cNvPr id="47" name="Google Shape;107;p19">
            <a:extLst>
              <a:ext uri="{FF2B5EF4-FFF2-40B4-BE49-F238E27FC236}">
                <a16:creationId xmlns:a16="http://schemas.microsoft.com/office/drawing/2014/main" id="{C2FFE17D-1777-5C43-AA92-0EE01B9CF22E}"/>
              </a:ext>
            </a:extLst>
          </p:cNvPr>
          <p:cNvPicPr/>
          <p:nvPr userDrawn="1"/>
        </p:nvPicPr>
        <p:blipFill>
          <a:blip r:embed="rId3"/>
          <a:stretch/>
        </p:blipFill>
        <p:spPr>
          <a:xfrm>
            <a:off x="-962" y="6362184"/>
            <a:ext cx="12191520" cy="523200"/>
          </a:xfrm>
          <a:prstGeom prst="rect">
            <a:avLst/>
          </a:prstGeom>
          <a:ln w="0">
            <a:noFill/>
          </a:ln>
        </p:spPr>
      </p:pic>
      <p:sp>
        <p:nvSpPr>
          <p:cNvPr id="50" name="Rectangle 49">
            <a:extLst>
              <a:ext uri="{FF2B5EF4-FFF2-40B4-BE49-F238E27FC236}">
                <a16:creationId xmlns:a16="http://schemas.microsoft.com/office/drawing/2014/main" id="{C7EF7B37-267B-7C48-AA58-0552D526F140}"/>
              </a:ext>
            </a:extLst>
          </p:cNvPr>
          <p:cNvSpPr/>
          <p:nvPr userDrawn="1"/>
        </p:nvSpPr>
        <p:spPr>
          <a:xfrm>
            <a:off x="11547063" y="641909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1CB7A620-AA13-3B40-B4DC-6D3A09FFB35E}"/>
              </a:ext>
            </a:extLst>
          </p:cNvPr>
          <p:cNvSpPr/>
          <p:nvPr userDrawn="1"/>
        </p:nvSpPr>
        <p:spPr>
          <a:xfrm>
            <a:off x="11547063" y="646557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pic>
        <p:nvPicPr>
          <p:cNvPr id="35" name="Google Shape;108;p19">
            <a:extLst>
              <a:ext uri="{FF2B5EF4-FFF2-40B4-BE49-F238E27FC236}">
                <a16:creationId xmlns:a16="http://schemas.microsoft.com/office/drawing/2014/main" id="{037C3AE3-467C-6245-963A-3229D209C817}"/>
              </a:ext>
            </a:extLst>
          </p:cNvPr>
          <p:cNvPicPr/>
          <p:nvPr userDrawn="1"/>
        </p:nvPicPr>
        <p:blipFill>
          <a:blip r:embed="rId4" cstate="print"/>
          <a:stretch/>
        </p:blipFill>
        <p:spPr>
          <a:xfrm>
            <a:off x="389760" y="6451464"/>
            <a:ext cx="1264320" cy="344640"/>
          </a:xfrm>
          <a:prstGeom prst="rect">
            <a:avLst/>
          </a:prstGeom>
          <a:ln w="0">
            <a:noFill/>
          </a:ln>
        </p:spPr>
      </p:pic>
      <p:sp>
        <p:nvSpPr>
          <p:cNvPr id="36" name="Google Shape;109;p19">
            <a:extLst>
              <a:ext uri="{FF2B5EF4-FFF2-40B4-BE49-F238E27FC236}">
                <a16:creationId xmlns:a16="http://schemas.microsoft.com/office/drawing/2014/main" id="{C239BE22-C820-CC41-91FA-D87B89AE4CC6}"/>
              </a:ext>
            </a:extLst>
          </p:cNvPr>
          <p:cNvSpPr/>
          <p:nvPr userDrawn="1"/>
        </p:nvSpPr>
        <p:spPr>
          <a:xfrm>
            <a:off x="9281760" y="6541678"/>
            <a:ext cx="1931040" cy="16421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1520">
              <a:lnSpc>
                <a:spcPct val="100000"/>
              </a:lnSpc>
              <a:tabLst>
                <a:tab pos="0" algn="l"/>
              </a:tabLst>
            </a:pPr>
            <a:r>
              <a:rPr lang="en" sz="1067" b="0" u="none" strike="noStrike">
                <a:uFillTx/>
                <a:latin typeface="Calibri"/>
                <a:ea typeface="Calibri"/>
              </a:rPr>
              <a:t>Tavant Proprietary &amp; Confidential</a:t>
            </a:r>
            <a:endParaRPr lang="en-IN" sz="1067" b="0" u="none" strike="noStrike">
              <a:uFillTx/>
              <a:latin typeface="Arial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62663A9-D8FB-ED45-93DF-4BE688B74FB4}"/>
              </a:ext>
            </a:extLst>
          </p:cNvPr>
          <p:cNvSpPr txBox="1"/>
          <p:nvPr userDrawn="1"/>
        </p:nvSpPr>
        <p:spPr>
          <a:xfrm>
            <a:off x="11502039" y="6495512"/>
            <a:ext cx="349775" cy="256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954E5BDB-61AA-4049-AE86-82CC72DFC771}" type="slidenum">
              <a:rPr lang="en-US" sz="1067" smtClean="0">
                <a:solidFill>
                  <a:schemeClr val="bg1"/>
                </a:solidFill>
              </a:rPr>
              <a:t>‹#›</a:t>
            </a:fld>
            <a:endParaRPr lang="en-US" sz="1067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848516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ase Study 2 (with cust. log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C3421385-F4BC-4298-8095-150A9DFDC9E1}"/>
              </a:ext>
            </a:extLst>
          </p:cNvPr>
          <p:cNvSpPr/>
          <p:nvPr userDrawn="1"/>
        </p:nvSpPr>
        <p:spPr>
          <a:xfrm>
            <a:off x="-10652" y="-29260"/>
            <a:ext cx="12191999" cy="2579143"/>
          </a:xfrm>
          <a:prstGeom prst="rect">
            <a:avLst/>
          </a:prstGeom>
          <a:solidFill>
            <a:schemeClr val="tx1">
              <a:alpha val="6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602EA92-422B-FE42-9FB4-382D7531EBBA}"/>
              </a:ext>
            </a:extLst>
          </p:cNvPr>
          <p:cNvSpPr/>
          <p:nvPr userDrawn="1"/>
        </p:nvSpPr>
        <p:spPr>
          <a:xfrm>
            <a:off x="0" y="2549885"/>
            <a:ext cx="3302000" cy="43081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A96B7D5D-C3D1-C549-8BCC-AF64CC2AAAF7}"/>
              </a:ext>
            </a:extLst>
          </p:cNvPr>
          <p:cNvSpPr/>
          <p:nvPr userDrawn="1"/>
        </p:nvSpPr>
        <p:spPr>
          <a:xfrm>
            <a:off x="9455788" y="3505203"/>
            <a:ext cx="101600" cy="977900"/>
          </a:xfrm>
          <a:custGeom>
            <a:avLst/>
            <a:gdLst>
              <a:gd name="connsiteX0" fmla="*/ 0 w 101600"/>
              <a:gd name="connsiteY0" fmla="*/ 0 h 977900"/>
              <a:gd name="connsiteX1" fmla="*/ 0 w 101600"/>
              <a:gd name="connsiteY1" fmla="*/ 876300 h 977900"/>
              <a:gd name="connsiteX2" fmla="*/ 101600 w 101600"/>
              <a:gd name="connsiteY2" fmla="*/ 977900 h 977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1600" h="977900">
                <a:moveTo>
                  <a:pt x="0" y="0"/>
                </a:moveTo>
                <a:lnTo>
                  <a:pt x="0" y="876300"/>
                </a:lnTo>
                <a:lnTo>
                  <a:pt x="101600" y="977900"/>
                </a:lnTo>
              </a:path>
            </a:pathLst>
          </a:custGeom>
          <a:noFill/>
          <a:ln>
            <a:solidFill>
              <a:schemeClr val="bg2"/>
            </a:solidFill>
            <a:tailEnd type="oval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2" name="Freeform 21">
            <a:extLst>
              <a:ext uri="{FF2B5EF4-FFF2-40B4-BE49-F238E27FC236}">
                <a16:creationId xmlns:a16="http://schemas.microsoft.com/office/drawing/2014/main" id="{7D6D4901-FA11-9742-B2C7-8BC14BEECC2C}"/>
              </a:ext>
            </a:extLst>
          </p:cNvPr>
          <p:cNvSpPr/>
          <p:nvPr userDrawn="1"/>
        </p:nvSpPr>
        <p:spPr>
          <a:xfrm>
            <a:off x="6636388" y="3505203"/>
            <a:ext cx="101600" cy="977900"/>
          </a:xfrm>
          <a:custGeom>
            <a:avLst/>
            <a:gdLst>
              <a:gd name="connsiteX0" fmla="*/ 0 w 101600"/>
              <a:gd name="connsiteY0" fmla="*/ 0 h 977900"/>
              <a:gd name="connsiteX1" fmla="*/ 0 w 101600"/>
              <a:gd name="connsiteY1" fmla="*/ 876300 h 977900"/>
              <a:gd name="connsiteX2" fmla="*/ 101600 w 101600"/>
              <a:gd name="connsiteY2" fmla="*/ 977900 h 977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1600" h="977900">
                <a:moveTo>
                  <a:pt x="0" y="0"/>
                </a:moveTo>
                <a:lnTo>
                  <a:pt x="0" y="876300"/>
                </a:lnTo>
                <a:lnTo>
                  <a:pt x="101600" y="977900"/>
                </a:lnTo>
              </a:path>
            </a:pathLst>
          </a:custGeom>
          <a:noFill/>
          <a:ln>
            <a:solidFill>
              <a:schemeClr val="bg2"/>
            </a:solidFill>
            <a:tailEnd type="oval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1768E67D-BDDE-1243-9452-E42B8957E59A}"/>
              </a:ext>
            </a:extLst>
          </p:cNvPr>
          <p:cNvSpPr/>
          <p:nvPr userDrawn="1"/>
        </p:nvSpPr>
        <p:spPr>
          <a:xfrm>
            <a:off x="3829688" y="3505203"/>
            <a:ext cx="101600" cy="977900"/>
          </a:xfrm>
          <a:custGeom>
            <a:avLst/>
            <a:gdLst>
              <a:gd name="connsiteX0" fmla="*/ 0 w 101600"/>
              <a:gd name="connsiteY0" fmla="*/ 0 h 977900"/>
              <a:gd name="connsiteX1" fmla="*/ 0 w 101600"/>
              <a:gd name="connsiteY1" fmla="*/ 876300 h 977900"/>
              <a:gd name="connsiteX2" fmla="*/ 101600 w 101600"/>
              <a:gd name="connsiteY2" fmla="*/ 977900 h 977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1600" h="977900">
                <a:moveTo>
                  <a:pt x="0" y="0"/>
                </a:moveTo>
                <a:lnTo>
                  <a:pt x="0" y="876300"/>
                </a:lnTo>
                <a:lnTo>
                  <a:pt x="101600" y="977900"/>
                </a:lnTo>
              </a:path>
            </a:pathLst>
          </a:custGeom>
          <a:noFill/>
          <a:ln>
            <a:solidFill>
              <a:schemeClr val="bg2"/>
            </a:solidFill>
            <a:tailEnd type="oval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B2AE07E-2B21-224D-89B3-CCD8154BF34E}"/>
              </a:ext>
            </a:extLst>
          </p:cNvPr>
          <p:cNvSpPr/>
          <p:nvPr userDrawn="1"/>
        </p:nvSpPr>
        <p:spPr>
          <a:xfrm>
            <a:off x="3761514" y="2908310"/>
            <a:ext cx="609047" cy="609047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pPr>
              <a:lnSpc>
                <a:spcPct val="130000"/>
              </a:lnSpc>
            </a:pPr>
            <a:endParaRPr lang="en-US" sz="1000">
              <a:solidFill>
                <a:srgbClr val="FFFFFF">
                  <a:alpha val="70000"/>
                </a:srgbClr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943B0FD-F6B8-0948-9803-C249EAF6F76F}"/>
              </a:ext>
            </a:extLst>
          </p:cNvPr>
          <p:cNvSpPr/>
          <p:nvPr userDrawn="1"/>
        </p:nvSpPr>
        <p:spPr>
          <a:xfrm>
            <a:off x="6568214" y="2908310"/>
            <a:ext cx="609047" cy="609047"/>
          </a:xfrm>
          <a:prstGeom prst="rect">
            <a:avLst/>
          </a:prstGeom>
          <a:solidFill>
            <a:srgbClr val="F26F2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pPr>
              <a:lnSpc>
                <a:spcPct val="130000"/>
              </a:lnSpc>
            </a:pPr>
            <a:endParaRPr lang="en-US" sz="1000">
              <a:solidFill>
                <a:srgbClr val="FFFFFF">
                  <a:alpha val="70000"/>
                </a:srgbClr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F028114-EBC8-6B41-8D35-2E0367A5C540}"/>
              </a:ext>
            </a:extLst>
          </p:cNvPr>
          <p:cNvSpPr/>
          <p:nvPr userDrawn="1"/>
        </p:nvSpPr>
        <p:spPr>
          <a:xfrm>
            <a:off x="9374914" y="2908310"/>
            <a:ext cx="609047" cy="609047"/>
          </a:xfrm>
          <a:prstGeom prst="rect">
            <a:avLst/>
          </a:prstGeom>
          <a:solidFill>
            <a:srgbClr val="5B9F47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pPr>
              <a:lnSpc>
                <a:spcPct val="130000"/>
              </a:lnSpc>
            </a:pPr>
            <a:endParaRPr lang="en-US" sz="1000">
              <a:solidFill>
                <a:srgbClr val="FFFFFF">
                  <a:alpha val="70000"/>
                </a:srgbClr>
              </a:solidFill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6808619-1B24-2349-B8A7-E4F6A621F8C5}"/>
              </a:ext>
            </a:extLst>
          </p:cNvPr>
          <p:cNvSpPr/>
          <p:nvPr userDrawn="1"/>
        </p:nvSpPr>
        <p:spPr>
          <a:xfrm>
            <a:off x="283319" y="2908307"/>
            <a:ext cx="1818892" cy="121521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pPr>
              <a:lnSpc>
                <a:spcPct val="130000"/>
              </a:lnSpc>
            </a:pPr>
            <a:endParaRPr lang="en-US" sz="1000">
              <a:solidFill>
                <a:srgbClr val="FFFFFF">
                  <a:alpha val="70000"/>
                </a:srgbClr>
              </a:solidFill>
            </a:endParaRPr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957D33FF-4C48-0647-9FC5-C7E7B4EE336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85548" y="3058757"/>
            <a:ext cx="1614437" cy="914315"/>
          </a:xfrm>
          <a:prstGeom prst="rect">
            <a:avLst/>
          </a:prstGeom>
          <a:solidFill>
            <a:schemeClr val="bg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Insert logo here</a:t>
            </a:r>
          </a:p>
        </p:txBody>
      </p:sp>
      <p:sp>
        <p:nvSpPr>
          <p:cNvPr id="32" name="Picture Placeholder 3">
            <a:extLst>
              <a:ext uri="{FF2B5EF4-FFF2-40B4-BE49-F238E27FC236}">
                <a16:creationId xmlns:a16="http://schemas.microsoft.com/office/drawing/2014/main" id="{AD6FEEDC-EB13-4160-A60D-4A752296EE2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1" y="-10320"/>
            <a:ext cx="12192000" cy="2560203"/>
          </a:xfrm>
          <a:prstGeom prst="rect">
            <a:avLst/>
          </a:prstGeom>
          <a:solidFill>
            <a:srgbClr val="77787B"/>
          </a:solidFill>
          <a:effectLst/>
        </p:spPr>
        <p:txBody>
          <a:bodyPr anchor="ctr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Insert picture here</a:t>
            </a:r>
          </a:p>
        </p:txBody>
      </p:sp>
      <p:sp>
        <p:nvSpPr>
          <p:cNvPr id="33" name="Title 3">
            <a:extLst>
              <a:ext uri="{FF2B5EF4-FFF2-40B4-BE49-F238E27FC236}">
                <a16:creationId xmlns:a16="http://schemas.microsoft.com/office/drawing/2014/main" id="{47833366-16DA-4B45-B3F3-404E7B31D3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3826" y="698188"/>
            <a:ext cx="10873208" cy="452845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CASE STUDY</a:t>
            </a:r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54EE1896-8FA0-480E-B794-718252ECEAC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45045" y="1390497"/>
            <a:ext cx="10890770" cy="395107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800" b="0">
                <a:solidFill>
                  <a:schemeClr val="bg1"/>
                </a:solidFill>
              </a:defRPr>
            </a:lvl1pPr>
            <a:lvl2pPr marL="12700" indent="0">
              <a:buNone/>
              <a:defRPr sz="1400"/>
            </a:lvl2pPr>
            <a:lvl3pPr marL="236519" indent="0">
              <a:buNone/>
              <a:defRPr sz="1200"/>
            </a:lvl3pPr>
            <a:lvl4pPr marL="460339" indent="0">
              <a:buNone/>
              <a:defRPr sz="1200"/>
            </a:lvl4pPr>
            <a:lvl5pPr marL="696860" indent="0">
              <a:buNone/>
              <a:defRPr sz="1200"/>
            </a:lvl5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This is your optional subtitle Try to keep this to two lines of type maximum if used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CCEE5CE-8014-42AE-B210-7B2F0A23AD0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059106" y="4330025"/>
            <a:ext cx="2349191" cy="1996831"/>
          </a:xfrm>
          <a:prstGeom prst="rect">
            <a:avLst/>
          </a:prstGeom>
        </p:spPr>
        <p:txBody>
          <a:bodyPr lIns="0"/>
          <a:lstStyle>
            <a:lvl1pPr marL="0" indent="0">
              <a:spcBef>
                <a:spcPts val="0"/>
              </a:spcBef>
              <a:buFontTx/>
              <a:buNone/>
              <a:defRPr lang="en-US" sz="2000" b="1" kern="1200" dirty="0">
                <a:solidFill>
                  <a:srgbClr val="C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/>
              <a:t>Challenges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9">
            <a:extLst>
              <a:ext uri="{FF2B5EF4-FFF2-40B4-BE49-F238E27FC236}">
                <a16:creationId xmlns:a16="http://schemas.microsoft.com/office/drawing/2014/main" id="{468E216A-8343-420D-A420-43521F6EF5A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855138" y="4330025"/>
            <a:ext cx="2349191" cy="1996831"/>
          </a:xfrm>
          <a:prstGeom prst="rect">
            <a:avLst/>
          </a:prstGeom>
        </p:spPr>
        <p:txBody>
          <a:bodyPr lIns="0"/>
          <a:lstStyle>
            <a:lvl1pPr marL="0" indent="0">
              <a:spcBef>
                <a:spcPts val="0"/>
              </a:spcBef>
              <a:buNone/>
              <a:defRPr lang="en-US" sz="2000" b="1" kern="1200" dirty="0">
                <a:solidFill>
                  <a:srgbClr val="F77A33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/>
              <a:t>Solutions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9">
            <a:extLst>
              <a:ext uri="{FF2B5EF4-FFF2-40B4-BE49-F238E27FC236}">
                <a16:creationId xmlns:a16="http://schemas.microsoft.com/office/drawing/2014/main" id="{56A4EA9A-3661-4A8B-8435-8B4D803C7F2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679437" y="4319890"/>
            <a:ext cx="2349191" cy="1996831"/>
          </a:xfrm>
          <a:prstGeom prst="rect">
            <a:avLst/>
          </a:prstGeom>
        </p:spPr>
        <p:txBody>
          <a:bodyPr lIns="0"/>
          <a:lstStyle>
            <a:lvl1pPr marL="0" indent="0">
              <a:spcBef>
                <a:spcPts val="0"/>
              </a:spcBef>
              <a:buNone/>
              <a:defRPr lang="en-US" sz="2000" b="1" kern="1200" dirty="0" smtClean="0">
                <a:solidFill>
                  <a:srgbClr val="5B9F47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/>
              <a:t>Benefits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9">
            <a:extLst>
              <a:ext uri="{FF2B5EF4-FFF2-40B4-BE49-F238E27FC236}">
                <a16:creationId xmlns:a16="http://schemas.microsoft.com/office/drawing/2014/main" id="{28EF49FB-F4F4-49D9-A1FA-779B84D2421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77101" y="4330025"/>
            <a:ext cx="2738171" cy="1996831"/>
          </a:xfrm>
          <a:prstGeom prst="rect">
            <a:avLst/>
          </a:prstGeom>
        </p:spPr>
        <p:txBody>
          <a:bodyPr lIns="0"/>
          <a:lstStyle>
            <a:lvl1pPr marL="0" indent="0">
              <a:spcBef>
                <a:spcPts val="0"/>
              </a:spcBef>
              <a:buNone/>
              <a:defRPr lang="en-US" sz="2000" b="1" kern="1200" dirty="0">
                <a:solidFill>
                  <a:schemeClr val="accent2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/>
              <a:t>Company Name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8" name="Google Shape;107;p19">
            <a:extLst>
              <a:ext uri="{FF2B5EF4-FFF2-40B4-BE49-F238E27FC236}">
                <a16:creationId xmlns:a16="http://schemas.microsoft.com/office/drawing/2014/main" id="{DB40A747-5074-6242-97D2-EC30617C7B81}"/>
              </a:ext>
            </a:extLst>
          </p:cNvPr>
          <p:cNvPicPr/>
          <p:nvPr userDrawn="1"/>
        </p:nvPicPr>
        <p:blipFill>
          <a:blip r:embed="rId2"/>
          <a:stretch/>
        </p:blipFill>
        <p:spPr>
          <a:xfrm>
            <a:off x="-962" y="6362184"/>
            <a:ext cx="12191520" cy="523200"/>
          </a:xfrm>
          <a:prstGeom prst="rect">
            <a:avLst/>
          </a:prstGeom>
          <a:ln w="0">
            <a:noFill/>
          </a:ln>
        </p:spPr>
      </p:pic>
      <p:sp>
        <p:nvSpPr>
          <p:cNvPr id="51" name="Rectangle 50">
            <a:extLst>
              <a:ext uri="{FF2B5EF4-FFF2-40B4-BE49-F238E27FC236}">
                <a16:creationId xmlns:a16="http://schemas.microsoft.com/office/drawing/2014/main" id="{D3D9D323-115D-B049-9550-2631A017BF8C}"/>
              </a:ext>
            </a:extLst>
          </p:cNvPr>
          <p:cNvSpPr/>
          <p:nvPr userDrawn="1"/>
        </p:nvSpPr>
        <p:spPr>
          <a:xfrm>
            <a:off x="11547063" y="641909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7CC769B9-F41B-0C47-8A63-74C517159841}"/>
              </a:ext>
            </a:extLst>
          </p:cNvPr>
          <p:cNvSpPr/>
          <p:nvPr userDrawn="1"/>
        </p:nvSpPr>
        <p:spPr>
          <a:xfrm>
            <a:off x="11547063" y="646557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pic>
        <p:nvPicPr>
          <p:cNvPr id="28" name="Google Shape;108;p19">
            <a:extLst>
              <a:ext uri="{FF2B5EF4-FFF2-40B4-BE49-F238E27FC236}">
                <a16:creationId xmlns:a16="http://schemas.microsoft.com/office/drawing/2014/main" id="{5561D7CB-69E5-2942-B2C9-45E3F133BFE2}"/>
              </a:ext>
            </a:extLst>
          </p:cNvPr>
          <p:cNvPicPr/>
          <p:nvPr userDrawn="1"/>
        </p:nvPicPr>
        <p:blipFill>
          <a:blip r:embed="rId3" cstate="print"/>
          <a:stretch/>
        </p:blipFill>
        <p:spPr>
          <a:xfrm>
            <a:off x="389760" y="6451464"/>
            <a:ext cx="1264320" cy="344640"/>
          </a:xfrm>
          <a:prstGeom prst="rect">
            <a:avLst/>
          </a:prstGeom>
          <a:ln w="0">
            <a:noFill/>
          </a:ln>
        </p:spPr>
      </p:pic>
      <p:sp>
        <p:nvSpPr>
          <p:cNvPr id="29" name="Google Shape;109;p19">
            <a:extLst>
              <a:ext uri="{FF2B5EF4-FFF2-40B4-BE49-F238E27FC236}">
                <a16:creationId xmlns:a16="http://schemas.microsoft.com/office/drawing/2014/main" id="{672E4AAC-C77D-AD4C-943F-963973DF763A}"/>
              </a:ext>
            </a:extLst>
          </p:cNvPr>
          <p:cNvSpPr/>
          <p:nvPr userDrawn="1"/>
        </p:nvSpPr>
        <p:spPr>
          <a:xfrm>
            <a:off x="9281760" y="6541678"/>
            <a:ext cx="1931040" cy="16421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1520">
              <a:lnSpc>
                <a:spcPct val="100000"/>
              </a:lnSpc>
              <a:tabLst>
                <a:tab pos="0" algn="l"/>
              </a:tabLst>
            </a:pPr>
            <a:r>
              <a:rPr lang="en" sz="1067" b="0" u="none" strike="noStrike">
                <a:uFillTx/>
                <a:latin typeface="Calibri"/>
                <a:ea typeface="Calibri"/>
              </a:rPr>
              <a:t>Tavant Proprietary &amp; Confidential</a:t>
            </a:r>
            <a:endParaRPr lang="en-IN" sz="1067" b="0" u="none" strike="noStrike">
              <a:uFillTx/>
              <a:latin typeface="Arial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363D2D6-72DA-DE4B-9649-02A9511EE821}"/>
              </a:ext>
            </a:extLst>
          </p:cNvPr>
          <p:cNvSpPr txBox="1"/>
          <p:nvPr userDrawn="1"/>
        </p:nvSpPr>
        <p:spPr>
          <a:xfrm>
            <a:off x="11502039" y="6495512"/>
            <a:ext cx="349775" cy="256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954E5BDB-61AA-4049-AE86-82CC72DFC771}" type="slidenum">
              <a:rPr lang="en-US" sz="1067" smtClean="0">
                <a:solidFill>
                  <a:schemeClr val="bg1"/>
                </a:solidFill>
              </a:rPr>
              <a:t>‹#›</a:t>
            </a:fld>
            <a:endParaRPr lang="en-US" sz="1067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073616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ulti-Case Stu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51">
            <a:extLst>
              <a:ext uri="{FF2B5EF4-FFF2-40B4-BE49-F238E27FC236}">
                <a16:creationId xmlns:a16="http://schemas.microsoft.com/office/drawing/2014/main" id="{81520782-6445-4D4E-BE45-65BB1CBC8442}"/>
              </a:ext>
            </a:extLst>
          </p:cNvPr>
          <p:cNvSpPr/>
          <p:nvPr userDrawn="1"/>
        </p:nvSpPr>
        <p:spPr>
          <a:xfrm>
            <a:off x="9029487" y="1337201"/>
            <a:ext cx="2700087" cy="46328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41300" dist="38100" dir="8100000" sx="101000" sy="101000" algn="tr" rotWithShape="0">
              <a:prstClr val="black">
                <a:alpha val="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92000" rtlCol="0" anchor="ctr"/>
          <a:lstStyle/>
          <a:p>
            <a:pPr>
              <a:lnSpc>
                <a:spcPct val="130000"/>
              </a:lnSpc>
            </a:pPr>
            <a:endParaRPr lang="en-US" sz="1000">
              <a:solidFill>
                <a:srgbClr val="FFFFFF">
                  <a:alpha val="70000"/>
                </a:srgbClr>
              </a:solidFill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F3A0037-1E72-224F-A7C7-D7940C4F77FB}"/>
              </a:ext>
            </a:extLst>
          </p:cNvPr>
          <p:cNvSpPr/>
          <p:nvPr userDrawn="1"/>
        </p:nvSpPr>
        <p:spPr>
          <a:xfrm>
            <a:off x="6169057" y="1337201"/>
            <a:ext cx="2700087" cy="46328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41300" dist="38100" dir="8100000" sx="101000" sy="101000" algn="tr" rotWithShape="0">
              <a:prstClr val="black">
                <a:alpha val="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92000" rtlCol="0" anchor="ctr"/>
          <a:lstStyle/>
          <a:p>
            <a:pPr>
              <a:lnSpc>
                <a:spcPct val="130000"/>
              </a:lnSpc>
            </a:pPr>
            <a:endParaRPr lang="en-US" sz="1000">
              <a:solidFill>
                <a:srgbClr val="FFFFFF">
                  <a:alpha val="70000"/>
                </a:srgbClr>
              </a:solidFill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2C7EC690-CF21-CC41-B09B-7AAC0A1A85DA}"/>
              </a:ext>
            </a:extLst>
          </p:cNvPr>
          <p:cNvSpPr/>
          <p:nvPr userDrawn="1"/>
        </p:nvSpPr>
        <p:spPr>
          <a:xfrm>
            <a:off x="3308626" y="1337201"/>
            <a:ext cx="2700087" cy="46328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41300" dist="38100" dir="8100000" sx="101000" sy="101000" algn="tr" rotWithShape="0">
              <a:prstClr val="black">
                <a:alpha val="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92000" rtlCol="0" anchor="ctr"/>
          <a:lstStyle/>
          <a:p>
            <a:pPr>
              <a:lnSpc>
                <a:spcPct val="130000"/>
              </a:lnSpc>
            </a:pPr>
            <a:endParaRPr lang="en-US" sz="1000">
              <a:solidFill>
                <a:srgbClr val="FFFFFF">
                  <a:alpha val="70000"/>
                </a:srgbClr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7998594-4779-DA40-B080-0BF035DBB086}"/>
              </a:ext>
            </a:extLst>
          </p:cNvPr>
          <p:cNvSpPr/>
          <p:nvPr/>
        </p:nvSpPr>
        <p:spPr>
          <a:xfrm>
            <a:off x="463826" y="1337201"/>
            <a:ext cx="2700087" cy="46328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41300" dist="38100" dir="8100000" sx="101000" sy="101000" algn="tr" rotWithShape="0">
              <a:prstClr val="black">
                <a:alpha val="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92000" rtlCol="0" anchor="ctr"/>
          <a:lstStyle/>
          <a:p>
            <a:pPr>
              <a:lnSpc>
                <a:spcPct val="130000"/>
              </a:lnSpc>
            </a:pPr>
            <a:endParaRPr lang="en-US" sz="1000">
              <a:solidFill>
                <a:srgbClr val="FFFFFF">
                  <a:alpha val="70000"/>
                </a:srgbClr>
              </a:solidFill>
            </a:endParaRPr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9E8FAB02-E445-E147-9C72-7AB121E6441F}"/>
              </a:ext>
            </a:extLst>
          </p:cNvPr>
          <p:cNvSpPr>
            <a:spLocks noGrp="1"/>
          </p:cNvSpPr>
          <p:nvPr userDrawn="1">
            <p:ph type="pic" sz="quarter" idx="10" hasCustomPrompt="1"/>
          </p:nvPr>
        </p:nvSpPr>
        <p:spPr>
          <a:xfrm>
            <a:off x="498537" y="5255187"/>
            <a:ext cx="2630659" cy="598999"/>
          </a:xfrm>
          <a:prstGeom prst="rect">
            <a:avLst/>
          </a:prstGeom>
          <a:solidFill>
            <a:schemeClr val="bg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Insert logo here</a:t>
            </a:r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17085D61-F5F3-AA4C-9AF8-D0B254FF9B0D}"/>
              </a:ext>
            </a:extLst>
          </p:cNvPr>
          <p:cNvSpPr>
            <a:spLocks noGrp="1"/>
          </p:cNvSpPr>
          <p:nvPr userDrawn="1">
            <p:ph type="pic" sz="quarter" idx="11" hasCustomPrompt="1"/>
          </p:nvPr>
        </p:nvSpPr>
        <p:spPr>
          <a:xfrm>
            <a:off x="3353293" y="5255187"/>
            <a:ext cx="2630659" cy="598999"/>
          </a:xfrm>
          <a:prstGeom prst="rect">
            <a:avLst/>
          </a:prstGeom>
          <a:solidFill>
            <a:schemeClr val="bg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Insert logo here</a:t>
            </a:r>
          </a:p>
        </p:txBody>
      </p:sp>
      <p:sp>
        <p:nvSpPr>
          <p:cNvPr id="22" name="Picture Placeholder 3">
            <a:extLst>
              <a:ext uri="{FF2B5EF4-FFF2-40B4-BE49-F238E27FC236}">
                <a16:creationId xmlns:a16="http://schemas.microsoft.com/office/drawing/2014/main" id="{636DC839-7F6B-6049-A06B-888CC074D01C}"/>
              </a:ext>
            </a:extLst>
          </p:cNvPr>
          <p:cNvSpPr>
            <a:spLocks noGrp="1"/>
          </p:cNvSpPr>
          <p:nvPr userDrawn="1">
            <p:ph type="pic" sz="quarter" idx="12" hasCustomPrompt="1"/>
          </p:nvPr>
        </p:nvSpPr>
        <p:spPr>
          <a:xfrm>
            <a:off x="6208049" y="5255187"/>
            <a:ext cx="2630659" cy="598999"/>
          </a:xfrm>
          <a:prstGeom prst="rect">
            <a:avLst/>
          </a:prstGeom>
          <a:solidFill>
            <a:schemeClr val="bg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Insert logo here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3D0C6EF3-EBB8-464E-9E55-384E3CF9C42E}"/>
              </a:ext>
            </a:extLst>
          </p:cNvPr>
          <p:cNvSpPr>
            <a:spLocks noGrp="1"/>
          </p:cNvSpPr>
          <p:nvPr userDrawn="1">
            <p:ph type="pic" sz="quarter" idx="13" hasCustomPrompt="1"/>
          </p:nvPr>
        </p:nvSpPr>
        <p:spPr>
          <a:xfrm>
            <a:off x="9062801" y="5255187"/>
            <a:ext cx="2630659" cy="598999"/>
          </a:xfrm>
          <a:prstGeom prst="rect">
            <a:avLst/>
          </a:prstGeom>
          <a:solidFill>
            <a:schemeClr val="bg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Insert logo here</a:t>
            </a:r>
          </a:p>
        </p:txBody>
      </p:sp>
      <p:sp>
        <p:nvSpPr>
          <p:cNvPr id="24" name="Picture Placeholder 3">
            <a:extLst>
              <a:ext uri="{FF2B5EF4-FFF2-40B4-BE49-F238E27FC236}">
                <a16:creationId xmlns:a16="http://schemas.microsoft.com/office/drawing/2014/main" id="{2A18A9AB-D7E3-314B-98CB-72463CE60E5C}"/>
              </a:ext>
            </a:extLst>
          </p:cNvPr>
          <p:cNvSpPr>
            <a:spLocks noGrp="1"/>
          </p:cNvSpPr>
          <p:nvPr userDrawn="1">
            <p:ph type="pic" sz="quarter" idx="14" hasCustomPrompt="1"/>
          </p:nvPr>
        </p:nvSpPr>
        <p:spPr>
          <a:xfrm>
            <a:off x="463816" y="1337197"/>
            <a:ext cx="2700088" cy="1307531"/>
          </a:xfrm>
          <a:prstGeom prst="rect">
            <a:avLst/>
          </a:prstGeom>
          <a:solidFill>
            <a:srgbClr val="77787B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Insert picture here</a:t>
            </a:r>
          </a:p>
        </p:txBody>
      </p:sp>
      <p:sp>
        <p:nvSpPr>
          <p:cNvPr id="25" name="Picture Placeholder 3">
            <a:extLst>
              <a:ext uri="{FF2B5EF4-FFF2-40B4-BE49-F238E27FC236}">
                <a16:creationId xmlns:a16="http://schemas.microsoft.com/office/drawing/2014/main" id="{DDEEE34A-7757-FC4A-A16A-158DFAA6FAB7}"/>
              </a:ext>
            </a:extLst>
          </p:cNvPr>
          <p:cNvSpPr>
            <a:spLocks noGrp="1"/>
          </p:cNvSpPr>
          <p:nvPr userDrawn="1">
            <p:ph type="pic" sz="quarter" idx="15" hasCustomPrompt="1"/>
          </p:nvPr>
        </p:nvSpPr>
        <p:spPr>
          <a:xfrm>
            <a:off x="3318575" y="1337197"/>
            <a:ext cx="2700088" cy="1307531"/>
          </a:xfrm>
          <a:prstGeom prst="rect">
            <a:avLst/>
          </a:prstGeom>
          <a:solidFill>
            <a:srgbClr val="77787B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Insert picture here</a:t>
            </a:r>
          </a:p>
        </p:txBody>
      </p:sp>
      <p:sp>
        <p:nvSpPr>
          <p:cNvPr id="26" name="Picture Placeholder 3">
            <a:extLst>
              <a:ext uri="{FF2B5EF4-FFF2-40B4-BE49-F238E27FC236}">
                <a16:creationId xmlns:a16="http://schemas.microsoft.com/office/drawing/2014/main" id="{492F5E3D-F451-8745-B075-908C2928FB48}"/>
              </a:ext>
            </a:extLst>
          </p:cNvPr>
          <p:cNvSpPr>
            <a:spLocks noGrp="1"/>
          </p:cNvSpPr>
          <p:nvPr userDrawn="1">
            <p:ph type="pic" sz="quarter" idx="16" hasCustomPrompt="1"/>
          </p:nvPr>
        </p:nvSpPr>
        <p:spPr>
          <a:xfrm>
            <a:off x="6173335" y="1337197"/>
            <a:ext cx="2700087" cy="1307531"/>
          </a:xfrm>
          <a:prstGeom prst="rect">
            <a:avLst/>
          </a:prstGeom>
          <a:solidFill>
            <a:srgbClr val="77787B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Insert picture here</a:t>
            </a:r>
          </a:p>
        </p:txBody>
      </p:sp>
      <p:sp>
        <p:nvSpPr>
          <p:cNvPr id="27" name="Picture Placeholder 3">
            <a:extLst>
              <a:ext uri="{FF2B5EF4-FFF2-40B4-BE49-F238E27FC236}">
                <a16:creationId xmlns:a16="http://schemas.microsoft.com/office/drawing/2014/main" id="{A43356B3-5B9D-F94E-BDDB-E31EB8E76459}"/>
              </a:ext>
            </a:extLst>
          </p:cNvPr>
          <p:cNvSpPr>
            <a:spLocks noGrp="1"/>
          </p:cNvSpPr>
          <p:nvPr userDrawn="1">
            <p:ph type="pic" sz="quarter" idx="17" hasCustomPrompt="1"/>
          </p:nvPr>
        </p:nvSpPr>
        <p:spPr>
          <a:xfrm>
            <a:off x="9028090" y="1337197"/>
            <a:ext cx="2700087" cy="1307531"/>
          </a:xfrm>
          <a:prstGeom prst="rect">
            <a:avLst/>
          </a:prstGeom>
          <a:solidFill>
            <a:srgbClr val="77787B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Insert picture here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3CE1E66-EC15-5B40-9968-E896A29B13FA}"/>
              </a:ext>
            </a:extLst>
          </p:cNvPr>
          <p:cNvSpPr/>
          <p:nvPr userDrawn="1"/>
        </p:nvSpPr>
        <p:spPr>
          <a:xfrm rot="16200000">
            <a:off x="1777983" y="4585843"/>
            <a:ext cx="68400" cy="2700087"/>
          </a:xfrm>
          <a:prstGeom prst="rect">
            <a:avLst/>
          </a:prstGeom>
          <a:solidFill>
            <a:srgbClr val="F26F2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C234807-D5C6-E741-8D04-AB4B83E8DCD9}"/>
              </a:ext>
            </a:extLst>
          </p:cNvPr>
          <p:cNvSpPr/>
          <p:nvPr userDrawn="1"/>
        </p:nvSpPr>
        <p:spPr>
          <a:xfrm rot="16200000">
            <a:off x="4632737" y="4585843"/>
            <a:ext cx="68400" cy="2700087"/>
          </a:xfrm>
          <a:prstGeom prst="rect">
            <a:avLst/>
          </a:prstGeom>
          <a:solidFill>
            <a:srgbClr val="F26F2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63E8E2F-8D36-9D4C-9A12-FB1C222AF3C1}"/>
              </a:ext>
            </a:extLst>
          </p:cNvPr>
          <p:cNvSpPr/>
          <p:nvPr userDrawn="1"/>
        </p:nvSpPr>
        <p:spPr>
          <a:xfrm rot="16200000">
            <a:off x="7489176" y="4585843"/>
            <a:ext cx="68400" cy="2700087"/>
          </a:xfrm>
          <a:prstGeom prst="rect">
            <a:avLst/>
          </a:prstGeom>
          <a:solidFill>
            <a:srgbClr val="F26F2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8E731C5-FCC1-284B-94C5-FFEBF73D08A8}"/>
              </a:ext>
            </a:extLst>
          </p:cNvPr>
          <p:cNvSpPr/>
          <p:nvPr userDrawn="1"/>
        </p:nvSpPr>
        <p:spPr>
          <a:xfrm rot="16200000">
            <a:off x="10343931" y="4585843"/>
            <a:ext cx="68400" cy="2700087"/>
          </a:xfrm>
          <a:prstGeom prst="rect">
            <a:avLst/>
          </a:prstGeom>
          <a:solidFill>
            <a:srgbClr val="F26F2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5E1DE19-CCDB-6B4C-B55A-443B952B1D47}"/>
              </a:ext>
            </a:extLst>
          </p:cNvPr>
          <p:cNvCxnSpPr/>
          <p:nvPr userDrawn="1"/>
        </p:nvCxnSpPr>
        <p:spPr>
          <a:xfrm>
            <a:off x="703387" y="5186785"/>
            <a:ext cx="2208628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82A9D28-4CA4-EA4C-AC18-E9FC38E1ABBA}"/>
              </a:ext>
            </a:extLst>
          </p:cNvPr>
          <p:cNvCxnSpPr/>
          <p:nvPr userDrawn="1"/>
        </p:nvCxnSpPr>
        <p:spPr>
          <a:xfrm>
            <a:off x="3559127" y="5186785"/>
            <a:ext cx="2208628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745CD96C-C2E5-FA41-BDC0-2978BF31346E}"/>
              </a:ext>
            </a:extLst>
          </p:cNvPr>
          <p:cNvCxnSpPr/>
          <p:nvPr userDrawn="1"/>
        </p:nvCxnSpPr>
        <p:spPr>
          <a:xfrm>
            <a:off x="6428939" y="5186785"/>
            <a:ext cx="2208628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680C349-BBE9-1344-9277-9344B2021538}"/>
              </a:ext>
            </a:extLst>
          </p:cNvPr>
          <p:cNvCxnSpPr/>
          <p:nvPr userDrawn="1"/>
        </p:nvCxnSpPr>
        <p:spPr>
          <a:xfrm>
            <a:off x="9284679" y="5186785"/>
            <a:ext cx="2208628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itle Placeholder 1">
            <a:extLst>
              <a:ext uri="{FF2B5EF4-FFF2-40B4-BE49-F238E27FC236}">
                <a16:creationId xmlns:a16="http://schemas.microsoft.com/office/drawing/2014/main" id="{001CD053-1DF2-E947-93A6-907C43CDB9CE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389760" y="292216"/>
            <a:ext cx="11338415" cy="359457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>
              <a:defRPr sz="2400" b="1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3" name="Text Placeholder 3">
            <a:extLst>
              <a:ext uri="{FF2B5EF4-FFF2-40B4-BE49-F238E27FC236}">
                <a16:creationId xmlns:a16="http://schemas.microsoft.com/office/drawing/2014/main" id="{5EC6993A-0541-4D4A-BA5E-6A3E0A3EEFCE}"/>
              </a:ext>
            </a:extLst>
          </p:cNvPr>
          <p:cNvSpPr>
            <a:spLocks noGrp="1"/>
          </p:cNvSpPr>
          <p:nvPr userDrawn="1">
            <p:ph type="body" sz="quarter" idx="18"/>
          </p:nvPr>
        </p:nvSpPr>
        <p:spPr>
          <a:xfrm>
            <a:off x="389760" y="618487"/>
            <a:ext cx="11338415" cy="397898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800">
                <a:solidFill>
                  <a:srgbClr val="F77A33"/>
                </a:solidFill>
              </a:defRPr>
            </a:lvl1pPr>
            <a:lvl2pPr marL="12700" indent="0">
              <a:buNone/>
              <a:defRPr sz="1800">
                <a:solidFill>
                  <a:schemeClr val="accent1"/>
                </a:solidFill>
              </a:defRPr>
            </a:lvl2pPr>
            <a:lvl3pPr>
              <a:defRPr sz="1800">
                <a:solidFill>
                  <a:schemeClr val="accent1"/>
                </a:solidFill>
              </a:defRPr>
            </a:lvl3pPr>
            <a:lvl4pPr>
              <a:defRPr sz="1800">
                <a:solidFill>
                  <a:schemeClr val="accent1"/>
                </a:solidFill>
              </a:defRPr>
            </a:lvl4pPr>
            <a:lvl5pPr>
              <a:defRPr sz="18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4" name="Text Placeholder 3">
            <a:extLst>
              <a:ext uri="{FF2B5EF4-FFF2-40B4-BE49-F238E27FC236}">
                <a16:creationId xmlns:a16="http://schemas.microsoft.com/office/drawing/2014/main" id="{2302A5E5-2BCF-2B43-8ACA-A92738C32683}"/>
              </a:ext>
            </a:extLst>
          </p:cNvPr>
          <p:cNvSpPr>
            <a:spLocks noGrp="1"/>
          </p:cNvSpPr>
          <p:nvPr userDrawn="1">
            <p:ph type="body" sz="quarter" idx="19" hasCustomPrompt="1"/>
          </p:nvPr>
        </p:nvSpPr>
        <p:spPr>
          <a:xfrm>
            <a:off x="584281" y="2747226"/>
            <a:ext cx="2455803" cy="2371161"/>
          </a:xfrm>
          <a:prstGeom prst="rect">
            <a:avLst/>
          </a:prstGeom>
        </p:spPr>
        <p:txBody>
          <a:bodyPr lIns="0" anchor="ctr"/>
          <a:lstStyle>
            <a:lvl1pPr marL="0" indent="0" algn="ctr">
              <a:spcBef>
                <a:spcPts val="0"/>
              </a:spcBef>
              <a:spcAft>
                <a:spcPts val="667"/>
              </a:spcAft>
              <a:buNone/>
              <a:defRPr sz="1400" b="1">
                <a:solidFill>
                  <a:schemeClr val="tx1"/>
                </a:solidFill>
              </a:defRPr>
            </a:lvl1pPr>
            <a:lvl2pPr marL="12700" indent="0" algn="ctr">
              <a:buNone/>
              <a:defRPr sz="1200"/>
            </a:lvl2pPr>
            <a:lvl3pPr marL="236519" indent="0">
              <a:buNone/>
              <a:defRPr sz="1200"/>
            </a:lvl3pPr>
            <a:lvl4pPr marL="460339" indent="0">
              <a:buNone/>
              <a:defRPr sz="1200"/>
            </a:lvl4pPr>
            <a:lvl5pPr marL="696860" indent="0">
              <a:buNone/>
              <a:defRPr sz="1200"/>
            </a:lvl5pPr>
          </a:lstStyle>
          <a:p>
            <a:pPr marL="9525">
              <a:spcBef>
                <a:spcPts val="0"/>
              </a:spcBef>
              <a:spcAft>
                <a:spcPts val="500"/>
              </a:spcAft>
            </a:pPr>
            <a:r>
              <a:rPr lang="en-US" sz="1400" b="1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Text placeholder</a:t>
            </a:r>
          </a:p>
          <a:p>
            <a:pPr marL="22225" lvl="1">
              <a:spcBef>
                <a:spcPts val="0"/>
              </a:spcBef>
              <a:spcAft>
                <a:spcPts val="500"/>
              </a:spcAft>
            </a:pPr>
            <a:r>
              <a:rPr lang="en-US"/>
              <a:t>Second level</a:t>
            </a:r>
          </a:p>
        </p:txBody>
      </p:sp>
      <p:sp>
        <p:nvSpPr>
          <p:cNvPr id="45" name="Text Placeholder 3">
            <a:extLst>
              <a:ext uri="{FF2B5EF4-FFF2-40B4-BE49-F238E27FC236}">
                <a16:creationId xmlns:a16="http://schemas.microsoft.com/office/drawing/2014/main" id="{3C60B3E1-A5B0-0644-844F-61D26CC544D2}"/>
              </a:ext>
            </a:extLst>
          </p:cNvPr>
          <p:cNvSpPr>
            <a:spLocks noGrp="1"/>
          </p:cNvSpPr>
          <p:nvPr userDrawn="1">
            <p:ph type="body" sz="quarter" idx="20" hasCustomPrompt="1"/>
          </p:nvPr>
        </p:nvSpPr>
        <p:spPr>
          <a:xfrm>
            <a:off x="3435541" y="2747226"/>
            <a:ext cx="2455803" cy="2371161"/>
          </a:xfrm>
          <a:prstGeom prst="rect">
            <a:avLst/>
          </a:prstGeom>
        </p:spPr>
        <p:txBody>
          <a:bodyPr anchor="ctr"/>
          <a:lstStyle>
            <a:lvl1pPr marL="0" indent="0" algn="ctr">
              <a:spcBef>
                <a:spcPts val="0"/>
              </a:spcBef>
              <a:spcAft>
                <a:spcPts val="667"/>
              </a:spcAft>
              <a:buNone/>
              <a:defRPr sz="1400" b="1">
                <a:solidFill>
                  <a:schemeClr val="tx1"/>
                </a:solidFill>
              </a:defRPr>
            </a:lvl1pPr>
            <a:lvl2pPr marL="12700" indent="0" algn="ctr">
              <a:buNone/>
              <a:defRPr sz="1200"/>
            </a:lvl2pPr>
            <a:lvl3pPr marL="236519" indent="0">
              <a:buNone/>
              <a:defRPr sz="1200"/>
            </a:lvl3pPr>
            <a:lvl4pPr marL="460339" indent="0">
              <a:buNone/>
              <a:defRPr sz="1200"/>
            </a:lvl4pPr>
            <a:lvl5pPr marL="696860" indent="0">
              <a:buNone/>
              <a:defRPr sz="1200"/>
            </a:lvl5pPr>
          </a:lstStyle>
          <a:p>
            <a:pPr marL="9525">
              <a:spcBef>
                <a:spcPts val="0"/>
              </a:spcBef>
              <a:spcAft>
                <a:spcPts val="500"/>
              </a:spcAft>
            </a:pPr>
            <a:r>
              <a:rPr lang="en-US" sz="1400" b="1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Text placeholder</a:t>
            </a:r>
          </a:p>
          <a:p>
            <a:pPr marL="22225" lvl="1">
              <a:spcBef>
                <a:spcPts val="0"/>
              </a:spcBef>
              <a:spcAft>
                <a:spcPts val="500"/>
              </a:spcAft>
            </a:pPr>
            <a:r>
              <a:rPr lang="en-US"/>
              <a:t>Second level</a:t>
            </a:r>
          </a:p>
        </p:txBody>
      </p:sp>
      <p:sp>
        <p:nvSpPr>
          <p:cNvPr id="46" name="Text Placeholder 3">
            <a:extLst>
              <a:ext uri="{FF2B5EF4-FFF2-40B4-BE49-F238E27FC236}">
                <a16:creationId xmlns:a16="http://schemas.microsoft.com/office/drawing/2014/main" id="{A1AE87B1-882D-3A4C-8AAF-150B3DB9CB2E}"/>
              </a:ext>
            </a:extLst>
          </p:cNvPr>
          <p:cNvSpPr>
            <a:spLocks noGrp="1"/>
          </p:cNvSpPr>
          <p:nvPr userDrawn="1">
            <p:ph type="body" sz="quarter" idx="21" hasCustomPrompt="1"/>
          </p:nvPr>
        </p:nvSpPr>
        <p:spPr>
          <a:xfrm>
            <a:off x="6295473" y="2747226"/>
            <a:ext cx="2455803" cy="2371161"/>
          </a:xfrm>
          <a:prstGeom prst="rect">
            <a:avLst/>
          </a:prstGeom>
        </p:spPr>
        <p:txBody>
          <a:bodyPr anchor="ctr"/>
          <a:lstStyle>
            <a:lvl1pPr marL="0" indent="0" algn="ctr">
              <a:spcBef>
                <a:spcPts val="0"/>
              </a:spcBef>
              <a:spcAft>
                <a:spcPts val="667"/>
              </a:spcAft>
              <a:buNone/>
              <a:defRPr sz="1400" b="1">
                <a:solidFill>
                  <a:schemeClr val="tx1"/>
                </a:solidFill>
              </a:defRPr>
            </a:lvl1pPr>
            <a:lvl2pPr marL="12700" indent="0" algn="ctr">
              <a:buNone/>
              <a:defRPr sz="1200"/>
            </a:lvl2pPr>
            <a:lvl3pPr marL="236519" indent="0">
              <a:buNone/>
              <a:defRPr sz="1200"/>
            </a:lvl3pPr>
            <a:lvl4pPr marL="460339" indent="0">
              <a:buNone/>
              <a:defRPr sz="1200"/>
            </a:lvl4pPr>
            <a:lvl5pPr marL="696860" indent="0">
              <a:buNone/>
              <a:defRPr sz="1200"/>
            </a:lvl5pPr>
          </a:lstStyle>
          <a:p>
            <a:pPr marL="9525">
              <a:spcBef>
                <a:spcPts val="0"/>
              </a:spcBef>
              <a:spcAft>
                <a:spcPts val="500"/>
              </a:spcAft>
            </a:pPr>
            <a:r>
              <a:rPr lang="en-US" sz="1400" b="1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Text placeholder</a:t>
            </a:r>
          </a:p>
          <a:p>
            <a:pPr marL="22225" lvl="1">
              <a:spcBef>
                <a:spcPts val="0"/>
              </a:spcBef>
              <a:spcAft>
                <a:spcPts val="500"/>
              </a:spcAft>
            </a:pPr>
            <a:r>
              <a:rPr lang="en-US"/>
              <a:t>Second level</a:t>
            </a:r>
          </a:p>
        </p:txBody>
      </p:sp>
      <p:sp>
        <p:nvSpPr>
          <p:cNvPr id="47" name="Text Placeholder 3">
            <a:extLst>
              <a:ext uri="{FF2B5EF4-FFF2-40B4-BE49-F238E27FC236}">
                <a16:creationId xmlns:a16="http://schemas.microsoft.com/office/drawing/2014/main" id="{6A4171D8-DFED-F147-8985-7A7F4991690A}"/>
              </a:ext>
            </a:extLst>
          </p:cNvPr>
          <p:cNvSpPr>
            <a:spLocks noGrp="1"/>
          </p:cNvSpPr>
          <p:nvPr userDrawn="1">
            <p:ph type="body" sz="quarter" idx="22" hasCustomPrompt="1"/>
          </p:nvPr>
        </p:nvSpPr>
        <p:spPr>
          <a:xfrm>
            <a:off x="9150228" y="2747226"/>
            <a:ext cx="2455803" cy="2371161"/>
          </a:xfrm>
          <a:prstGeom prst="rect">
            <a:avLst/>
          </a:prstGeom>
        </p:spPr>
        <p:txBody>
          <a:bodyPr anchor="ctr"/>
          <a:lstStyle>
            <a:lvl1pPr marL="0" indent="0" algn="ctr">
              <a:spcBef>
                <a:spcPts val="0"/>
              </a:spcBef>
              <a:spcAft>
                <a:spcPts val="667"/>
              </a:spcAft>
              <a:buNone/>
              <a:defRPr sz="1400" b="1">
                <a:solidFill>
                  <a:schemeClr val="tx1"/>
                </a:solidFill>
              </a:defRPr>
            </a:lvl1pPr>
            <a:lvl2pPr marL="12700" indent="0" algn="ctr">
              <a:buNone/>
              <a:defRPr sz="1200"/>
            </a:lvl2pPr>
            <a:lvl3pPr marL="236519" indent="0">
              <a:buNone/>
              <a:defRPr sz="1200"/>
            </a:lvl3pPr>
            <a:lvl4pPr marL="460339" indent="0">
              <a:buNone/>
              <a:defRPr sz="1200"/>
            </a:lvl4pPr>
            <a:lvl5pPr marL="696860" indent="0">
              <a:buNone/>
              <a:defRPr sz="1200"/>
            </a:lvl5pPr>
          </a:lstStyle>
          <a:p>
            <a:pPr marL="9525">
              <a:spcBef>
                <a:spcPts val="0"/>
              </a:spcBef>
              <a:spcAft>
                <a:spcPts val="500"/>
              </a:spcAft>
            </a:pPr>
            <a:r>
              <a:rPr lang="en-US" sz="1400" b="1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Text placeholder</a:t>
            </a:r>
          </a:p>
          <a:p>
            <a:pPr marL="22225" lvl="1">
              <a:spcBef>
                <a:spcPts val="0"/>
              </a:spcBef>
              <a:spcAft>
                <a:spcPts val="500"/>
              </a:spcAft>
            </a:pPr>
            <a:r>
              <a:rPr lang="en-US"/>
              <a:t>Second level</a:t>
            </a:r>
          </a:p>
        </p:txBody>
      </p:sp>
      <p:pic>
        <p:nvPicPr>
          <p:cNvPr id="58" name="Google Shape;107;p19">
            <a:extLst>
              <a:ext uri="{FF2B5EF4-FFF2-40B4-BE49-F238E27FC236}">
                <a16:creationId xmlns:a16="http://schemas.microsoft.com/office/drawing/2014/main" id="{A6CBC8BD-8D2A-574D-A0AE-C83A03733932}"/>
              </a:ext>
            </a:extLst>
          </p:cNvPr>
          <p:cNvPicPr/>
          <p:nvPr userDrawn="1"/>
        </p:nvPicPr>
        <p:blipFill>
          <a:blip r:embed="rId2"/>
          <a:stretch/>
        </p:blipFill>
        <p:spPr>
          <a:xfrm>
            <a:off x="-962" y="6362184"/>
            <a:ext cx="12191520" cy="523200"/>
          </a:xfrm>
          <a:prstGeom prst="rect">
            <a:avLst/>
          </a:prstGeom>
          <a:ln w="0">
            <a:noFill/>
          </a:ln>
        </p:spPr>
      </p:pic>
      <p:sp>
        <p:nvSpPr>
          <p:cNvPr id="61" name="Rectangle 60">
            <a:extLst>
              <a:ext uri="{FF2B5EF4-FFF2-40B4-BE49-F238E27FC236}">
                <a16:creationId xmlns:a16="http://schemas.microsoft.com/office/drawing/2014/main" id="{9CBC9869-D1D2-8549-B499-2ABFA66FF945}"/>
              </a:ext>
            </a:extLst>
          </p:cNvPr>
          <p:cNvSpPr/>
          <p:nvPr userDrawn="1"/>
        </p:nvSpPr>
        <p:spPr>
          <a:xfrm>
            <a:off x="11547063" y="641909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193EEC2E-0CB1-2548-8B79-FA1890DED15D}"/>
              </a:ext>
            </a:extLst>
          </p:cNvPr>
          <p:cNvSpPr/>
          <p:nvPr userDrawn="1"/>
        </p:nvSpPr>
        <p:spPr>
          <a:xfrm>
            <a:off x="11547063" y="646557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pic>
        <p:nvPicPr>
          <p:cNvPr id="36" name="Google Shape;108;p19">
            <a:extLst>
              <a:ext uri="{FF2B5EF4-FFF2-40B4-BE49-F238E27FC236}">
                <a16:creationId xmlns:a16="http://schemas.microsoft.com/office/drawing/2014/main" id="{EB7E264A-31C1-6A42-AA6F-6D4B74E9950D}"/>
              </a:ext>
            </a:extLst>
          </p:cNvPr>
          <p:cNvPicPr/>
          <p:nvPr userDrawn="1"/>
        </p:nvPicPr>
        <p:blipFill>
          <a:blip r:embed="rId3" cstate="print"/>
          <a:stretch/>
        </p:blipFill>
        <p:spPr>
          <a:xfrm>
            <a:off x="389760" y="6451464"/>
            <a:ext cx="1264320" cy="344640"/>
          </a:xfrm>
          <a:prstGeom prst="rect">
            <a:avLst/>
          </a:prstGeom>
          <a:ln w="0">
            <a:noFill/>
          </a:ln>
        </p:spPr>
      </p:pic>
      <p:sp>
        <p:nvSpPr>
          <p:cNvPr id="37" name="Google Shape;109;p19">
            <a:extLst>
              <a:ext uri="{FF2B5EF4-FFF2-40B4-BE49-F238E27FC236}">
                <a16:creationId xmlns:a16="http://schemas.microsoft.com/office/drawing/2014/main" id="{CA95007A-0D7B-0546-B3A5-310462323C51}"/>
              </a:ext>
            </a:extLst>
          </p:cNvPr>
          <p:cNvSpPr/>
          <p:nvPr userDrawn="1"/>
        </p:nvSpPr>
        <p:spPr>
          <a:xfrm>
            <a:off x="9281760" y="6541678"/>
            <a:ext cx="1931040" cy="16421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1520">
              <a:lnSpc>
                <a:spcPct val="100000"/>
              </a:lnSpc>
              <a:tabLst>
                <a:tab pos="0" algn="l"/>
              </a:tabLst>
            </a:pPr>
            <a:r>
              <a:rPr lang="en" sz="1067" b="0" u="none" strike="noStrike">
                <a:uFillTx/>
                <a:latin typeface="Calibri"/>
                <a:ea typeface="Calibri"/>
              </a:rPr>
              <a:t>Tavant Proprietary &amp; Confidential</a:t>
            </a:r>
            <a:endParaRPr lang="en-IN" sz="1067" b="0" u="none" strike="noStrike">
              <a:uFillTx/>
              <a:latin typeface="Arial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7C092A4-19F6-0D4F-BEAF-18A563D01E4A}"/>
              </a:ext>
            </a:extLst>
          </p:cNvPr>
          <p:cNvSpPr txBox="1"/>
          <p:nvPr userDrawn="1"/>
        </p:nvSpPr>
        <p:spPr>
          <a:xfrm>
            <a:off x="11502039" y="6495512"/>
            <a:ext cx="349775" cy="256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954E5BDB-61AA-4049-AE86-82CC72DFC771}" type="slidenum">
              <a:rPr lang="en-US" sz="1067" smtClean="0">
                <a:solidFill>
                  <a:schemeClr val="bg1"/>
                </a:solidFill>
              </a:rPr>
              <a:t>‹#›</a:t>
            </a:fld>
            <a:endParaRPr lang="en-US" sz="1067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731792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 + Conten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Background pattern&#10;&#10;Description automatically generated">
            <a:extLst>
              <a:ext uri="{FF2B5EF4-FFF2-40B4-BE49-F238E27FC236}">
                <a16:creationId xmlns:a16="http://schemas.microsoft.com/office/drawing/2014/main" id="{52B07257-0252-5D44-B070-1A7B273BA9A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6962778" y="0"/>
            <a:ext cx="5229223" cy="6858000"/>
          </a:xfrm>
          <a:prstGeom prst="rect">
            <a:avLst/>
          </a:prstGeom>
        </p:spPr>
      </p:pic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7F6263BE-308E-CD49-80DA-DDB58E6973C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272215" y="1193682"/>
            <a:ext cx="5229224" cy="4392735"/>
          </a:xfrm>
          <a:prstGeom prst="rect">
            <a:avLst/>
          </a:prstGeom>
          <a:solidFill>
            <a:srgbClr val="77787B"/>
          </a:solidFill>
          <a:effectLst>
            <a:outerShdw blurRad="508000" dist="254000" dir="2700000" algn="tl" rotWithShape="0">
              <a:prstClr val="black">
                <a:alpha val="30000"/>
              </a:prstClr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Insert picture here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015C18EA-2306-4881-9284-0492EA2F42F8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383555" y="1500473"/>
            <a:ext cx="5712447" cy="4739040"/>
          </a:xfrm>
          <a:prstGeom prst="rect">
            <a:avLst/>
          </a:prstGeom>
        </p:spPr>
        <p:txBody>
          <a:bodyPr lIns="0"/>
          <a:lstStyle>
            <a:lvl1pPr marL="0" indent="0">
              <a:spcBef>
                <a:spcPts val="0"/>
              </a:spcBef>
              <a:buClr>
                <a:srgbClr val="FF8909"/>
              </a:buClr>
              <a:buFont typeface="Wingdings" panose="05000000000000000000" pitchFamily="2" charset="2"/>
              <a:buNone/>
              <a:defRPr sz="21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67" indent="-182866">
              <a:buClr>
                <a:srgbClr val="FF8909"/>
              </a:buClr>
              <a:buFont typeface="Calibri" panose="020F0502020204030204" pitchFamily="34" charset="0"/>
              <a:buChar char="‒"/>
              <a:defRPr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731466" indent="-182866">
              <a:buClr>
                <a:srgbClr val="FF8909"/>
              </a:buClr>
              <a:buFontTx/>
              <a:buChar char="•"/>
              <a:defRPr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478364E-F897-0349-8C50-1A7BA192C4B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83555" y="718882"/>
            <a:ext cx="5850256" cy="297502"/>
          </a:xfrm>
          <a:prstGeom prst="rect">
            <a:avLst/>
          </a:prstGeom>
        </p:spPr>
        <p:txBody>
          <a:bodyPr lIns="0" tIns="0" rIns="72000">
            <a:norm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800">
                <a:solidFill>
                  <a:srgbClr val="F77A33"/>
                </a:solidFill>
              </a:defRPr>
            </a:lvl1pPr>
            <a:lvl2pPr marL="12700" indent="0">
              <a:buNone/>
              <a:defRPr sz="1800">
                <a:solidFill>
                  <a:schemeClr val="accent1"/>
                </a:solidFill>
              </a:defRPr>
            </a:lvl2pPr>
            <a:lvl3pPr>
              <a:defRPr sz="1800">
                <a:solidFill>
                  <a:schemeClr val="accent1"/>
                </a:solidFill>
              </a:defRPr>
            </a:lvl3pPr>
            <a:lvl4pPr>
              <a:defRPr sz="1800">
                <a:solidFill>
                  <a:schemeClr val="accent1"/>
                </a:solidFill>
              </a:defRPr>
            </a:lvl4pPr>
            <a:lvl5pPr>
              <a:defRPr sz="18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2" name="Title Placeholder 1">
            <a:extLst>
              <a:ext uri="{FF2B5EF4-FFF2-40B4-BE49-F238E27FC236}">
                <a16:creationId xmlns:a16="http://schemas.microsoft.com/office/drawing/2014/main" id="{641BA8F5-C301-4D4A-818E-580272407E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9760" y="292216"/>
            <a:ext cx="11338415" cy="359457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>
              <a:defRPr sz="2400" b="1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27" name="Google Shape;107;p19">
            <a:extLst>
              <a:ext uri="{FF2B5EF4-FFF2-40B4-BE49-F238E27FC236}">
                <a16:creationId xmlns:a16="http://schemas.microsoft.com/office/drawing/2014/main" id="{1470063B-6248-C548-882F-D7309F177900}"/>
              </a:ext>
            </a:extLst>
          </p:cNvPr>
          <p:cNvPicPr/>
          <p:nvPr userDrawn="1"/>
        </p:nvPicPr>
        <p:blipFill>
          <a:blip r:embed="rId3"/>
          <a:stretch/>
        </p:blipFill>
        <p:spPr>
          <a:xfrm>
            <a:off x="-962" y="6362184"/>
            <a:ext cx="12191520" cy="523200"/>
          </a:xfrm>
          <a:prstGeom prst="rect">
            <a:avLst/>
          </a:prstGeom>
          <a:ln w="0">
            <a:noFill/>
          </a:ln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B87A41D0-A4D4-4948-BF21-FA38FDD7D463}"/>
              </a:ext>
            </a:extLst>
          </p:cNvPr>
          <p:cNvSpPr/>
          <p:nvPr userDrawn="1"/>
        </p:nvSpPr>
        <p:spPr>
          <a:xfrm>
            <a:off x="11547063" y="641909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4A56E3B-7C3D-DC4E-A7A8-53A52DC52A2F}"/>
              </a:ext>
            </a:extLst>
          </p:cNvPr>
          <p:cNvSpPr/>
          <p:nvPr userDrawn="1"/>
        </p:nvSpPr>
        <p:spPr>
          <a:xfrm>
            <a:off x="11547063" y="646557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pic>
        <p:nvPicPr>
          <p:cNvPr id="13" name="Google Shape;108;p19">
            <a:extLst>
              <a:ext uri="{FF2B5EF4-FFF2-40B4-BE49-F238E27FC236}">
                <a16:creationId xmlns:a16="http://schemas.microsoft.com/office/drawing/2014/main" id="{7BC941F1-5DF3-7A43-A4BE-78D52E3CB342}"/>
              </a:ext>
            </a:extLst>
          </p:cNvPr>
          <p:cNvPicPr/>
          <p:nvPr userDrawn="1"/>
        </p:nvPicPr>
        <p:blipFill>
          <a:blip r:embed="rId4" cstate="print"/>
          <a:stretch/>
        </p:blipFill>
        <p:spPr>
          <a:xfrm>
            <a:off x="389760" y="6451464"/>
            <a:ext cx="1264320" cy="344640"/>
          </a:xfrm>
          <a:prstGeom prst="rect">
            <a:avLst/>
          </a:prstGeom>
          <a:ln w="0">
            <a:noFill/>
          </a:ln>
        </p:spPr>
      </p:pic>
      <p:sp>
        <p:nvSpPr>
          <p:cNvPr id="16" name="Google Shape;109;p19">
            <a:extLst>
              <a:ext uri="{FF2B5EF4-FFF2-40B4-BE49-F238E27FC236}">
                <a16:creationId xmlns:a16="http://schemas.microsoft.com/office/drawing/2014/main" id="{EF361760-D65F-3C4E-AFF3-F640D36619E9}"/>
              </a:ext>
            </a:extLst>
          </p:cNvPr>
          <p:cNvSpPr/>
          <p:nvPr userDrawn="1"/>
        </p:nvSpPr>
        <p:spPr>
          <a:xfrm>
            <a:off x="9281760" y="6541678"/>
            <a:ext cx="1931040" cy="16421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1520">
              <a:lnSpc>
                <a:spcPct val="100000"/>
              </a:lnSpc>
              <a:tabLst>
                <a:tab pos="0" algn="l"/>
              </a:tabLst>
            </a:pPr>
            <a:r>
              <a:rPr lang="en" sz="1067" b="0" u="none" strike="noStrike">
                <a:uFillTx/>
                <a:latin typeface="Calibri"/>
                <a:ea typeface="Calibri"/>
              </a:rPr>
              <a:t>Tavant Proprietary &amp; Confidential</a:t>
            </a:r>
            <a:endParaRPr lang="en-IN" sz="1067" b="0" u="none" strike="noStrike">
              <a:uFillTx/>
              <a:latin typeface="Arial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77E2489-ECAD-BA49-A142-50B170BC851E}"/>
              </a:ext>
            </a:extLst>
          </p:cNvPr>
          <p:cNvSpPr txBox="1"/>
          <p:nvPr userDrawn="1"/>
        </p:nvSpPr>
        <p:spPr>
          <a:xfrm>
            <a:off x="11502039" y="6495512"/>
            <a:ext cx="349775" cy="256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954E5BDB-61AA-4049-AE86-82CC72DFC771}" type="slidenum">
              <a:rPr lang="en-US" sz="1067" smtClean="0">
                <a:solidFill>
                  <a:schemeClr val="bg1"/>
                </a:solidFill>
              </a:rPr>
              <a:t>‹#›</a:t>
            </a:fld>
            <a:endParaRPr lang="en-US" sz="1067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973998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 + Content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Rectangle 139">
            <a:extLst>
              <a:ext uri="{FF2B5EF4-FFF2-40B4-BE49-F238E27FC236}">
                <a16:creationId xmlns:a16="http://schemas.microsoft.com/office/drawing/2014/main" id="{8664B380-1A49-4021-A2AF-E6074A01AC70}"/>
              </a:ext>
            </a:extLst>
          </p:cNvPr>
          <p:cNvSpPr/>
          <p:nvPr userDrawn="1"/>
        </p:nvSpPr>
        <p:spPr>
          <a:xfrm>
            <a:off x="4" y="1"/>
            <a:ext cx="12198625" cy="2809395"/>
          </a:xfrm>
          <a:prstGeom prst="rect">
            <a:avLst/>
          </a:prstGeom>
          <a:solidFill>
            <a:schemeClr val="tx1">
              <a:alpha val="6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F58589F-EE25-544F-BE01-1D3D2A40FE67}"/>
              </a:ext>
            </a:extLst>
          </p:cNvPr>
          <p:cNvGrpSpPr/>
          <p:nvPr userDrawn="1"/>
        </p:nvGrpSpPr>
        <p:grpSpPr>
          <a:xfrm>
            <a:off x="432980" y="3022373"/>
            <a:ext cx="3638057" cy="1410928"/>
            <a:chOff x="2036620" y="2839762"/>
            <a:chExt cx="8889678" cy="1142706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63A9DDD1-B04B-BC45-9483-A868C95518DC}"/>
                </a:ext>
              </a:extLst>
            </p:cNvPr>
            <p:cNvSpPr/>
            <p:nvPr/>
          </p:nvSpPr>
          <p:spPr>
            <a:xfrm>
              <a:off x="2036620" y="2839762"/>
              <a:ext cx="8889678" cy="114270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31520" tIns="0" rtlCol="0" anchor="ctr">
              <a:normAutofit/>
            </a:bodyPr>
            <a:lstStyle/>
            <a:p>
              <a:pPr>
                <a:spcBef>
                  <a:spcPts val="500"/>
                </a:spcBef>
              </a:pPr>
              <a:endParaRPr lang="en-US" sz="1000">
                <a:solidFill>
                  <a:schemeClr val="tx2"/>
                </a:solidFill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8C08DB83-0C5A-9845-A3C5-9A94C3AB55EB}"/>
                </a:ext>
              </a:extLst>
            </p:cNvPr>
            <p:cNvSpPr/>
            <p:nvPr/>
          </p:nvSpPr>
          <p:spPr>
            <a:xfrm>
              <a:off x="2036622" y="2839762"/>
              <a:ext cx="138440" cy="1141200"/>
            </a:xfrm>
            <a:prstGeom prst="rect">
              <a:avLst/>
            </a:prstGeom>
            <a:solidFill>
              <a:srgbClr val="F26F26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DC6C465-DAF3-E94F-B1AF-1DF39CF85DF2}"/>
              </a:ext>
            </a:extLst>
          </p:cNvPr>
          <p:cNvGrpSpPr/>
          <p:nvPr userDrawn="1"/>
        </p:nvGrpSpPr>
        <p:grpSpPr>
          <a:xfrm>
            <a:off x="4276973" y="3022373"/>
            <a:ext cx="3638057" cy="1410928"/>
            <a:chOff x="2036620" y="2839762"/>
            <a:chExt cx="8889677" cy="1142706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5116B173-979A-9446-BB99-4343CE09F6CA}"/>
                </a:ext>
              </a:extLst>
            </p:cNvPr>
            <p:cNvSpPr/>
            <p:nvPr/>
          </p:nvSpPr>
          <p:spPr>
            <a:xfrm>
              <a:off x="2036620" y="2839762"/>
              <a:ext cx="8889677" cy="114270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31520" tIns="0" rtlCol="0" anchor="ctr">
              <a:normAutofit/>
            </a:bodyPr>
            <a:lstStyle/>
            <a:p>
              <a:pPr>
                <a:spcBef>
                  <a:spcPts val="500"/>
                </a:spcBef>
              </a:pPr>
              <a:endParaRPr lang="en-US" sz="1000">
                <a:solidFill>
                  <a:schemeClr val="tx2"/>
                </a:solidFill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37847A1F-DB8C-D043-B9B7-540A5E4E19A5}"/>
                </a:ext>
              </a:extLst>
            </p:cNvPr>
            <p:cNvSpPr/>
            <p:nvPr/>
          </p:nvSpPr>
          <p:spPr>
            <a:xfrm>
              <a:off x="2036622" y="2839762"/>
              <a:ext cx="138440" cy="1141200"/>
            </a:xfrm>
            <a:prstGeom prst="rect">
              <a:avLst/>
            </a:prstGeom>
            <a:solidFill>
              <a:srgbClr val="F26F26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3EF8A93-4112-BC49-9A68-02E70771CDC7}"/>
              </a:ext>
            </a:extLst>
          </p:cNvPr>
          <p:cNvGrpSpPr/>
          <p:nvPr userDrawn="1"/>
        </p:nvGrpSpPr>
        <p:grpSpPr>
          <a:xfrm>
            <a:off x="8120968" y="3022373"/>
            <a:ext cx="3638057" cy="1410928"/>
            <a:chOff x="2036620" y="2839762"/>
            <a:chExt cx="8889677" cy="1142706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54837BEB-2CBC-0C4D-A9F7-2AEAAF153CE0}"/>
                </a:ext>
              </a:extLst>
            </p:cNvPr>
            <p:cNvSpPr/>
            <p:nvPr/>
          </p:nvSpPr>
          <p:spPr>
            <a:xfrm>
              <a:off x="2036620" y="2839762"/>
              <a:ext cx="8889677" cy="114270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31520" tIns="0" rtlCol="0" anchor="ctr">
              <a:normAutofit/>
            </a:bodyPr>
            <a:lstStyle/>
            <a:p>
              <a:pPr>
                <a:spcBef>
                  <a:spcPts val="500"/>
                </a:spcBef>
              </a:pPr>
              <a:endParaRPr lang="en-US" sz="1000">
                <a:solidFill>
                  <a:schemeClr val="tx2"/>
                </a:solidFill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51A98045-CCC6-EC4B-BF47-CE1DF933E56A}"/>
                </a:ext>
              </a:extLst>
            </p:cNvPr>
            <p:cNvSpPr/>
            <p:nvPr/>
          </p:nvSpPr>
          <p:spPr>
            <a:xfrm>
              <a:off x="2036622" y="2839762"/>
              <a:ext cx="138440" cy="1141200"/>
            </a:xfrm>
            <a:prstGeom prst="rect">
              <a:avLst/>
            </a:prstGeom>
            <a:solidFill>
              <a:srgbClr val="F26F26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EF6BE1E0-1176-6040-A988-620B8F521191}"/>
              </a:ext>
            </a:extLst>
          </p:cNvPr>
          <p:cNvGrpSpPr/>
          <p:nvPr userDrawn="1"/>
        </p:nvGrpSpPr>
        <p:grpSpPr>
          <a:xfrm>
            <a:off x="432980" y="4615524"/>
            <a:ext cx="3638057" cy="1410928"/>
            <a:chOff x="2036620" y="2839762"/>
            <a:chExt cx="8889677" cy="1142706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A6419A26-18E1-3A4D-B7C0-ABFC13C54B71}"/>
                </a:ext>
              </a:extLst>
            </p:cNvPr>
            <p:cNvSpPr/>
            <p:nvPr/>
          </p:nvSpPr>
          <p:spPr>
            <a:xfrm>
              <a:off x="2036620" y="2839762"/>
              <a:ext cx="8889677" cy="114270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31520" tIns="0" rtlCol="0" anchor="ctr">
              <a:normAutofit/>
            </a:bodyPr>
            <a:lstStyle/>
            <a:p>
              <a:pPr>
                <a:spcBef>
                  <a:spcPts val="500"/>
                </a:spcBef>
              </a:pPr>
              <a:endParaRPr lang="en-US" sz="1000">
                <a:solidFill>
                  <a:schemeClr val="tx2"/>
                </a:solidFill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E5D626B7-D7D0-F545-9079-F14F639E0207}"/>
                </a:ext>
              </a:extLst>
            </p:cNvPr>
            <p:cNvSpPr/>
            <p:nvPr/>
          </p:nvSpPr>
          <p:spPr>
            <a:xfrm>
              <a:off x="2036622" y="2839762"/>
              <a:ext cx="138440" cy="1141200"/>
            </a:xfrm>
            <a:prstGeom prst="rect">
              <a:avLst/>
            </a:prstGeom>
            <a:solidFill>
              <a:srgbClr val="F26F26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B2A9AFCA-DA12-2949-8C65-B75E43A19476}"/>
              </a:ext>
            </a:extLst>
          </p:cNvPr>
          <p:cNvGrpSpPr/>
          <p:nvPr userDrawn="1"/>
        </p:nvGrpSpPr>
        <p:grpSpPr>
          <a:xfrm>
            <a:off x="4276973" y="4615524"/>
            <a:ext cx="3638057" cy="1410928"/>
            <a:chOff x="2036620" y="2839762"/>
            <a:chExt cx="8889677" cy="1142706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2DBADC86-66F4-0449-BD45-971D633FC0E6}"/>
                </a:ext>
              </a:extLst>
            </p:cNvPr>
            <p:cNvSpPr/>
            <p:nvPr/>
          </p:nvSpPr>
          <p:spPr>
            <a:xfrm>
              <a:off x="2036620" y="2839762"/>
              <a:ext cx="8889677" cy="114270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31520" tIns="0" rtlCol="0" anchor="ctr">
              <a:normAutofit/>
            </a:bodyPr>
            <a:lstStyle/>
            <a:p>
              <a:pPr>
                <a:spcBef>
                  <a:spcPts val="500"/>
                </a:spcBef>
              </a:pPr>
              <a:endParaRPr lang="en-US" sz="1000">
                <a:solidFill>
                  <a:schemeClr val="tx2"/>
                </a:solidFill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AEED5388-67A8-D04D-B4DA-703A8512F28D}"/>
                </a:ext>
              </a:extLst>
            </p:cNvPr>
            <p:cNvSpPr/>
            <p:nvPr/>
          </p:nvSpPr>
          <p:spPr>
            <a:xfrm>
              <a:off x="2036622" y="2839762"/>
              <a:ext cx="138440" cy="1141200"/>
            </a:xfrm>
            <a:prstGeom prst="rect">
              <a:avLst/>
            </a:prstGeom>
            <a:solidFill>
              <a:srgbClr val="F26F26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A12D752D-59CC-B348-AACE-A000E731E94A}"/>
              </a:ext>
            </a:extLst>
          </p:cNvPr>
          <p:cNvGrpSpPr/>
          <p:nvPr userDrawn="1"/>
        </p:nvGrpSpPr>
        <p:grpSpPr>
          <a:xfrm>
            <a:off x="8120968" y="4615524"/>
            <a:ext cx="3638057" cy="1410928"/>
            <a:chOff x="2036620" y="2839762"/>
            <a:chExt cx="8889677" cy="1142706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57AA474A-07C3-2548-824B-CA780BFBAB1E}"/>
                </a:ext>
              </a:extLst>
            </p:cNvPr>
            <p:cNvSpPr/>
            <p:nvPr/>
          </p:nvSpPr>
          <p:spPr>
            <a:xfrm>
              <a:off x="2036620" y="2839762"/>
              <a:ext cx="8889677" cy="114270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31520" tIns="0" rtlCol="0" anchor="ctr">
              <a:normAutofit/>
            </a:bodyPr>
            <a:lstStyle/>
            <a:p>
              <a:pPr>
                <a:spcBef>
                  <a:spcPts val="500"/>
                </a:spcBef>
              </a:pPr>
              <a:endParaRPr lang="en-US" sz="1000">
                <a:solidFill>
                  <a:schemeClr val="tx2"/>
                </a:solidFill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669B3EF9-CA8C-BD48-B082-CB6E133F8E14}"/>
                </a:ext>
              </a:extLst>
            </p:cNvPr>
            <p:cNvSpPr/>
            <p:nvPr/>
          </p:nvSpPr>
          <p:spPr>
            <a:xfrm>
              <a:off x="2036622" y="2839762"/>
              <a:ext cx="138440" cy="1141200"/>
            </a:xfrm>
            <a:prstGeom prst="rect">
              <a:avLst/>
            </a:prstGeom>
            <a:solidFill>
              <a:srgbClr val="F26F26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</p:grpSp>
      <p:sp>
        <p:nvSpPr>
          <p:cNvPr id="39" name="Text Placeholder 3">
            <a:extLst>
              <a:ext uri="{FF2B5EF4-FFF2-40B4-BE49-F238E27FC236}">
                <a16:creationId xmlns:a16="http://schemas.microsoft.com/office/drawing/2014/main" id="{988D02BE-FB51-844C-AF72-5EF859D601A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82783" y="3111335"/>
            <a:ext cx="2888252" cy="1231144"/>
          </a:xfrm>
          <a:prstGeom prst="rect">
            <a:avLst/>
          </a:prstGeom>
        </p:spPr>
        <p:txBody>
          <a:bodyPr lIns="0" anchor="ctr"/>
          <a:lstStyle>
            <a:lvl1pPr marL="0" indent="0">
              <a:spcBef>
                <a:spcPts val="0"/>
              </a:spcBef>
              <a:buNone/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700" indent="0">
              <a:buNone/>
              <a:defRPr sz="120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236519" indent="0">
              <a:buNone/>
              <a:defRPr sz="1200"/>
            </a:lvl3pPr>
            <a:lvl4pPr marL="460339" indent="0">
              <a:buNone/>
              <a:defRPr sz="1200"/>
            </a:lvl4pPr>
            <a:lvl5pPr marL="696860" indent="0">
              <a:buNone/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0" name="Text Placeholder 3">
            <a:extLst>
              <a:ext uri="{FF2B5EF4-FFF2-40B4-BE49-F238E27FC236}">
                <a16:creationId xmlns:a16="http://schemas.microsoft.com/office/drawing/2014/main" id="{FA41A4E1-93B3-804D-9B51-78681004F6B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026775" y="3111335"/>
            <a:ext cx="2888252" cy="1231144"/>
          </a:xfrm>
          <a:prstGeom prst="rect">
            <a:avLst/>
          </a:prstGeom>
        </p:spPr>
        <p:txBody>
          <a:bodyPr lIns="0" anchor="ctr"/>
          <a:lstStyle>
            <a:lvl1pPr marL="0" indent="0">
              <a:spcBef>
                <a:spcPts val="0"/>
              </a:spcBef>
              <a:buNone/>
              <a:defRPr lang="en-US" sz="1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700" indent="0">
              <a:buNone/>
              <a:defRPr sz="120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236519" indent="0">
              <a:buNone/>
              <a:defRPr sz="1200"/>
            </a:lvl3pPr>
            <a:lvl4pPr marL="460339" indent="0">
              <a:buNone/>
              <a:defRPr sz="1200"/>
            </a:lvl4pPr>
            <a:lvl5pPr marL="696860" indent="0">
              <a:buNone/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1" name="Text Placeholder 3">
            <a:extLst>
              <a:ext uri="{FF2B5EF4-FFF2-40B4-BE49-F238E27FC236}">
                <a16:creationId xmlns:a16="http://schemas.microsoft.com/office/drawing/2014/main" id="{29C882A2-D825-DA42-8E97-788DDC54172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867123" y="3111335"/>
            <a:ext cx="2888252" cy="1231144"/>
          </a:xfrm>
          <a:prstGeom prst="rect">
            <a:avLst/>
          </a:prstGeom>
        </p:spPr>
        <p:txBody>
          <a:bodyPr lIns="0" anchor="ctr"/>
          <a:lstStyle>
            <a:lvl1pPr marL="0" indent="0">
              <a:spcBef>
                <a:spcPts val="0"/>
              </a:spcBef>
              <a:buNone/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700" indent="0">
              <a:buNone/>
              <a:defRPr sz="120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236519" indent="0">
              <a:buNone/>
              <a:defRPr sz="1200"/>
            </a:lvl3pPr>
            <a:lvl4pPr marL="460339" indent="0">
              <a:buNone/>
              <a:defRPr sz="1200"/>
            </a:lvl4pPr>
            <a:lvl5pPr marL="696860" indent="0">
              <a:buNone/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2" name="Text Placeholder 3">
            <a:extLst>
              <a:ext uri="{FF2B5EF4-FFF2-40B4-BE49-F238E27FC236}">
                <a16:creationId xmlns:a16="http://schemas.microsoft.com/office/drawing/2014/main" id="{2976534D-88A9-E54C-9E28-630C3548DBE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182783" y="4714504"/>
            <a:ext cx="2888252" cy="1231144"/>
          </a:xfrm>
          <a:prstGeom prst="rect">
            <a:avLst/>
          </a:prstGeom>
        </p:spPr>
        <p:txBody>
          <a:bodyPr lIns="0" anchor="ctr"/>
          <a:lstStyle>
            <a:lvl1pPr marL="0" indent="0">
              <a:spcBef>
                <a:spcPts val="0"/>
              </a:spcBef>
              <a:buNone/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700" indent="0">
              <a:buNone/>
              <a:defRPr sz="120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236519" indent="0">
              <a:buNone/>
              <a:defRPr sz="1200"/>
            </a:lvl3pPr>
            <a:lvl4pPr marL="460339" indent="0">
              <a:buNone/>
              <a:defRPr sz="1200"/>
            </a:lvl4pPr>
            <a:lvl5pPr marL="696860" indent="0">
              <a:buNone/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3" name="Text Placeholder 3">
            <a:extLst>
              <a:ext uri="{FF2B5EF4-FFF2-40B4-BE49-F238E27FC236}">
                <a16:creationId xmlns:a16="http://schemas.microsoft.com/office/drawing/2014/main" id="{B5C9FC79-4A33-C043-8C7D-ACB28EEB2DF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026775" y="4714504"/>
            <a:ext cx="2888252" cy="1231144"/>
          </a:xfrm>
          <a:prstGeom prst="rect">
            <a:avLst/>
          </a:prstGeom>
        </p:spPr>
        <p:txBody>
          <a:bodyPr lIns="0" anchor="ctr"/>
          <a:lstStyle>
            <a:lvl1pPr marL="0" indent="0">
              <a:spcBef>
                <a:spcPts val="0"/>
              </a:spcBef>
              <a:buNone/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700" indent="0">
              <a:buNone/>
              <a:defRPr sz="120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236519" indent="0">
              <a:buNone/>
              <a:defRPr sz="1200"/>
            </a:lvl3pPr>
            <a:lvl4pPr marL="460339" indent="0">
              <a:buNone/>
              <a:defRPr sz="1200"/>
            </a:lvl4pPr>
            <a:lvl5pPr marL="696860" indent="0">
              <a:buNone/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4" name="Text Placeholder 3">
            <a:extLst>
              <a:ext uri="{FF2B5EF4-FFF2-40B4-BE49-F238E27FC236}">
                <a16:creationId xmlns:a16="http://schemas.microsoft.com/office/drawing/2014/main" id="{8168BFFC-BB57-1549-A264-7C11DAD4AE95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867123" y="4714504"/>
            <a:ext cx="2888252" cy="1231144"/>
          </a:xfrm>
          <a:prstGeom prst="rect">
            <a:avLst/>
          </a:prstGeom>
        </p:spPr>
        <p:txBody>
          <a:bodyPr lIns="0" anchor="ctr"/>
          <a:lstStyle>
            <a:lvl1pPr marL="0" indent="0">
              <a:spcBef>
                <a:spcPts val="0"/>
              </a:spcBef>
              <a:buNone/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700" indent="0">
              <a:buNone/>
              <a:defRPr sz="120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236519" indent="0">
              <a:buNone/>
              <a:defRPr sz="1200"/>
            </a:lvl3pPr>
            <a:lvl4pPr marL="460339" indent="0">
              <a:buNone/>
              <a:defRPr sz="1200"/>
            </a:lvl4pPr>
            <a:lvl5pPr marL="696860" indent="0">
              <a:buNone/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847454F-4B3E-A74B-907F-8AC6F84D9255}"/>
              </a:ext>
            </a:extLst>
          </p:cNvPr>
          <p:cNvSpPr/>
          <p:nvPr userDrawn="1"/>
        </p:nvSpPr>
        <p:spPr>
          <a:xfrm>
            <a:off x="4" y="-16431"/>
            <a:ext cx="12198625" cy="2820069"/>
          </a:xfrm>
          <a:prstGeom prst="rect">
            <a:avLst/>
          </a:prstGeom>
          <a:solidFill>
            <a:schemeClr val="tx1">
              <a:alpha val="5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7" name="Picture Placeholder 3">
            <a:extLst>
              <a:ext uri="{FF2B5EF4-FFF2-40B4-BE49-F238E27FC236}">
                <a16:creationId xmlns:a16="http://schemas.microsoft.com/office/drawing/2014/main" id="{1B2B3E40-350B-48FA-A058-6219042C63D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625" y="-16430"/>
            <a:ext cx="12192000" cy="2814484"/>
          </a:xfrm>
          <a:prstGeom prst="rect">
            <a:avLst/>
          </a:prstGeom>
          <a:solidFill>
            <a:srgbClr val="77787B"/>
          </a:solidFill>
          <a:effectLst/>
        </p:spPr>
        <p:txBody>
          <a:bodyPr anchor="ctr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Insert picture here</a:t>
            </a:r>
          </a:p>
        </p:txBody>
      </p:sp>
      <p:sp>
        <p:nvSpPr>
          <p:cNvPr id="145" name="Title 3">
            <a:extLst>
              <a:ext uri="{FF2B5EF4-FFF2-40B4-BE49-F238E27FC236}">
                <a16:creationId xmlns:a16="http://schemas.microsoft.com/office/drawing/2014/main" id="{9AE5FDD3-E4C9-4449-8FD8-1E0F4B55A7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19198" y="626214"/>
            <a:ext cx="9753607" cy="524819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THIS IS YOUR TITLE</a:t>
            </a:r>
          </a:p>
        </p:txBody>
      </p:sp>
      <p:sp>
        <p:nvSpPr>
          <p:cNvPr id="146" name="Text Placeholder 3">
            <a:extLst>
              <a:ext uri="{FF2B5EF4-FFF2-40B4-BE49-F238E27FC236}">
                <a16:creationId xmlns:a16="http://schemas.microsoft.com/office/drawing/2014/main" id="{8E140D6B-3DA4-4D39-908C-053DDED4D4B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192764" y="1519705"/>
            <a:ext cx="9769360" cy="395107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800" b="0">
                <a:solidFill>
                  <a:schemeClr val="bg1"/>
                </a:solidFill>
              </a:defRPr>
            </a:lvl1pPr>
            <a:lvl2pPr marL="12700" indent="0">
              <a:buNone/>
              <a:defRPr sz="1400"/>
            </a:lvl2pPr>
            <a:lvl3pPr marL="236519" indent="0">
              <a:buNone/>
              <a:defRPr sz="1200"/>
            </a:lvl3pPr>
            <a:lvl4pPr marL="460339" indent="0">
              <a:buNone/>
              <a:defRPr sz="1200"/>
            </a:lvl4pPr>
            <a:lvl5pPr marL="696860" indent="0">
              <a:buNone/>
              <a:defRPr sz="1200"/>
            </a:lvl5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This is your optional subtitle Try to keep this to two lines of type maximum if used</a:t>
            </a:r>
          </a:p>
        </p:txBody>
      </p:sp>
      <p:pic>
        <p:nvPicPr>
          <p:cNvPr id="73" name="Google Shape;107;p19">
            <a:extLst>
              <a:ext uri="{FF2B5EF4-FFF2-40B4-BE49-F238E27FC236}">
                <a16:creationId xmlns:a16="http://schemas.microsoft.com/office/drawing/2014/main" id="{A602160F-BD7B-1C47-8520-1DA68388F4CA}"/>
              </a:ext>
            </a:extLst>
          </p:cNvPr>
          <p:cNvPicPr/>
          <p:nvPr userDrawn="1"/>
        </p:nvPicPr>
        <p:blipFill>
          <a:blip r:embed="rId2"/>
          <a:stretch/>
        </p:blipFill>
        <p:spPr>
          <a:xfrm>
            <a:off x="-962" y="6362184"/>
            <a:ext cx="12191520" cy="523200"/>
          </a:xfrm>
          <a:prstGeom prst="rect">
            <a:avLst/>
          </a:prstGeom>
          <a:ln w="0">
            <a:noFill/>
          </a:ln>
        </p:spPr>
      </p:pic>
      <p:sp>
        <p:nvSpPr>
          <p:cNvPr id="76" name="Rectangle 75">
            <a:extLst>
              <a:ext uri="{FF2B5EF4-FFF2-40B4-BE49-F238E27FC236}">
                <a16:creationId xmlns:a16="http://schemas.microsoft.com/office/drawing/2014/main" id="{9D44B6C8-6775-FE44-B073-6E8CC0296F60}"/>
              </a:ext>
            </a:extLst>
          </p:cNvPr>
          <p:cNvSpPr/>
          <p:nvPr userDrawn="1"/>
        </p:nvSpPr>
        <p:spPr>
          <a:xfrm>
            <a:off x="11547063" y="641909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970640DA-FFB7-EC42-A481-3877BA7BCEAD}"/>
              </a:ext>
            </a:extLst>
          </p:cNvPr>
          <p:cNvSpPr/>
          <p:nvPr userDrawn="1"/>
        </p:nvSpPr>
        <p:spPr>
          <a:xfrm>
            <a:off x="11547063" y="646557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pic>
        <p:nvPicPr>
          <p:cNvPr id="37" name="Google Shape;108;p19">
            <a:extLst>
              <a:ext uri="{FF2B5EF4-FFF2-40B4-BE49-F238E27FC236}">
                <a16:creationId xmlns:a16="http://schemas.microsoft.com/office/drawing/2014/main" id="{C33E3D98-EBF0-9647-AC2B-791CE17DABB4}"/>
              </a:ext>
            </a:extLst>
          </p:cNvPr>
          <p:cNvPicPr/>
          <p:nvPr userDrawn="1"/>
        </p:nvPicPr>
        <p:blipFill>
          <a:blip r:embed="rId3" cstate="print"/>
          <a:stretch/>
        </p:blipFill>
        <p:spPr>
          <a:xfrm>
            <a:off x="389760" y="6451464"/>
            <a:ext cx="1264320" cy="344640"/>
          </a:xfrm>
          <a:prstGeom prst="rect">
            <a:avLst/>
          </a:prstGeom>
          <a:ln w="0">
            <a:noFill/>
          </a:ln>
        </p:spPr>
      </p:pic>
      <p:sp>
        <p:nvSpPr>
          <p:cNvPr id="38" name="Google Shape;109;p19">
            <a:extLst>
              <a:ext uri="{FF2B5EF4-FFF2-40B4-BE49-F238E27FC236}">
                <a16:creationId xmlns:a16="http://schemas.microsoft.com/office/drawing/2014/main" id="{CD3D1139-C76B-394B-82DF-83F9990BE14A}"/>
              </a:ext>
            </a:extLst>
          </p:cNvPr>
          <p:cNvSpPr/>
          <p:nvPr userDrawn="1"/>
        </p:nvSpPr>
        <p:spPr>
          <a:xfrm>
            <a:off x="9281760" y="6541678"/>
            <a:ext cx="1931040" cy="16421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1520">
              <a:lnSpc>
                <a:spcPct val="100000"/>
              </a:lnSpc>
              <a:tabLst>
                <a:tab pos="0" algn="l"/>
              </a:tabLst>
            </a:pPr>
            <a:r>
              <a:rPr lang="en" sz="1067" b="0" u="none" strike="noStrike">
                <a:uFillTx/>
                <a:latin typeface="Calibri"/>
                <a:ea typeface="Calibri"/>
              </a:rPr>
              <a:t>Tavant Proprietary &amp; Confidential</a:t>
            </a:r>
            <a:endParaRPr lang="en-IN" sz="1067" b="0" u="none" strike="noStrike">
              <a:uFillTx/>
              <a:latin typeface="Arial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6655C2F-B0FC-C74A-9C8B-C46E1E330B0D}"/>
              </a:ext>
            </a:extLst>
          </p:cNvPr>
          <p:cNvSpPr txBox="1"/>
          <p:nvPr userDrawn="1"/>
        </p:nvSpPr>
        <p:spPr>
          <a:xfrm>
            <a:off x="11502039" y="6495512"/>
            <a:ext cx="349775" cy="256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954E5BDB-61AA-4049-AE86-82CC72DFC771}" type="slidenum">
              <a:rPr lang="en-US" sz="1067" smtClean="0">
                <a:solidFill>
                  <a:schemeClr val="bg1"/>
                </a:solidFill>
              </a:rPr>
              <a:t>‹#›</a:t>
            </a:fld>
            <a:endParaRPr lang="en-US" sz="1067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792520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s + Content 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itle Placeholder 1">
            <a:extLst>
              <a:ext uri="{FF2B5EF4-FFF2-40B4-BE49-F238E27FC236}">
                <a16:creationId xmlns:a16="http://schemas.microsoft.com/office/drawing/2014/main" id="{382B2D67-6109-A842-942F-76EBFE4B93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9759" y="292216"/>
            <a:ext cx="11299035" cy="359457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>
              <a:defRPr sz="2400" b="1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8" name="Text Placeholder 3">
            <a:extLst>
              <a:ext uri="{FF2B5EF4-FFF2-40B4-BE49-F238E27FC236}">
                <a16:creationId xmlns:a16="http://schemas.microsoft.com/office/drawing/2014/main" id="{78FC7EFA-DB55-5949-87DB-6EE4627771C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9759" y="618487"/>
            <a:ext cx="11299035" cy="409899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rgbClr val="F77A3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700" indent="0">
              <a:buNone/>
              <a:defRPr sz="1800">
                <a:solidFill>
                  <a:schemeClr val="accent1"/>
                </a:solidFill>
              </a:defRPr>
            </a:lvl2pPr>
            <a:lvl3pPr>
              <a:defRPr sz="1800">
                <a:solidFill>
                  <a:schemeClr val="accent1"/>
                </a:solidFill>
              </a:defRPr>
            </a:lvl3pPr>
            <a:lvl4pPr>
              <a:defRPr sz="1800">
                <a:solidFill>
                  <a:schemeClr val="accent1"/>
                </a:solidFill>
              </a:defRPr>
            </a:lvl4pPr>
            <a:lvl5pPr>
              <a:defRPr sz="18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39" name="Picture Placeholder 16" descr="A picture containing person, large, crowd, hall&#10;&#10;Description automatically generated">
            <a:extLst>
              <a:ext uri="{FF2B5EF4-FFF2-40B4-BE49-F238E27FC236}">
                <a16:creationId xmlns:a16="http://schemas.microsoft.com/office/drawing/2014/main" id="{A02DD634-E78F-0545-A7C4-38A45D8E204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-479" y="1376743"/>
            <a:ext cx="12191995" cy="5004585"/>
          </a:xfrm>
          <a:prstGeom prst="rect">
            <a:avLst/>
          </a:prstGeom>
        </p:spPr>
      </p:pic>
      <p:sp>
        <p:nvSpPr>
          <p:cNvPr id="40" name="Rectangle 39">
            <a:extLst>
              <a:ext uri="{FF2B5EF4-FFF2-40B4-BE49-F238E27FC236}">
                <a16:creationId xmlns:a16="http://schemas.microsoft.com/office/drawing/2014/main" id="{ABBC47D3-6666-2544-891B-610AD0571886}"/>
              </a:ext>
            </a:extLst>
          </p:cNvPr>
          <p:cNvSpPr/>
          <p:nvPr userDrawn="1"/>
        </p:nvSpPr>
        <p:spPr>
          <a:xfrm>
            <a:off x="4" y="1352971"/>
            <a:ext cx="12192001" cy="5009213"/>
          </a:xfrm>
          <a:prstGeom prst="rect">
            <a:avLst/>
          </a:prstGeom>
          <a:solidFill>
            <a:schemeClr val="tx1"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2" name="Picture Placeholder 3">
            <a:extLst>
              <a:ext uri="{FF2B5EF4-FFF2-40B4-BE49-F238E27FC236}">
                <a16:creationId xmlns:a16="http://schemas.microsoft.com/office/drawing/2014/main" id="{318F083C-11DD-1940-8619-0588014D28C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03199" y="1753456"/>
            <a:ext cx="3393304" cy="17768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txBody>
          <a:bodyPr anchor="ctr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Insert picture here</a:t>
            </a:r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96CDD83E-70A0-D24D-AF9C-31CD76897F8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399345" y="1753456"/>
            <a:ext cx="3393304" cy="17768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txBody>
          <a:bodyPr anchor="ctr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Insert picture here</a:t>
            </a:r>
          </a:p>
        </p:txBody>
      </p:sp>
      <p:sp>
        <p:nvSpPr>
          <p:cNvPr id="25" name="Picture Placeholder 3">
            <a:extLst>
              <a:ext uri="{FF2B5EF4-FFF2-40B4-BE49-F238E27FC236}">
                <a16:creationId xmlns:a16="http://schemas.microsoft.com/office/drawing/2014/main" id="{C9D30B82-9942-394F-9C0D-8F7A1886660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295491" y="1753456"/>
            <a:ext cx="3393304" cy="17768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txBody>
          <a:bodyPr anchor="ctr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Insert picture here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5832E85-D9DF-444D-BFD8-E107F69AFA26}"/>
              </a:ext>
            </a:extLst>
          </p:cNvPr>
          <p:cNvGrpSpPr/>
          <p:nvPr userDrawn="1"/>
        </p:nvGrpSpPr>
        <p:grpSpPr>
          <a:xfrm>
            <a:off x="411798" y="3694493"/>
            <a:ext cx="3563825" cy="2070207"/>
            <a:chOff x="411806" y="3694488"/>
            <a:chExt cx="3563825" cy="2070207"/>
          </a:xfrm>
          <a:effectLst/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5079176-55C6-8943-90B5-7B10720D8445}"/>
                </a:ext>
              </a:extLst>
            </p:cNvPr>
            <p:cNvSpPr/>
            <p:nvPr userDrawn="1"/>
          </p:nvSpPr>
          <p:spPr>
            <a:xfrm>
              <a:off x="411811" y="3694488"/>
              <a:ext cx="3563820" cy="207020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rtlCol="0" anchor="ctr"/>
            <a:lstStyle/>
            <a:p>
              <a:pPr>
                <a:lnSpc>
                  <a:spcPct val="130000"/>
                </a:lnSpc>
              </a:pPr>
              <a:endParaRPr lang="en-US" sz="1000">
                <a:solidFill>
                  <a:srgbClr val="FFFFFF">
                    <a:alpha val="70000"/>
                  </a:srgbClr>
                </a:solidFill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4B317D83-A7D7-5E43-8B36-ED8270C802A5}"/>
                </a:ext>
              </a:extLst>
            </p:cNvPr>
            <p:cNvSpPr/>
            <p:nvPr/>
          </p:nvSpPr>
          <p:spPr>
            <a:xfrm rot="16200000">
              <a:off x="2167277" y="1939017"/>
              <a:ext cx="52873" cy="3563815"/>
            </a:xfrm>
            <a:prstGeom prst="rect">
              <a:avLst/>
            </a:prstGeom>
            <a:solidFill>
              <a:srgbClr val="F26F26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CC660DC6-92AA-4449-B2D2-C98FA58EF75F}"/>
              </a:ext>
            </a:extLst>
          </p:cNvPr>
          <p:cNvGrpSpPr/>
          <p:nvPr userDrawn="1"/>
        </p:nvGrpSpPr>
        <p:grpSpPr>
          <a:xfrm>
            <a:off x="4314071" y="3694493"/>
            <a:ext cx="3563820" cy="2070207"/>
            <a:chOff x="4307951" y="3694488"/>
            <a:chExt cx="3563820" cy="2070207"/>
          </a:xfrm>
          <a:effectLst/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F3569F49-A3C4-0343-9E29-653EB487B8A1}"/>
                </a:ext>
              </a:extLst>
            </p:cNvPr>
            <p:cNvSpPr/>
            <p:nvPr/>
          </p:nvSpPr>
          <p:spPr>
            <a:xfrm>
              <a:off x="4307951" y="3694488"/>
              <a:ext cx="3563820" cy="207020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rtlCol="0" anchor="ctr"/>
            <a:lstStyle/>
            <a:p>
              <a:pPr>
                <a:lnSpc>
                  <a:spcPct val="130000"/>
                </a:lnSpc>
              </a:pPr>
              <a:endParaRPr lang="en-US" sz="1000">
                <a:solidFill>
                  <a:srgbClr val="FFFFFF">
                    <a:alpha val="70000"/>
                  </a:srgbClr>
                </a:solidFill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C811D5DA-11C6-4A42-9603-9D58B8C7D7CC}"/>
                </a:ext>
              </a:extLst>
            </p:cNvPr>
            <p:cNvSpPr/>
            <p:nvPr/>
          </p:nvSpPr>
          <p:spPr>
            <a:xfrm rot="16200000">
              <a:off x="6063427" y="1939017"/>
              <a:ext cx="52873" cy="3563815"/>
            </a:xfrm>
            <a:prstGeom prst="rect">
              <a:avLst/>
            </a:prstGeom>
            <a:solidFill>
              <a:srgbClr val="F26F26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5FE5D56A-9061-AA44-B4F3-777922DBA845}"/>
              </a:ext>
            </a:extLst>
          </p:cNvPr>
          <p:cNvGrpSpPr/>
          <p:nvPr/>
        </p:nvGrpSpPr>
        <p:grpSpPr>
          <a:xfrm>
            <a:off x="8204091" y="3694493"/>
            <a:ext cx="3563832" cy="2070207"/>
            <a:chOff x="8204091" y="3694488"/>
            <a:chExt cx="3563832" cy="2070207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95D1714E-4862-BD48-AEC0-4004413781D8}"/>
                </a:ext>
              </a:extLst>
            </p:cNvPr>
            <p:cNvSpPr/>
            <p:nvPr/>
          </p:nvSpPr>
          <p:spPr>
            <a:xfrm>
              <a:off x="8204103" y="3694488"/>
              <a:ext cx="3563820" cy="207020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rtlCol="0" anchor="ctr"/>
            <a:lstStyle/>
            <a:p>
              <a:pPr>
                <a:lnSpc>
                  <a:spcPct val="130000"/>
                </a:lnSpc>
              </a:pPr>
              <a:endParaRPr lang="en-US" sz="1000">
                <a:solidFill>
                  <a:srgbClr val="FFFFFF">
                    <a:alpha val="70000"/>
                  </a:srgbClr>
                </a:solidFill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330A35A7-093D-8F41-8B7E-9044BE182036}"/>
                </a:ext>
              </a:extLst>
            </p:cNvPr>
            <p:cNvSpPr/>
            <p:nvPr/>
          </p:nvSpPr>
          <p:spPr>
            <a:xfrm rot="16200000">
              <a:off x="9959562" y="1939017"/>
              <a:ext cx="52873" cy="3563815"/>
            </a:xfrm>
            <a:prstGeom prst="rect">
              <a:avLst/>
            </a:prstGeom>
            <a:solidFill>
              <a:srgbClr val="F26F26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</p:grp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1A11B08B-4395-B542-A320-AB076CD591E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8439" y="3911555"/>
            <a:ext cx="3181080" cy="1636072"/>
          </a:xfrm>
          <a:prstGeom prst="rect">
            <a:avLst/>
          </a:prstGeom>
        </p:spPr>
        <p:txBody>
          <a:bodyPr lIns="0" anchor="ctr"/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700" indent="0">
              <a:buNone/>
              <a:defRPr sz="140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236519" indent="0">
              <a:buNone/>
              <a:defRPr sz="1200"/>
            </a:lvl3pPr>
            <a:lvl4pPr marL="460339" indent="0">
              <a:buNone/>
              <a:defRPr sz="1200"/>
            </a:lvl4pPr>
            <a:lvl5pPr marL="696860" indent="0">
              <a:buNone/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5" name="Text Placeholder 3">
            <a:extLst>
              <a:ext uri="{FF2B5EF4-FFF2-40B4-BE49-F238E27FC236}">
                <a16:creationId xmlns:a16="http://schemas.microsoft.com/office/drawing/2014/main" id="{2062D9DB-8D23-814F-B542-0928DA5CD32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508472" y="3911555"/>
            <a:ext cx="3181080" cy="1636072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700" indent="0">
              <a:buNone/>
              <a:defRPr sz="140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236519" indent="0">
              <a:buNone/>
              <a:defRPr sz="1200"/>
            </a:lvl3pPr>
            <a:lvl4pPr marL="460339" indent="0">
              <a:buNone/>
              <a:defRPr sz="1200"/>
            </a:lvl4pPr>
            <a:lvl5pPr marL="696860" indent="0">
              <a:buNone/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32572569-F432-B840-B254-46012451EE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407731" y="3911555"/>
            <a:ext cx="3181080" cy="1636072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700" indent="0">
              <a:buNone/>
              <a:defRPr sz="140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236519" indent="0">
              <a:buNone/>
              <a:defRPr sz="1200"/>
            </a:lvl3pPr>
            <a:lvl4pPr marL="460339" indent="0">
              <a:buNone/>
              <a:defRPr sz="1200"/>
            </a:lvl4pPr>
            <a:lvl5pPr marL="696860" indent="0">
              <a:buNone/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pic>
        <p:nvPicPr>
          <p:cNvPr id="27" name="Google Shape;107;p19">
            <a:extLst>
              <a:ext uri="{FF2B5EF4-FFF2-40B4-BE49-F238E27FC236}">
                <a16:creationId xmlns:a16="http://schemas.microsoft.com/office/drawing/2014/main" id="{C640E297-EB6B-3B4A-B3DF-08AD447DFD40}"/>
              </a:ext>
            </a:extLst>
          </p:cNvPr>
          <p:cNvPicPr/>
          <p:nvPr userDrawn="1"/>
        </p:nvPicPr>
        <p:blipFill>
          <a:blip r:embed="rId3"/>
          <a:stretch/>
        </p:blipFill>
        <p:spPr>
          <a:xfrm>
            <a:off x="-962" y="6362184"/>
            <a:ext cx="12191520" cy="523200"/>
          </a:xfrm>
          <a:prstGeom prst="rect">
            <a:avLst/>
          </a:prstGeom>
          <a:ln w="0">
            <a:noFill/>
          </a:ln>
        </p:spPr>
      </p:pic>
      <p:sp>
        <p:nvSpPr>
          <p:cNvPr id="47" name="Rectangle 46">
            <a:extLst>
              <a:ext uri="{FF2B5EF4-FFF2-40B4-BE49-F238E27FC236}">
                <a16:creationId xmlns:a16="http://schemas.microsoft.com/office/drawing/2014/main" id="{7C33BDBC-0CCC-104B-A29F-6A86014596D9}"/>
              </a:ext>
            </a:extLst>
          </p:cNvPr>
          <p:cNvSpPr/>
          <p:nvPr userDrawn="1"/>
        </p:nvSpPr>
        <p:spPr>
          <a:xfrm>
            <a:off x="11547063" y="641909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0B9D3F34-334D-F249-A88C-41072C2D78EA}"/>
              </a:ext>
            </a:extLst>
          </p:cNvPr>
          <p:cNvSpPr/>
          <p:nvPr userDrawn="1"/>
        </p:nvSpPr>
        <p:spPr>
          <a:xfrm>
            <a:off x="11547063" y="646557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pic>
        <p:nvPicPr>
          <p:cNvPr id="29" name="Google Shape;108;p19">
            <a:extLst>
              <a:ext uri="{FF2B5EF4-FFF2-40B4-BE49-F238E27FC236}">
                <a16:creationId xmlns:a16="http://schemas.microsoft.com/office/drawing/2014/main" id="{3956F64E-70AD-C047-AF7B-A753352C9BF6}"/>
              </a:ext>
            </a:extLst>
          </p:cNvPr>
          <p:cNvPicPr/>
          <p:nvPr userDrawn="1"/>
        </p:nvPicPr>
        <p:blipFill>
          <a:blip r:embed="rId4" cstate="print"/>
          <a:stretch/>
        </p:blipFill>
        <p:spPr>
          <a:xfrm>
            <a:off x="389760" y="6451464"/>
            <a:ext cx="1264320" cy="344640"/>
          </a:xfrm>
          <a:prstGeom prst="rect">
            <a:avLst/>
          </a:prstGeom>
          <a:ln w="0">
            <a:noFill/>
          </a:ln>
        </p:spPr>
      </p:pic>
      <p:sp>
        <p:nvSpPr>
          <p:cNvPr id="31" name="Google Shape;109;p19">
            <a:extLst>
              <a:ext uri="{FF2B5EF4-FFF2-40B4-BE49-F238E27FC236}">
                <a16:creationId xmlns:a16="http://schemas.microsoft.com/office/drawing/2014/main" id="{20225994-8455-324B-AB4A-FD40CF6DED82}"/>
              </a:ext>
            </a:extLst>
          </p:cNvPr>
          <p:cNvSpPr/>
          <p:nvPr userDrawn="1"/>
        </p:nvSpPr>
        <p:spPr>
          <a:xfrm>
            <a:off x="9281760" y="6541678"/>
            <a:ext cx="1931040" cy="16421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1520">
              <a:lnSpc>
                <a:spcPct val="100000"/>
              </a:lnSpc>
              <a:tabLst>
                <a:tab pos="0" algn="l"/>
              </a:tabLst>
            </a:pPr>
            <a:r>
              <a:rPr lang="en" sz="1067" b="0" u="none" strike="noStrike">
                <a:uFillTx/>
                <a:latin typeface="Calibri"/>
                <a:ea typeface="Calibri"/>
              </a:rPr>
              <a:t>Tavant Proprietary &amp; Confidential</a:t>
            </a:r>
            <a:endParaRPr lang="en-IN" sz="1067" b="0" u="none" strike="noStrike">
              <a:uFillTx/>
              <a:latin typeface="Arial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6A4D997-2688-844E-8E20-AE299C12F7EF}"/>
              </a:ext>
            </a:extLst>
          </p:cNvPr>
          <p:cNvSpPr txBox="1"/>
          <p:nvPr userDrawn="1"/>
        </p:nvSpPr>
        <p:spPr>
          <a:xfrm>
            <a:off x="11502039" y="6495512"/>
            <a:ext cx="349775" cy="256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954E5BDB-61AA-4049-AE86-82CC72DFC771}" type="slidenum">
              <a:rPr lang="en-US" sz="1067" smtClean="0">
                <a:solidFill>
                  <a:schemeClr val="bg1"/>
                </a:solidFill>
              </a:rPr>
              <a:t>‹#›</a:t>
            </a:fld>
            <a:endParaRPr lang="en-US" sz="1067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129556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+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1DCBD4F-40A1-4846-94F9-4AB9ABD036FB}"/>
              </a:ext>
            </a:extLst>
          </p:cNvPr>
          <p:cNvSpPr/>
          <p:nvPr userDrawn="1"/>
        </p:nvSpPr>
        <p:spPr>
          <a:xfrm>
            <a:off x="5324685" y="1367760"/>
            <a:ext cx="6867319" cy="486422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777A9F32-DF1A-DC41-96CF-65D7737E9178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5686427" y="1520617"/>
            <a:ext cx="6114096" cy="4554203"/>
          </a:xfrm>
          <a:prstGeom prst="rect">
            <a:avLst/>
          </a:prstGeom>
          <a:solidFill>
            <a:schemeClr val="bg1"/>
          </a:solidFill>
          <a:effectLst/>
        </p:spPr>
        <p:txBody>
          <a:bodyPr anchor="ctr"/>
          <a:lstStyle>
            <a:lvl1pPr marL="143997" indent="0" algn="ctr">
              <a:buNone/>
              <a:defRPr/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E3AF06D-0212-664A-B47B-1A95FEB68454}"/>
              </a:ext>
            </a:extLst>
          </p:cNvPr>
          <p:cNvSpPr/>
          <p:nvPr/>
        </p:nvSpPr>
        <p:spPr>
          <a:xfrm>
            <a:off x="-1" y="4784243"/>
            <a:ext cx="4372469" cy="1446552"/>
          </a:xfrm>
          <a:prstGeom prst="rect">
            <a:avLst/>
          </a:prstGeom>
          <a:solidFill>
            <a:srgbClr val="F26F26"/>
          </a:solidFill>
          <a:ln>
            <a:noFill/>
          </a:ln>
          <a:effectLst>
            <a:outerShdw blurRad="508000" dist="114300" dir="5400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pPr>
              <a:lnSpc>
                <a:spcPct val="130000"/>
              </a:lnSpc>
            </a:pPr>
            <a:endParaRPr lang="en-US" sz="1000">
              <a:solidFill>
                <a:srgbClr val="FFFFFF">
                  <a:alpha val="70000"/>
                </a:srgbClr>
              </a:solidFill>
            </a:endParaRPr>
          </a:p>
        </p:txBody>
      </p:sp>
      <p:sp>
        <p:nvSpPr>
          <p:cNvPr id="21" name="Title Placeholder 1">
            <a:extLst>
              <a:ext uri="{FF2B5EF4-FFF2-40B4-BE49-F238E27FC236}">
                <a16:creationId xmlns:a16="http://schemas.microsoft.com/office/drawing/2014/main" id="{AA385DD0-4BDF-B247-B036-8031CA2323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9760" y="292216"/>
            <a:ext cx="11322864" cy="359457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>
              <a:defRPr sz="2400" b="1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2A680094-A8AC-E240-98B9-F83842D70C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9760" y="618487"/>
            <a:ext cx="11322864" cy="585516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rgbClr val="F77A3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700" indent="0">
              <a:buNone/>
              <a:defRPr sz="1800">
                <a:solidFill>
                  <a:schemeClr val="accent1"/>
                </a:solidFill>
              </a:defRPr>
            </a:lvl2pPr>
            <a:lvl3pPr>
              <a:defRPr sz="1800">
                <a:solidFill>
                  <a:schemeClr val="accent1"/>
                </a:solidFill>
              </a:defRPr>
            </a:lvl3pPr>
            <a:lvl4pPr>
              <a:defRPr sz="1800">
                <a:solidFill>
                  <a:schemeClr val="accent1"/>
                </a:solidFill>
              </a:defRPr>
            </a:lvl4pPr>
            <a:lvl5pPr>
              <a:defRPr sz="18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0577B239-3785-B44E-8D77-AA6E9CE841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9544" y="4905035"/>
            <a:ext cx="4132929" cy="120497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143997" indent="0">
              <a:buNone/>
              <a:defRPr sz="2400" i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700" indent="0">
              <a:buNone/>
              <a:defRPr sz="1800">
                <a:solidFill>
                  <a:schemeClr val="accent1"/>
                </a:solidFill>
              </a:defRPr>
            </a:lvl2pPr>
            <a:lvl3pPr>
              <a:defRPr sz="1800">
                <a:solidFill>
                  <a:schemeClr val="accent1"/>
                </a:solidFill>
              </a:defRPr>
            </a:lvl3pPr>
            <a:lvl4pPr>
              <a:defRPr sz="1800">
                <a:solidFill>
                  <a:schemeClr val="accent1"/>
                </a:solidFill>
              </a:defRPr>
            </a:lvl4pPr>
            <a:lvl5pPr>
              <a:defRPr sz="18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B40829BC-2ED1-44F2-9576-6AF5778ABE49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389760" y="1500475"/>
            <a:ext cx="4505440" cy="316298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Clr>
                <a:srgbClr val="FF8909"/>
              </a:buClr>
              <a:buFont typeface="Wingdings" panose="05000000000000000000" pitchFamily="2" charset="2"/>
              <a:buNone/>
              <a:defRPr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67" indent="-182866">
              <a:buClr>
                <a:srgbClr val="FF8909"/>
              </a:buClr>
              <a:buFont typeface="Calibri" panose="020F0502020204030204" pitchFamily="34" charset="0"/>
              <a:buChar char="‒"/>
              <a:defRPr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731466" indent="-182866">
              <a:buClr>
                <a:srgbClr val="FF8909"/>
              </a:buClr>
              <a:buFontTx/>
              <a:buChar char="•"/>
              <a:defRPr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316604684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40D8962D-CAD5-5E45-A140-FB6450D176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9761" y="292216"/>
            <a:ext cx="11322864" cy="359457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>
              <a:defRPr sz="2400" b="1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E3EDC04A-78D7-4545-B8A8-FBF43456053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9761" y="618487"/>
            <a:ext cx="11322864" cy="401844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rgbClr val="F77A3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700" indent="0">
              <a:buNone/>
              <a:defRPr sz="1800">
                <a:solidFill>
                  <a:schemeClr val="accent1"/>
                </a:solidFill>
              </a:defRPr>
            </a:lvl2pPr>
            <a:lvl3pPr>
              <a:defRPr sz="1800">
                <a:solidFill>
                  <a:schemeClr val="accent1"/>
                </a:solidFill>
              </a:defRPr>
            </a:lvl3pPr>
            <a:lvl4pPr>
              <a:defRPr sz="1800">
                <a:solidFill>
                  <a:schemeClr val="accent1"/>
                </a:solidFill>
              </a:defRPr>
            </a:lvl4pPr>
            <a:lvl5pPr>
              <a:defRPr sz="18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F8E8D36-07ED-8C4D-9F7D-8905B270F3E6}"/>
              </a:ext>
            </a:extLst>
          </p:cNvPr>
          <p:cNvCxnSpPr/>
          <p:nvPr userDrawn="1"/>
        </p:nvCxnSpPr>
        <p:spPr>
          <a:xfrm>
            <a:off x="0" y="2099485"/>
            <a:ext cx="12192000" cy="0"/>
          </a:xfrm>
          <a:prstGeom prst="line">
            <a:avLst/>
          </a:prstGeom>
          <a:ln w="28575">
            <a:solidFill>
              <a:srgbClr val="F36F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C360C23F-E932-CD4E-9815-9A2E2DD1E10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86095" y="1471143"/>
            <a:ext cx="1155340" cy="5855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143997" indent="0" algn="ctr">
              <a:buNone/>
              <a:defRPr sz="1800">
                <a:solidFill>
                  <a:schemeClr val="tx1"/>
                </a:solidFill>
              </a:defRPr>
            </a:lvl1pPr>
            <a:lvl2pPr marL="12700" indent="0">
              <a:buNone/>
              <a:defRPr sz="1800">
                <a:solidFill>
                  <a:schemeClr val="accent1"/>
                </a:solidFill>
              </a:defRPr>
            </a:lvl2pPr>
            <a:lvl3pPr>
              <a:defRPr sz="1800">
                <a:solidFill>
                  <a:schemeClr val="accent1"/>
                </a:solidFill>
              </a:defRPr>
            </a:lvl3pPr>
            <a:lvl4pPr>
              <a:defRPr sz="1800">
                <a:solidFill>
                  <a:schemeClr val="accent1"/>
                </a:solidFill>
              </a:defRPr>
            </a:lvl4pPr>
            <a:lvl5pPr>
              <a:defRPr sz="18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Date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F1DF69C-FAF2-4307-A24D-513A9759CEDD}"/>
              </a:ext>
            </a:extLst>
          </p:cNvPr>
          <p:cNvGrpSpPr/>
          <p:nvPr userDrawn="1"/>
        </p:nvGrpSpPr>
        <p:grpSpPr>
          <a:xfrm>
            <a:off x="7497824" y="1947085"/>
            <a:ext cx="304800" cy="640080"/>
            <a:chOff x="7497824" y="1947085"/>
            <a:chExt cx="304800" cy="640080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2D16FD7-B25A-47EB-B118-33B394647319}"/>
                </a:ext>
              </a:extLst>
            </p:cNvPr>
            <p:cNvCxnSpPr/>
            <p:nvPr/>
          </p:nvCxnSpPr>
          <p:spPr>
            <a:xfrm>
              <a:off x="7650224" y="2099485"/>
              <a:ext cx="0" cy="487680"/>
            </a:xfrm>
            <a:prstGeom prst="line">
              <a:avLst/>
            </a:prstGeom>
            <a:ln w="19050">
              <a:solidFill>
                <a:schemeClr val="tx1">
                  <a:lumMod val="75000"/>
                  <a:lumOff val="25000"/>
                </a:schemeClr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9C8CE7A6-5309-4425-A9FB-AEE7A24E84E9}"/>
                </a:ext>
              </a:extLst>
            </p:cNvPr>
            <p:cNvSpPr/>
            <p:nvPr/>
          </p:nvSpPr>
          <p:spPr>
            <a:xfrm rot="16200000">
              <a:off x="7497824" y="1947085"/>
              <a:ext cx="304800" cy="30480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121904" indent="-121904" algn="ctr">
                <a:spcBef>
                  <a:spcPts val="1600"/>
                </a:spcBef>
                <a:buClr>
                  <a:srgbClr val="005CB9"/>
                </a:buClr>
                <a:defRPr/>
              </a:pPr>
              <a:endParaRPr lang="en-US" sz="2133">
                <a:solidFill>
                  <a:srgbClr val="005CB9"/>
                </a:solidFill>
                <a:latin typeface="Arial"/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6DC579A-7AD2-454E-86CD-1D12C91C483B}"/>
              </a:ext>
            </a:extLst>
          </p:cNvPr>
          <p:cNvGrpSpPr/>
          <p:nvPr userDrawn="1"/>
        </p:nvGrpSpPr>
        <p:grpSpPr>
          <a:xfrm>
            <a:off x="10606271" y="1947090"/>
            <a:ext cx="304800" cy="640079"/>
            <a:chOff x="10606271" y="1947087"/>
            <a:chExt cx="304800" cy="640078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4B88508D-2A24-4B40-B812-04F7121B139E}"/>
                </a:ext>
              </a:extLst>
            </p:cNvPr>
            <p:cNvCxnSpPr/>
            <p:nvPr/>
          </p:nvCxnSpPr>
          <p:spPr>
            <a:xfrm>
              <a:off x="10758671" y="2099485"/>
              <a:ext cx="0" cy="487680"/>
            </a:xfrm>
            <a:prstGeom prst="line">
              <a:avLst/>
            </a:prstGeom>
            <a:ln w="19050">
              <a:solidFill>
                <a:srgbClr val="F36F26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2C04D8C4-AEC2-40BE-BE45-732997700796}"/>
                </a:ext>
              </a:extLst>
            </p:cNvPr>
            <p:cNvSpPr/>
            <p:nvPr/>
          </p:nvSpPr>
          <p:spPr>
            <a:xfrm rot="16200000">
              <a:off x="10606271" y="1947087"/>
              <a:ext cx="304800" cy="304800"/>
            </a:xfrm>
            <a:prstGeom prst="ellipse">
              <a:avLst/>
            </a:prstGeom>
            <a:solidFill>
              <a:srgbClr val="F36F26"/>
            </a:solidFill>
            <a:ln w="19050">
              <a:solidFill>
                <a:srgbClr val="F36F26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121904" indent="-121904" algn="ctr">
                <a:spcBef>
                  <a:spcPts val="1600"/>
                </a:spcBef>
                <a:buClr>
                  <a:srgbClr val="005CB9"/>
                </a:buClr>
                <a:defRPr/>
              </a:pPr>
              <a:endParaRPr lang="en-US" sz="2133">
                <a:solidFill>
                  <a:srgbClr val="005CB9"/>
                </a:solidFill>
                <a:latin typeface="Arial"/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145EA19C-1DD7-47CD-846F-3295D3B608D1}"/>
              </a:ext>
            </a:extLst>
          </p:cNvPr>
          <p:cNvGrpSpPr/>
          <p:nvPr userDrawn="1"/>
        </p:nvGrpSpPr>
        <p:grpSpPr>
          <a:xfrm>
            <a:off x="5943600" y="1947090"/>
            <a:ext cx="304800" cy="2225039"/>
            <a:chOff x="5943600" y="1947087"/>
            <a:chExt cx="304800" cy="2225038"/>
          </a:xfrm>
        </p:grpSpPr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6910AC3-51E6-41EB-860E-24034EB06454}"/>
                </a:ext>
              </a:extLst>
            </p:cNvPr>
            <p:cNvCxnSpPr/>
            <p:nvPr/>
          </p:nvCxnSpPr>
          <p:spPr>
            <a:xfrm>
              <a:off x="6096000" y="2099485"/>
              <a:ext cx="0" cy="2072640"/>
            </a:xfrm>
            <a:prstGeom prst="line">
              <a:avLst/>
            </a:prstGeom>
            <a:ln w="19050">
              <a:solidFill>
                <a:srgbClr val="F36F26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1CB4F9D0-E628-428E-8AE4-E2BF4F79E0EB}"/>
                </a:ext>
              </a:extLst>
            </p:cNvPr>
            <p:cNvSpPr/>
            <p:nvPr/>
          </p:nvSpPr>
          <p:spPr>
            <a:xfrm rot="16200000">
              <a:off x="5943600" y="1947087"/>
              <a:ext cx="304800" cy="304800"/>
            </a:xfrm>
            <a:prstGeom prst="ellipse">
              <a:avLst/>
            </a:prstGeom>
            <a:solidFill>
              <a:srgbClr val="F36F26"/>
            </a:solidFill>
            <a:ln w="19050">
              <a:solidFill>
                <a:srgbClr val="F36F26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121904" indent="-121904" algn="ctr">
                <a:spcBef>
                  <a:spcPts val="1600"/>
                </a:spcBef>
                <a:buClr>
                  <a:srgbClr val="005CB9"/>
                </a:buClr>
                <a:defRPr/>
              </a:pPr>
              <a:endParaRPr lang="en-US" sz="2133">
                <a:solidFill>
                  <a:srgbClr val="005CB9"/>
                </a:solidFill>
                <a:latin typeface="Arial"/>
              </a:endParaRP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493E5CE8-BCC5-40F7-8392-AF77A6014B1C}"/>
              </a:ext>
            </a:extLst>
          </p:cNvPr>
          <p:cNvGrpSpPr/>
          <p:nvPr userDrawn="1"/>
        </p:nvGrpSpPr>
        <p:grpSpPr>
          <a:xfrm>
            <a:off x="9052048" y="1947090"/>
            <a:ext cx="304800" cy="2225039"/>
            <a:chOff x="9052048" y="1947087"/>
            <a:chExt cx="304800" cy="2225038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968B87B0-E679-4B22-B26A-B1869477DE6A}"/>
                </a:ext>
              </a:extLst>
            </p:cNvPr>
            <p:cNvCxnSpPr/>
            <p:nvPr/>
          </p:nvCxnSpPr>
          <p:spPr>
            <a:xfrm>
              <a:off x="9200113" y="2099485"/>
              <a:ext cx="0" cy="2072640"/>
            </a:xfrm>
            <a:prstGeom prst="line">
              <a:avLst/>
            </a:prstGeom>
            <a:ln w="19050">
              <a:solidFill>
                <a:schemeClr val="tx1">
                  <a:lumMod val="75000"/>
                  <a:lumOff val="25000"/>
                </a:schemeClr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8F601832-AE43-4E74-B7E3-102D1F669020}"/>
                </a:ext>
              </a:extLst>
            </p:cNvPr>
            <p:cNvSpPr/>
            <p:nvPr/>
          </p:nvSpPr>
          <p:spPr>
            <a:xfrm rot="16200000">
              <a:off x="9052048" y="1947087"/>
              <a:ext cx="304800" cy="30480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121904" indent="-121904" algn="ctr">
                <a:spcBef>
                  <a:spcPts val="1600"/>
                </a:spcBef>
                <a:buClr>
                  <a:srgbClr val="005CB9"/>
                </a:buClr>
                <a:defRPr/>
              </a:pPr>
              <a:endParaRPr lang="en-US" sz="2133">
                <a:solidFill>
                  <a:srgbClr val="005CB9"/>
                </a:solidFill>
                <a:latin typeface="Arial"/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A260A328-F3D7-4890-AD37-9CCCB064E224}"/>
              </a:ext>
            </a:extLst>
          </p:cNvPr>
          <p:cNvGrpSpPr/>
          <p:nvPr userDrawn="1"/>
        </p:nvGrpSpPr>
        <p:grpSpPr>
          <a:xfrm>
            <a:off x="2835157" y="1947090"/>
            <a:ext cx="304800" cy="2225039"/>
            <a:chOff x="2835155" y="1947087"/>
            <a:chExt cx="304800" cy="2225038"/>
          </a:xfrm>
        </p:grpSpPr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AFC08464-4B1D-40FD-B625-F14922374D4B}"/>
                </a:ext>
              </a:extLst>
            </p:cNvPr>
            <p:cNvCxnSpPr/>
            <p:nvPr/>
          </p:nvCxnSpPr>
          <p:spPr>
            <a:xfrm>
              <a:off x="2979361" y="2099485"/>
              <a:ext cx="0" cy="2072640"/>
            </a:xfrm>
            <a:prstGeom prst="line">
              <a:avLst/>
            </a:prstGeom>
            <a:ln w="19050">
              <a:solidFill>
                <a:schemeClr val="tx1">
                  <a:lumMod val="75000"/>
                  <a:lumOff val="25000"/>
                </a:schemeClr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92E16695-2075-40A4-9787-406788C384C6}"/>
                </a:ext>
              </a:extLst>
            </p:cNvPr>
            <p:cNvSpPr/>
            <p:nvPr/>
          </p:nvSpPr>
          <p:spPr>
            <a:xfrm rot="16200000">
              <a:off x="2835155" y="1947087"/>
              <a:ext cx="304800" cy="30480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121904" indent="-121904" algn="ctr">
                <a:spcBef>
                  <a:spcPts val="1600"/>
                </a:spcBef>
                <a:buClr>
                  <a:srgbClr val="005CB9"/>
                </a:buClr>
                <a:defRPr/>
              </a:pPr>
              <a:endParaRPr lang="en-US" sz="2133">
                <a:solidFill>
                  <a:srgbClr val="005CB9"/>
                </a:solidFill>
                <a:latin typeface="Arial"/>
              </a:endParaRP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8E4E4B2F-DE6B-46D1-AFC5-8DEBAD72AB9F}"/>
              </a:ext>
            </a:extLst>
          </p:cNvPr>
          <p:cNvGrpSpPr/>
          <p:nvPr userDrawn="1"/>
        </p:nvGrpSpPr>
        <p:grpSpPr>
          <a:xfrm>
            <a:off x="4389379" y="1947090"/>
            <a:ext cx="304800" cy="640079"/>
            <a:chOff x="4389377" y="1947087"/>
            <a:chExt cx="304800" cy="640078"/>
          </a:xfrm>
        </p:grpSpPr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6666B193-6211-4A69-8409-417DFBE45C85}"/>
                </a:ext>
              </a:extLst>
            </p:cNvPr>
            <p:cNvCxnSpPr/>
            <p:nvPr/>
          </p:nvCxnSpPr>
          <p:spPr>
            <a:xfrm>
              <a:off x="4535515" y="2099485"/>
              <a:ext cx="0" cy="487680"/>
            </a:xfrm>
            <a:prstGeom prst="line">
              <a:avLst/>
            </a:prstGeom>
            <a:ln w="19050">
              <a:solidFill>
                <a:schemeClr val="tx1">
                  <a:lumMod val="75000"/>
                  <a:lumOff val="25000"/>
                </a:schemeClr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C732C868-028C-443B-BD53-AA3C61F52F4C}"/>
                </a:ext>
              </a:extLst>
            </p:cNvPr>
            <p:cNvSpPr/>
            <p:nvPr/>
          </p:nvSpPr>
          <p:spPr>
            <a:xfrm rot="16200000">
              <a:off x="4389377" y="1947087"/>
              <a:ext cx="304800" cy="30480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121904" indent="-121904" algn="ctr">
                <a:spcBef>
                  <a:spcPts val="1600"/>
                </a:spcBef>
                <a:buClr>
                  <a:srgbClr val="005CB9"/>
                </a:buClr>
                <a:defRPr/>
              </a:pPr>
              <a:endParaRPr lang="en-US" sz="2133">
                <a:solidFill>
                  <a:srgbClr val="005CB9"/>
                </a:solidFill>
                <a:latin typeface="Arial"/>
              </a:endParaRP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26812736-C7D7-44EA-BA1E-DAA8544DAAB6}"/>
              </a:ext>
            </a:extLst>
          </p:cNvPr>
          <p:cNvGrpSpPr/>
          <p:nvPr userDrawn="1"/>
        </p:nvGrpSpPr>
        <p:grpSpPr>
          <a:xfrm>
            <a:off x="1156083" y="1947085"/>
            <a:ext cx="304800" cy="640080"/>
            <a:chOff x="1280929" y="1947085"/>
            <a:chExt cx="304800" cy="640080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E4AD679E-FE79-4A72-A8B2-19F254A9B80B}"/>
                </a:ext>
              </a:extLst>
            </p:cNvPr>
            <p:cNvCxnSpPr/>
            <p:nvPr/>
          </p:nvCxnSpPr>
          <p:spPr>
            <a:xfrm>
              <a:off x="1433329" y="2099485"/>
              <a:ext cx="0" cy="487680"/>
            </a:xfrm>
            <a:prstGeom prst="line">
              <a:avLst/>
            </a:prstGeom>
            <a:ln w="19050">
              <a:solidFill>
                <a:schemeClr val="tx1">
                  <a:lumMod val="75000"/>
                  <a:lumOff val="25000"/>
                </a:schemeClr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1A3EB1E8-9CA3-4728-8A2B-B12B0B1BF020}"/>
                </a:ext>
              </a:extLst>
            </p:cNvPr>
            <p:cNvSpPr/>
            <p:nvPr/>
          </p:nvSpPr>
          <p:spPr>
            <a:xfrm rot="16200000">
              <a:off x="1280929" y="1947085"/>
              <a:ext cx="304800" cy="30480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121904" indent="-121904" algn="ctr">
                <a:spcBef>
                  <a:spcPts val="1600"/>
                </a:spcBef>
                <a:buClr>
                  <a:srgbClr val="005CB9"/>
                </a:buClr>
                <a:defRPr/>
              </a:pPr>
              <a:endParaRPr lang="en-US" sz="2133">
                <a:solidFill>
                  <a:srgbClr val="005CB9"/>
                </a:solidFill>
                <a:latin typeface="Arial"/>
              </a:endParaRPr>
            </a:p>
          </p:txBody>
        </p:sp>
      </p:grpSp>
      <p:sp>
        <p:nvSpPr>
          <p:cNvPr id="42" name="Text Placeholder 3">
            <a:extLst>
              <a:ext uri="{FF2B5EF4-FFF2-40B4-BE49-F238E27FC236}">
                <a16:creationId xmlns:a16="http://schemas.microsoft.com/office/drawing/2014/main" id="{DA5142F6-BC0F-4F99-A454-19AE14714BD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988561" y="4297817"/>
            <a:ext cx="2214883" cy="1401947"/>
          </a:xfrm>
          <a:prstGeom prst="rect">
            <a:avLst/>
          </a:prstGeom>
        </p:spPr>
        <p:txBody>
          <a:bodyPr anchor="t"/>
          <a:lstStyle>
            <a:lvl1pPr marL="143997" indent="0" algn="ctr">
              <a:buNone/>
              <a:defRPr sz="1600" b="1">
                <a:solidFill>
                  <a:srgbClr val="F77A3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700" indent="0" algn="ctr">
              <a:buFont typeface="Arial" panose="020B0604020202020204" pitchFamily="34" charset="0"/>
              <a:buNone/>
              <a:defRPr sz="1200">
                <a:solidFill>
                  <a:srgbClr val="F77A3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236519" indent="0">
              <a:buNone/>
              <a:defRPr sz="1200"/>
            </a:lvl3pPr>
            <a:lvl4pPr marL="460339" indent="0">
              <a:buNone/>
              <a:defRPr sz="1200"/>
            </a:lvl4pPr>
            <a:lvl5pPr marL="696860" indent="0">
              <a:buNone/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4" name="Text Placeholder 3">
            <a:extLst>
              <a:ext uri="{FF2B5EF4-FFF2-40B4-BE49-F238E27FC236}">
                <a16:creationId xmlns:a16="http://schemas.microsoft.com/office/drawing/2014/main" id="{CE942E9D-88AB-CA4D-82B1-D7A84536DB0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409887" y="1471143"/>
            <a:ext cx="1155340" cy="5855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143997" indent="0" algn="ctr">
              <a:buNone/>
              <a:defRPr sz="18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700" indent="0">
              <a:buNone/>
              <a:defRPr sz="1800">
                <a:solidFill>
                  <a:schemeClr val="accent1"/>
                </a:solidFill>
              </a:defRPr>
            </a:lvl2pPr>
            <a:lvl3pPr>
              <a:defRPr sz="1800">
                <a:solidFill>
                  <a:schemeClr val="accent1"/>
                </a:solidFill>
              </a:defRPr>
            </a:lvl3pPr>
            <a:lvl4pPr>
              <a:defRPr sz="1800">
                <a:solidFill>
                  <a:schemeClr val="accent1"/>
                </a:solidFill>
              </a:defRPr>
            </a:lvl4pPr>
            <a:lvl5pPr>
              <a:defRPr sz="18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55" name="Text Placeholder 3">
            <a:extLst>
              <a:ext uri="{FF2B5EF4-FFF2-40B4-BE49-F238E27FC236}">
                <a16:creationId xmlns:a16="http://schemas.microsoft.com/office/drawing/2014/main" id="{633C6E1C-0558-7646-8789-F49B27B3E40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964111" y="1471143"/>
            <a:ext cx="1155340" cy="5855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143997" indent="0" algn="ctr">
              <a:buNone/>
              <a:defRPr sz="18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700" indent="0">
              <a:buNone/>
              <a:defRPr sz="1800">
                <a:solidFill>
                  <a:schemeClr val="accent1"/>
                </a:solidFill>
              </a:defRPr>
            </a:lvl2pPr>
            <a:lvl3pPr>
              <a:defRPr sz="1800">
                <a:solidFill>
                  <a:schemeClr val="accent1"/>
                </a:solidFill>
              </a:defRPr>
            </a:lvl3pPr>
            <a:lvl4pPr>
              <a:defRPr sz="1800">
                <a:solidFill>
                  <a:schemeClr val="accent1"/>
                </a:solidFill>
              </a:defRPr>
            </a:lvl4pPr>
            <a:lvl5pPr>
              <a:defRPr sz="18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57" name="Text Placeholder 3">
            <a:extLst>
              <a:ext uri="{FF2B5EF4-FFF2-40B4-BE49-F238E27FC236}">
                <a16:creationId xmlns:a16="http://schemas.microsoft.com/office/drawing/2014/main" id="{D8B67B19-550E-844A-89F0-E0052CDD7E0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518331" y="1471143"/>
            <a:ext cx="1155340" cy="5855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143997" indent="0" algn="ctr">
              <a:buNone/>
              <a:defRPr sz="18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700" indent="0">
              <a:buNone/>
              <a:defRPr sz="1800">
                <a:solidFill>
                  <a:schemeClr val="accent1"/>
                </a:solidFill>
              </a:defRPr>
            </a:lvl2pPr>
            <a:lvl3pPr>
              <a:defRPr sz="1800">
                <a:solidFill>
                  <a:schemeClr val="accent1"/>
                </a:solidFill>
              </a:defRPr>
            </a:lvl3pPr>
            <a:lvl4pPr>
              <a:defRPr sz="1800">
                <a:solidFill>
                  <a:schemeClr val="accent1"/>
                </a:solidFill>
              </a:defRPr>
            </a:lvl4pPr>
            <a:lvl5pPr>
              <a:defRPr sz="18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58" name="Text Placeholder 3">
            <a:extLst>
              <a:ext uri="{FF2B5EF4-FFF2-40B4-BE49-F238E27FC236}">
                <a16:creationId xmlns:a16="http://schemas.microsoft.com/office/drawing/2014/main" id="{83885574-AB81-E244-88D7-F8875ED1F77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072555" y="1471143"/>
            <a:ext cx="1155340" cy="5855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143997" indent="0" algn="ctr">
              <a:buNone/>
              <a:defRPr sz="18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700" indent="0">
              <a:buNone/>
              <a:defRPr sz="1800">
                <a:solidFill>
                  <a:schemeClr val="accent1"/>
                </a:solidFill>
              </a:defRPr>
            </a:lvl2pPr>
            <a:lvl3pPr>
              <a:defRPr sz="1800">
                <a:solidFill>
                  <a:schemeClr val="accent1"/>
                </a:solidFill>
              </a:defRPr>
            </a:lvl3pPr>
            <a:lvl4pPr>
              <a:defRPr sz="1800">
                <a:solidFill>
                  <a:schemeClr val="accent1"/>
                </a:solidFill>
              </a:defRPr>
            </a:lvl4pPr>
            <a:lvl5pPr>
              <a:defRPr sz="18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59" name="Text Placeholder 3">
            <a:extLst>
              <a:ext uri="{FF2B5EF4-FFF2-40B4-BE49-F238E27FC236}">
                <a16:creationId xmlns:a16="http://schemas.microsoft.com/office/drawing/2014/main" id="{D4B822D5-0687-E24B-9381-5A73810E120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626775" y="1471143"/>
            <a:ext cx="1155340" cy="5855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143997" indent="0" algn="ctr">
              <a:buNone/>
              <a:defRPr sz="18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700" indent="0">
              <a:buNone/>
              <a:defRPr sz="1800">
                <a:solidFill>
                  <a:schemeClr val="accent1"/>
                </a:solidFill>
              </a:defRPr>
            </a:lvl2pPr>
            <a:lvl3pPr>
              <a:defRPr sz="1800">
                <a:solidFill>
                  <a:schemeClr val="accent1"/>
                </a:solidFill>
              </a:defRPr>
            </a:lvl3pPr>
            <a:lvl4pPr>
              <a:defRPr sz="1800">
                <a:solidFill>
                  <a:schemeClr val="accent1"/>
                </a:solidFill>
              </a:defRPr>
            </a:lvl4pPr>
            <a:lvl5pPr>
              <a:defRPr sz="18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60" name="Text Placeholder 3">
            <a:extLst>
              <a:ext uri="{FF2B5EF4-FFF2-40B4-BE49-F238E27FC236}">
                <a16:creationId xmlns:a16="http://schemas.microsoft.com/office/drawing/2014/main" id="{08A255F3-ABFC-9F43-B89A-0CB33A8F624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180999" y="1471143"/>
            <a:ext cx="1155340" cy="5855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143997" indent="0" algn="ctr">
              <a:buNone/>
              <a:defRPr sz="18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700" indent="0">
              <a:buNone/>
              <a:defRPr sz="1800">
                <a:solidFill>
                  <a:schemeClr val="accent1"/>
                </a:solidFill>
              </a:defRPr>
            </a:lvl2pPr>
            <a:lvl3pPr>
              <a:defRPr sz="1800">
                <a:solidFill>
                  <a:schemeClr val="accent1"/>
                </a:solidFill>
              </a:defRPr>
            </a:lvl3pPr>
            <a:lvl4pPr>
              <a:defRPr sz="1800">
                <a:solidFill>
                  <a:schemeClr val="accent1"/>
                </a:solidFill>
              </a:defRPr>
            </a:lvl4pPr>
            <a:lvl5pPr>
              <a:defRPr sz="18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61" name="Text Placeholder 3">
            <a:extLst>
              <a:ext uri="{FF2B5EF4-FFF2-40B4-BE49-F238E27FC236}">
                <a16:creationId xmlns:a16="http://schemas.microsoft.com/office/drawing/2014/main" id="{2B53BB59-7180-DB46-83C9-CFB19E5896FD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880117" y="4297817"/>
            <a:ext cx="2214883" cy="1401947"/>
          </a:xfrm>
          <a:prstGeom prst="rect">
            <a:avLst/>
          </a:prstGeom>
        </p:spPr>
        <p:txBody>
          <a:bodyPr anchor="t"/>
          <a:lstStyle>
            <a:lvl1pPr marL="143997" indent="0" algn="ctr">
              <a:buNone/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700" indent="0" algn="ctr">
              <a:buFont typeface="Arial" panose="020B0604020202020204" pitchFamily="34" charset="0"/>
              <a:buNone/>
              <a:defRPr sz="120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236519" indent="0">
              <a:buNone/>
              <a:defRPr sz="1200"/>
            </a:lvl3pPr>
            <a:lvl4pPr marL="460339" indent="0">
              <a:buNone/>
              <a:defRPr sz="1200"/>
            </a:lvl4pPr>
            <a:lvl5pPr marL="696860" indent="0">
              <a:buNone/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62" name="Text Placeholder 3">
            <a:extLst>
              <a:ext uri="{FF2B5EF4-FFF2-40B4-BE49-F238E27FC236}">
                <a16:creationId xmlns:a16="http://schemas.microsoft.com/office/drawing/2014/main" id="{EABD5A21-41EE-CD45-BFBA-BD651EBC12FD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8097001" y="4297817"/>
            <a:ext cx="2214883" cy="1401947"/>
          </a:xfrm>
          <a:prstGeom prst="rect">
            <a:avLst/>
          </a:prstGeom>
        </p:spPr>
        <p:txBody>
          <a:bodyPr anchor="t"/>
          <a:lstStyle>
            <a:lvl1pPr marL="143997" indent="0" algn="ctr">
              <a:buNone/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700" indent="0" algn="ctr">
              <a:buFont typeface="Arial" panose="020B0604020202020204" pitchFamily="34" charset="0"/>
              <a:buNone/>
              <a:defRPr sz="120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236519" indent="0">
              <a:buNone/>
              <a:defRPr sz="1200"/>
            </a:lvl3pPr>
            <a:lvl4pPr marL="460339" indent="0">
              <a:buNone/>
              <a:defRPr sz="1200"/>
            </a:lvl4pPr>
            <a:lvl5pPr marL="696860" indent="0">
              <a:buNone/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64" name="Text Placeholder 3">
            <a:extLst>
              <a:ext uri="{FF2B5EF4-FFF2-40B4-BE49-F238E27FC236}">
                <a16:creationId xmlns:a16="http://schemas.microsoft.com/office/drawing/2014/main" id="{84211E11-2B68-8444-A28C-6D1341F2F79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436505" y="2702697"/>
            <a:ext cx="2214883" cy="1401947"/>
          </a:xfrm>
          <a:prstGeom prst="rect">
            <a:avLst/>
          </a:prstGeom>
        </p:spPr>
        <p:txBody>
          <a:bodyPr anchor="t"/>
          <a:lstStyle>
            <a:lvl1pPr marL="143997" indent="0" algn="ctr">
              <a:buNone/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700" indent="0" algn="ctr">
              <a:buFont typeface="Arial" panose="020B0604020202020204" pitchFamily="34" charset="0"/>
              <a:buNone/>
              <a:defRPr sz="120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236519" indent="0">
              <a:buNone/>
              <a:defRPr sz="1200"/>
            </a:lvl3pPr>
            <a:lvl4pPr marL="460339" indent="0">
              <a:buNone/>
              <a:defRPr sz="1200"/>
            </a:lvl4pPr>
            <a:lvl5pPr marL="696860" indent="0">
              <a:buNone/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65" name="Text Placeholder 3">
            <a:extLst>
              <a:ext uri="{FF2B5EF4-FFF2-40B4-BE49-F238E27FC236}">
                <a16:creationId xmlns:a16="http://schemas.microsoft.com/office/drawing/2014/main" id="{471A887C-2CFE-4545-B5D7-51763D70FC3E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10761" y="2702697"/>
            <a:ext cx="2214883" cy="1401947"/>
          </a:xfrm>
          <a:prstGeom prst="rect">
            <a:avLst/>
          </a:prstGeom>
        </p:spPr>
        <p:txBody>
          <a:bodyPr anchor="t"/>
          <a:lstStyle>
            <a:lvl1pPr marL="143997" indent="0" algn="ctr">
              <a:buNone/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700" indent="0" algn="ctr">
              <a:buFont typeface="Arial" panose="020B0604020202020204" pitchFamily="34" charset="0"/>
              <a:buNone/>
              <a:defRPr sz="120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236519" indent="0">
              <a:buNone/>
              <a:defRPr sz="1200"/>
            </a:lvl3pPr>
            <a:lvl4pPr marL="460339" indent="0">
              <a:buNone/>
              <a:defRPr sz="1200"/>
            </a:lvl4pPr>
            <a:lvl5pPr marL="696860" indent="0">
              <a:buNone/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66" name="Text Placeholder 3">
            <a:extLst>
              <a:ext uri="{FF2B5EF4-FFF2-40B4-BE49-F238E27FC236}">
                <a16:creationId xmlns:a16="http://schemas.microsoft.com/office/drawing/2014/main" id="{18C5D157-1A27-5F4A-9EC2-38235858DBC2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542781" y="2702697"/>
            <a:ext cx="2214883" cy="1401947"/>
          </a:xfrm>
          <a:prstGeom prst="rect">
            <a:avLst/>
          </a:prstGeom>
        </p:spPr>
        <p:txBody>
          <a:bodyPr anchor="t"/>
          <a:lstStyle>
            <a:lvl1pPr marL="143997" indent="0" algn="ctr">
              <a:buNone/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700" indent="0" algn="ctr">
              <a:buFont typeface="Arial" panose="020B0604020202020204" pitchFamily="34" charset="0"/>
              <a:buNone/>
              <a:defRPr sz="120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236519" indent="0">
              <a:buNone/>
              <a:defRPr sz="1200"/>
            </a:lvl3pPr>
            <a:lvl4pPr marL="460339" indent="0">
              <a:buNone/>
              <a:defRPr sz="1200"/>
            </a:lvl4pPr>
            <a:lvl5pPr marL="696860" indent="0">
              <a:buNone/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67" name="Text Placeholder 3">
            <a:extLst>
              <a:ext uri="{FF2B5EF4-FFF2-40B4-BE49-F238E27FC236}">
                <a16:creationId xmlns:a16="http://schemas.microsoft.com/office/drawing/2014/main" id="{5A6F5C30-7460-9040-B454-799ED5C0422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9642561" y="2702697"/>
            <a:ext cx="2214883" cy="1401947"/>
          </a:xfrm>
          <a:prstGeom prst="rect">
            <a:avLst/>
          </a:prstGeom>
        </p:spPr>
        <p:txBody>
          <a:bodyPr anchor="t"/>
          <a:lstStyle>
            <a:lvl1pPr marL="143997" indent="0" algn="ctr">
              <a:buNone/>
              <a:defRPr sz="1600" b="1">
                <a:solidFill>
                  <a:srgbClr val="F77A3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700" indent="0" algn="ctr">
              <a:buFont typeface="Arial" panose="020B0604020202020204" pitchFamily="34" charset="0"/>
              <a:buNone/>
              <a:defRPr sz="1200">
                <a:solidFill>
                  <a:srgbClr val="F77A3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236519" indent="0">
              <a:buNone/>
              <a:defRPr sz="1200"/>
            </a:lvl3pPr>
            <a:lvl4pPr marL="460339" indent="0">
              <a:buNone/>
              <a:defRPr sz="1200"/>
            </a:lvl4pPr>
            <a:lvl5pPr marL="696860" indent="0">
              <a:buNone/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pic>
        <p:nvPicPr>
          <p:cNvPr id="45" name="Google Shape;107;p19">
            <a:extLst>
              <a:ext uri="{FF2B5EF4-FFF2-40B4-BE49-F238E27FC236}">
                <a16:creationId xmlns:a16="http://schemas.microsoft.com/office/drawing/2014/main" id="{73699E57-8419-F840-A15B-3C7522887C37}"/>
              </a:ext>
            </a:extLst>
          </p:cNvPr>
          <p:cNvPicPr/>
          <p:nvPr userDrawn="1"/>
        </p:nvPicPr>
        <p:blipFill>
          <a:blip r:embed="rId2"/>
          <a:stretch/>
        </p:blipFill>
        <p:spPr>
          <a:xfrm>
            <a:off x="-962" y="6362184"/>
            <a:ext cx="12191520" cy="523200"/>
          </a:xfrm>
          <a:prstGeom prst="rect">
            <a:avLst/>
          </a:prstGeom>
          <a:ln w="0">
            <a:noFill/>
          </a:ln>
        </p:spPr>
      </p:pic>
      <p:sp>
        <p:nvSpPr>
          <p:cNvPr id="53" name="Rectangle 52">
            <a:extLst>
              <a:ext uri="{FF2B5EF4-FFF2-40B4-BE49-F238E27FC236}">
                <a16:creationId xmlns:a16="http://schemas.microsoft.com/office/drawing/2014/main" id="{B9E8147A-8BF5-6048-B874-3F7FA7AEE47F}"/>
              </a:ext>
            </a:extLst>
          </p:cNvPr>
          <p:cNvSpPr/>
          <p:nvPr userDrawn="1"/>
        </p:nvSpPr>
        <p:spPr>
          <a:xfrm>
            <a:off x="11547063" y="641909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63B50E4-4A01-9142-9960-F72B5E44150C}"/>
              </a:ext>
            </a:extLst>
          </p:cNvPr>
          <p:cNvSpPr/>
          <p:nvPr userDrawn="1"/>
        </p:nvSpPr>
        <p:spPr>
          <a:xfrm>
            <a:off x="11547063" y="646557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pic>
        <p:nvPicPr>
          <p:cNvPr id="46" name="Google Shape;108;p19">
            <a:extLst>
              <a:ext uri="{FF2B5EF4-FFF2-40B4-BE49-F238E27FC236}">
                <a16:creationId xmlns:a16="http://schemas.microsoft.com/office/drawing/2014/main" id="{704359F6-7EA6-D34B-BD8D-A12B11DA7436}"/>
              </a:ext>
            </a:extLst>
          </p:cNvPr>
          <p:cNvPicPr/>
          <p:nvPr userDrawn="1"/>
        </p:nvPicPr>
        <p:blipFill>
          <a:blip r:embed="rId3" cstate="print"/>
          <a:stretch/>
        </p:blipFill>
        <p:spPr>
          <a:xfrm>
            <a:off x="389760" y="6451464"/>
            <a:ext cx="1264320" cy="344640"/>
          </a:xfrm>
          <a:prstGeom prst="rect">
            <a:avLst/>
          </a:prstGeom>
          <a:ln w="0">
            <a:noFill/>
          </a:ln>
        </p:spPr>
      </p:pic>
      <p:sp>
        <p:nvSpPr>
          <p:cNvPr id="48" name="Google Shape;109;p19">
            <a:extLst>
              <a:ext uri="{FF2B5EF4-FFF2-40B4-BE49-F238E27FC236}">
                <a16:creationId xmlns:a16="http://schemas.microsoft.com/office/drawing/2014/main" id="{682FB727-1C2D-3943-9346-E0BFD4974828}"/>
              </a:ext>
            </a:extLst>
          </p:cNvPr>
          <p:cNvSpPr/>
          <p:nvPr userDrawn="1"/>
        </p:nvSpPr>
        <p:spPr>
          <a:xfrm>
            <a:off x="9281760" y="6541678"/>
            <a:ext cx="1931040" cy="16421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1520">
              <a:lnSpc>
                <a:spcPct val="100000"/>
              </a:lnSpc>
              <a:tabLst>
                <a:tab pos="0" algn="l"/>
              </a:tabLst>
            </a:pPr>
            <a:r>
              <a:rPr lang="en" sz="1067" b="0" u="none" strike="noStrike">
                <a:uFillTx/>
                <a:latin typeface="Calibri"/>
                <a:ea typeface="Calibri"/>
              </a:rPr>
              <a:t>Tavant Proprietary &amp; Confidential</a:t>
            </a:r>
            <a:endParaRPr lang="en-IN" sz="1067" b="0" u="none" strike="noStrike">
              <a:uFillTx/>
              <a:latin typeface="Arial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BA6F583-FA59-834C-B8FE-23640FD0C579}"/>
              </a:ext>
            </a:extLst>
          </p:cNvPr>
          <p:cNvSpPr txBox="1"/>
          <p:nvPr userDrawn="1"/>
        </p:nvSpPr>
        <p:spPr>
          <a:xfrm>
            <a:off x="11502039" y="6495512"/>
            <a:ext cx="349775" cy="256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954E5BDB-61AA-4049-AE86-82CC72DFC771}" type="slidenum">
              <a:rPr lang="en-US" sz="1067" smtClean="0">
                <a:solidFill>
                  <a:schemeClr val="bg1"/>
                </a:solidFill>
              </a:rPr>
              <a:t>‹#›</a:t>
            </a:fld>
            <a:endParaRPr lang="en-US" sz="1067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853184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- Grey"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7;p19">
            <a:extLst>
              <a:ext uri="{FF2B5EF4-FFF2-40B4-BE49-F238E27FC236}">
                <a16:creationId xmlns:a16="http://schemas.microsoft.com/office/drawing/2014/main" id="{EB642119-D1DA-2A41-9E40-D8B8ED072025}"/>
              </a:ext>
            </a:extLst>
          </p:cNvPr>
          <p:cNvPicPr/>
          <p:nvPr userDrawn="1"/>
        </p:nvPicPr>
        <p:blipFill>
          <a:blip r:embed="rId2"/>
          <a:stretch/>
        </p:blipFill>
        <p:spPr>
          <a:xfrm>
            <a:off x="-962" y="6362184"/>
            <a:ext cx="12191520" cy="523200"/>
          </a:xfrm>
          <a:prstGeom prst="rect">
            <a:avLst/>
          </a:prstGeom>
          <a:ln w="0">
            <a:noFill/>
          </a:ln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67BE79E2-C9BE-0B45-B7B9-B90FF6DB172F}"/>
              </a:ext>
            </a:extLst>
          </p:cNvPr>
          <p:cNvSpPr/>
          <p:nvPr userDrawn="1"/>
        </p:nvSpPr>
        <p:spPr>
          <a:xfrm>
            <a:off x="11547063" y="641909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EF44AC2-DA98-DF49-8A31-93632B2FB633}"/>
              </a:ext>
            </a:extLst>
          </p:cNvPr>
          <p:cNvSpPr/>
          <p:nvPr userDrawn="1"/>
        </p:nvSpPr>
        <p:spPr>
          <a:xfrm>
            <a:off x="11547063" y="646557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A0E174B-16EF-5F4F-BAA8-928FE02C1800}"/>
              </a:ext>
            </a:extLst>
          </p:cNvPr>
          <p:cNvSpPr txBox="1"/>
          <p:nvPr userDrawn="1"/>
        </p:nvSpPr>
        <p:spPr>
          <a:xfrm>
            <a:off x="11502039" y="6495512"/>
            <a:ext cx="349775" cy="256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954E5BDB-61AA-4049-AE86-82CC72DFC771}" type="slidenum">
              <a:rPr lang="en-US" sz="1067" smtClean="0">
                <a:solidFill>
                  <a:schemeClr val="bg1"/>
                </a:solidFill>
              </a:rPr>
              <a:t>‹#›</a:t>
            </a:fld>
            <a:endParaRPr lang="en-US" sz="1067">
              <a:solidFill>
                <a:schemeClr val="bg1"/>
              </a:solidFill>
            </a:endParaRPr>
          </a:p>
        </p:txBody>
      </p:sp>
      <p:sp>
        <p:nvSpPr>
          <p:cNvPr id="13" name="Google Shape;109;p19">
            <a:extLst>
              <a:ext uri="{FF2B5EF4-FFF2-40B4-BE49-F238E27FC236}">
                <a16:creationId xmlns:a16="http://schemas.microsoft.com/office/drawing/2014/main" id="{383F7148-1946-CB41-9C4B-9ABFEB5D817D}"/>
              </a:ext>
            </a:extLst>
          </p:cNvPr>
          <p:cNvSpPr/>
          <p:nvPr userDrawn="1"/>
        </p:nvSpPr>
        <p:spPr>
          <a:xfrm>
            <a:off x="9281760" y="6541678"/>
            <a:ext cx="1931040" cy="1646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1520">
              <a:lnSpc>
                <a:spcPct val="100000"/>
              </a:lnSpc>
              <a:tabLst>
                <a:tab pos="0" algn="l"/>
              </a:tabLst>
            </a:pPr>
            <a:r>
              <a:rPr lang="en-IN" sz="1070" b="0" i="0" kern="120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Tavant &amp; Customer Confidential</a:t>
            </a:r>
            <a:endParaRPr lang="en-IN" sz="1070" b="0" u="none" strike="noStrike"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99514E-6A92-4F1B-BF99-08F4220E1F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4739" y="339472"/>
            <a:ext cx="11542522" cy="359457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>
              <a:defRPr sz="2400" b="1" baseline="0">
                <a:solidFill>
                  <a:schemeClr val="bg1"/>
                </a:solidFill>
                <a:latin typeface="+mj-lt"/>
                <a:cs typeface="Calibri" panose="020F0502020204030204" pitchFamily="34" charset="0"/>
              </a:defRPr>
            </a:lvl1pPr>
          </a:lstStyle>
          <a:p>
            <a:r>
              <a:rPr lang="en-US"/>
              <a:t>THIS IS YOUR TITLE – KEEP IT TO ONE LINE MAXIMUM</a:t>
            </a:r>
          </a:p>
        </p:txBody>
      </p:sp>
      <p:pic>
        <p:nvPicPr>
          <p:cNvPr id="11" name="Google Shape;108;p19">
            <a:extLst>
              <a:ext uri="{FF2B5EF4-FFF2-40B4-BE49-F238E27FC236}">
                <a16:creationId xmlns:a16="http://schemas.microsoft.com/office/drawing/2014/main" id="{4D85C159-335C-6F46-A7D6-8ABC1BE5D4E9}"/>
              </a:ext>
            </a:extLst>
          </p:cNvPr>
          <p:cNvPicPr/>
          <p:nvPr userDrawn="1"/>
        </p:nvPicPr>
        <p:blipFill>
          <a:blip r:embed="rId3" cstate="print"/>
          <a:stretch/>
        </p:blipFill>
        <p:spPr>
          <a:xfrm>
            <a:off x="265064" y="6462185"/>
            <a:ext cx="1264320" cy="344640"/>
          </a:xfrm>
          <a:prstGeom prst="rect">
            <a:avLst/>
          </a:prstGeom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191963936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B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74;p15">
            <a:extLst>
              <a:ext uri="{FF2B5EF4-FFF2-40B4-BE49-F238E27FC236}">
                <a16:creationId xmlns:a16="http://schemas.microsoft.com/office/drawing/2014/main" id="{E472C359-95D0-EE4E-953B-9BEE9A62A676}"/>
              </a:ext>
            </a:extLst>
          </p:cNvPr>
          <p:cNvPicPr/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48708" y="103793"/>
            <a:ext cx="6236915" cy="6752975"/>
          </a:xfrm>
          <a:prstGeom prst="rect">
            <a:avLst/>
          </a:prstGeom>
          <a:ln w="0">
            <a:noFill/>
          </a:ln>
        </p:spPr>
      </p:pic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447C2F5C-3901-8E43-802F-45CFFB00C7C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45620" y="3573016"/>
            <a:ext cx="5503089" cy="456954"/>
          </a:xfrm>
          <a:prstGeom prst="rect">
            <a:avLst/>
          </a:prstGeom>
        </p:spPr>
        <p:txBody>
          <a:bodyPr lIns="0" anchor="ctr" anchorCtr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tabLst>
                <a:tab pos="0" algn="l"/>
              </a:tabLst>
              <a:defRPr sz="1800">
                <a:solidFill>
                  <a:srgbClr val="F77A33"/>
                </a:solidFill>
                <a:latin typeface="+mj-lt"/>
                <a:cs typeface="Calibri" panose="020F0502020204030204" pitchFamily="34" charset="0"/>
              </a:defRPr>
            </a:lvl1pPr>
            <a:lvl2pPr marL="12700" indent="0">
              <a:buNone/>
              <a:defRPr sz="1800">
                <a:solidFill>
                  <a:schemeClr val="accent1"/>
                </a:solidFill>
              </a:defRPr>
            </a:lvl2pPr>
            <a:lvl3pPr>
              <a:defRPr sz="1800">
                <a:solidFill>
                  <a:schemeClr val="accent1"/>
                </a:solidFill>
              </a:defRPr>
            </a:lvl3pPr>
            <a:lvl4pPr>
              <a:defRPr sz="1800">
                <a:solidFill>
                  <a:schemeClr val="accent1"/>
                </a:solidFill>
              </a:defRPr>
            </a:lvl4pPr>
            <a:lvl5pPr>
              <a:defRPr sz="1800">
                <a:solidFill>
                  <a:schemeClr val="accent1"/>
                </a:solidFill>
              </a:defRPr>
            </a:lvl5pPr>
          </a:lstStyle>
          <a:p>
            <a:pPr>
              <a:lnSpc>
                <a:spcPct val="90000"/>
              </a:lnSpc>
              <a:tabLst>
                <a:tab pos="0" algn="l"/>
              </a:tabLst>
            </a:pPr>
            <a:r>
              <a:rPr lang="en-IN" sz="1800">
                <a:solidFill>
                  <a:srgbClr val="F36F26"/>
                </a:solidFill>
                <a:ea typeface="Calibri"/>
              </a:rPr>
              <a:t>This is your optional subtitle. Try to keep this to a maximum two lines.</a:t>
            </a:r>
            <a:endParaRPr lang="en-IN" sz="1800">
              <a:solidFill>
                <a:srgbClr val="000000"/>
              </a:solidFill>
            </a:endParaRP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C41B0FDA-65ED-6F45-8A82-DEAB865DDBE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5622" y="4274366"/>
            <a:ext cx="5503088" cy="360000"/>
          </a:xfrm>
          <a:prstGeom prst="rect">
            <a:avLst/>
          </a:prstGeom>
        </p:spPr>
        <p:txBody>
          <a:bodyPr lIns="0" anchor="ctr" anchorCtr="0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800">
                <a:solidFill>
                  <a:schemeClr val="bg1"/>
                </a:solidFill>
                <a:latin typeface="+mj-lt"/>
                <a:cs typeface="Calibri" panose="020F0502020204030204" pitchFamily="34" charset="0"/>
              </a:defRPr>
            </a:lvl1pPr>
            <a:lvl2pPr marL="12700" indent="0">
              <a:buNone/>
              <a:defRPr sz="1800">
                <a:solidFill>
                  <a:schemeClr val="accent1"/>
                </a:solidFill>
              </a:defRPr>
            </a:lvl2pPr>
            <a:lvl3pPr>
              <a:defRPr sz="1800">
                <a:solidFill>
                  <a:schemeClr val="accent1"/>
                </a:solidFill>
              </a:defRPr>
            </a:lvl3pPr>
            <a:lvl4pPr>
              <a:defRPr sz="1800">
                <a:solidFill>
                  <a:schemeClr val="accent1"/>
                </a:solidFill>
              </a:defRPr>
            </a:lvl4pPr>
            <a:lvl5pPr>
              <a:defRPr sz="1800">
                <a:solidFill>
                  <a:schemeClr val="accent1"/>
                </a:solidFill>
              </a:defRPr>
            </a:lvl5pPr>
          </a:lstStyle>
          <a:p>
            <a:pPr>
              <a:tabLst>
                <a:tab pos="0" algn="l"/>
              </a:tabLst>
            </a:pPr>
            <a:r>
              <a:rPr lang="en" sz="1800">
                <a:solidFill>
                  <a:schemeClr val="lt1"/>
                </a:solidFill>
                <a:latin typeface="Calibri"/>
                <a:ea typeface="Calibri"/>
              </a:rPr>
              <a:t>Date (Optional)</a:t>
            </a:r>
            <a:endParaRPr lang="en-IN" sz="180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Google Shape;61;p13">
            <a:extLst>
              <a:ext uri="{FF2B5EF4-FFF2-40B4-BE49-F238E27FC236}">
                <a16:creationId xmlns:a16="http://schemas.microsoft.com/office/drawing/2014/main" id="{86DDE0A7-8172-2247-8A48-64EA1BB8487E}"/>
              </a:ext>
            </a:extLst>
          </p:cNvPr>
          <p:cNvSpPr/>
          <p:nvPr userDrawn="1"/>
        </p:nvSpPr>
        <p:spPr>
          <a:xfrm>
            <a:off x="420951" y="5238763"/>
            <a:ext cx="2914660" cy="45153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>
              <a:tabLst>
                <a:tab pos="0" algn="l"/>
              </a:tabLst>
            </a:pPr>
            <a:r>
              <a:rPr lang="en" sz="1467">
                <a:solidFill>
                  <a:srgbClr val="F26F26"/>
                </a:solidFill>
                <a:latin typeface="+mj-lt"/>
                <a:ea typeface="Calibri"/>
              </a:rPr>
              <a:t>Unlocking the power of AI.</a:t>
            </a:r>
            <a:br>
              <a:rPr lang="en" sz="1467">
                <a:solidFill>
                  <a:srgbClr val="F26F26"/>
                </a:solidFill>
                <a:latin typeface="+mj-lt"/>
                <a:ea typeface="Calibri"/>
              </a:rPr>
            </a:br>
            <a:r>
              <a:rPr lang="en" sz="1467">
                <a:solidFill>
                  <a:srgbClr val="F26F26"/>
                </a:solidFill>
                <a:latin typeface="+mj-lt"/>
                <a:ea typeface="Calibri"/>
              </a:rPr>
              <a:t>Accelerating digital transformation.</a:t>
            </a:r>
            <a:endParaRPr lang="en-IN" sz="1467">
              <a:solidFill>
                <a:srgbClr val="F26F26"/>
              </a:solidFill>
              <a:latin typeface="+mj-lt"/>
            </a:endParaRP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54896872-B460-2D4C-825E-FB1BFCAFD54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5620" y="1744215"/>
            <a:ext cx="5503089" cy="1601743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5000"/>
              <a:buFontTx/>
              <a:buNone/>
              <a:tabLst>
                <a:tab pos="0" algn="l"/>
              </a:tabLst>
              <a:defRPr sz="4000" b="1" i="0" baseline="0">
                <a:solidFill>
                  <a:schemeClr val="bg1"/>
                </a:solidFill>
                <a:latin typeface="+mj-lt"/>
                <a:cs typeface="Calibri" panose="020F0502020204030204" pitchFamily="34" charset="0"/>
              </a:defRPr>
            </a:lvl1pPr>
            <a:lvl2pPr marL="12700" indent="0">
              <a:buNone/>
              <a:defRPr sz="1800">
                <a:solidFill>
                  <a:schemeClr val="accent1"/>
                </a:solidFill>
              </a:defRPr>
            </a:lvl2pPr>
            <a:lvl3pPr>
              <a:defRPr sz="1800">
                <a:solidFill>
                  <a:schemeClr val="accent1"/>
                </a:solidFill>
              </a:defRPr>
            </a:lvl3pPr>
            <a:lvl4pPr>
              <a:defRPr sz="1800">
                <a:solidFill>
                  <a:schemeClr val="accent1"/>
                </a:solidFill>
              </a:defRPr>
            </a:lvl4pPr>
            <a:lvl5pPr>
              <a:defRPr sz="1800">
                <a:solidFill>
                  <a:schemeClr val="accent1"/>
                </a:solidFill>
              </a:defRPr>
            </a:lvl5pPr>
          </a:lstStyle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5000"/>
              <a:buFontTx/>
              <a:buNone/>
              <a:tabLst>
                <a:tab pos="0" algn="l"/>
              </a:tabLst>
              <a:defRPr/>
            </a:pPr>
            <a:r>
              <a:rPr kumimoji="0" lang="en-IN" sz="4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THIS IS YOUR TITLE</a:t>
            </a:r>
          </a:p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5000"/>
              <a:buFontTx/>
              <a:buNone/>
              <a:tabLst>
                <a:tab pos="0" algn="l"/>
              </a:tabLst>
              <a:defRPr/>
            </a:pPr>
            <a:r>
              <a:rPr kumimoji="0" lang="en-IN" sz="4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TRY TO KEEP TO</a:t>
            </a:r>
          </a:p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5000"/>
              <a:buFontTx/>
              <a:buNone/>
              <a:tabLst>
                <a:tab pos="0" algn="l"/>
              </a:tabLst>
              <a:defRPr/>
            </a:pPr>
            <a:r>
              <a:rPr kumimoji="0" lang="en-IN" sz="4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THREE LINES</a:t>
            </a:r>
            <a:endParaRPr kumimoji="0" lang="en-IN" sz="1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Google Shape;56;p13">
            <a:extLst>
              <a:ext uri="{FF2B5EF4-FFF2-40B4-BE49-F238E27FC236}">
                <a16:creationId xmlns:a16="http://schemas.microsoft.com/office/drawing/2014/main" id="{73A72B38-DE8D-4C4D-986A-7AFE13D47CA3}"/>
              </a:ext>
            </a:extLst>
          </p:cNvPr>
          <p:cNvPicPr/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285709" y="306720"/>
            <a:ext cx="2699520" cy="736320"/>
          </a:xfrm>
          <a:prstGeom prst="rect">
            <a:avLst/>
          </a:prstGeom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2949672699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hape&#10;&#10;Description automatically generated with low confidence">
            <a:extLst>
              <a:ext uri="{FF2B5EF4-FFF2-40B4-BE49-F238E27FC236}">
                <a16:creationId xmlns:a16="http://schemas.microsoft.com/office/drawing/2014/main" id="{46577264-DEDF-4041-8B6B-92EDABBB407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809514" y="1"/>
            <a:ext cx="1382485" cy="1193678"/>
          </a:xfrm>
          <a:prstGeom prst="rect">
            <a:avLst/>
          </a:prstGeom>
        </p:spPr>
      </p:pic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610AFDA3-5670-CB47-BBCD-C711997CFFB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2049" y="1193679"/>
            <a:ext cx="6278207" cy="4832501"/>
          </a:xfrm>
        </p:spPr>
        <p:txBody>
          <a:bodyPr tIns="46800" rIns="90000" bIns="46800" anchor="ctr" anchorCtr="0"/>
          <a:lstStyle>
            <a:lvl1pPr marL="403225" indent="-403225" algn="l">
              <a:lnSpc>
                <a:spcPct val="90000"/>
              </a:lnSpc>
              <a:spcAft>
                <a:spcPts val="1000"/>
              </a:spcAft>
              <a:buClr>
                <a:srgbClr val="F36F26"/>
              </a:buClr>
              <a:buSzPct val="100000"/>
              <a:buFont typeface="+mj-lt"/>
              <a:buAutoNum type="arabicPeriod"/>
              <a:tabLst/>
              <a:defRPr sz="2000" b="1" kern="1200" baseline="0">
                <a:latin typeface="+mn-lt"/>
              </a:defRPr>
            </a:lvl1pPr>
            <a:lvl2pPr marL="630000" indent="-165600">
              <a:lnSpc>
                <a:spcPct val="90000"/>
              </a:lnSpc>
              <a:spcBef>
                <a:spcPts val="500"/>
              </a:spcBef>
              <a:spcAft>
                <a:spcPts val="1000"/>
              </a:spcAft>
              <a:buClr>
                <a:srgbClr val="F36F26"/>
              </a:buClr>
              <a:buFont typeface="Wingdings" pitchFamily="2" charset="2"/>
              <a:buChar char="§"/>
              <a:tabLst/>
              <a:defRPr kern="1200" baseline="0">
                <a:solidFill>
                  <a:schemeClr val="bg2"/>
                </a:solidFill>
                <a:latin typeface="+mn-lt"/>
              </a:defRPr>
            </a:lvl2pPr>
            <a:lvl3pPr marL="630000" indent="-165600">
              <a:lnSpc>
                <a:spcPct val="90000"/>
              </a:lnSpc>
              <a:spcBef>
                <a:spcPts val="500"/>
              </a:spcBef>
              <a:spcAft>
                <a:spcPts val="1000"/>
              </a:spcAft>
              <a:buClr>
                <a:srgbClr val="F36F26"/>
              </a:buClr>
              <a:buFont typeface="Calibri" panose="020F0502020204030204" pitchFamily="34" charset="0"/>
              <a:buChar char="‒"/>
              <a:tabLst/>
              <a:defRPr sz="1400" kern="1200" baseline="0">
                <a:solidFill>
                  <a:schemeClr val="bg2"/>
                </a:solidFill>
                <a:latin typeface="+mn-lt"/>
              </a:defRPr>
            </a:lvl3pPr>
            <a:lvl4pPr marL="630000" indent="-165600">
              <a:lnSpc>
                <a:spcPct val="90000"/>
              </a:lnSpc>
              <a:spcBef>
                <a:spcPts val="500"/>
              </a:spcBef>
              <a:spcAft>
                <a:spcPts val="1000"/>
              </a:spcAft>
              <a:buClr>
                <a:srgbClr val="F36F26"/>
              </a:buClr>
              <a:buFont typeface="Calibri" panose="020F0502020204030204" pitchFamily="34" charset="0"/>
              <a:buChar char="●"/>
              <a:tabLst/>
              <a:defRPr sz="1400" kern="1200" baseline="0">
                <a:solidFill>
                  <a:schemeClr val="bg2"/>
                </a:solidFill>
                <a:latin typeface="+mn-lt"/>
              </a:defRPr>
            </a:lvl4pPr>
            <a:lvl5pPr marL="630000" indent="-165600">
              <a:lnSpc>
                <a:spcPct val="90000"/>
              </a:lnSpc>
              <a:spcBef>
                <a:spcPts val="500"/>
              </a:spcBef>
              <a:spcAft>
                <a:spcPts val="1000"/>
              </a:spcAft>
              <a:buFont typeface=".Hiragino Kaku Gothic Interface W3"/>
              <a:buChar char="▫"/>
              <a:tabLst/>
              <a:defRPr sz="1400" kern="1200" baseline="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4" name="Google Shape;67;p14">
            <a:extLst>
              <a:ext uri="{FF2B5EF4-FFF2-40B4-BE49-F238E27FC236}">
                <a16:creationId xmlns:a16="http://schemas.microsoft.com/office/drawing/2014/main" id="{E92733B9-3577-B248-AA28-3D2EFD6B8228}"/>
              </a:ext>
            </a:extLst>
          </p:cNvPr>
          <p:cNvPicPr/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266329" y="-27384"/>
            <a:ext cx="5925191" cy="6408712"/>
          </a:xfrm>
          <a:prstGeom prst="rect">
            <a:avLst/>
          </a:prstGeom>
          <a:ln w="0">
            <a:noFill/>
          </a:ln>
        </p:spPr>
      </p:pic>
      <p:pic>
        <p:nvPicPr>
          <p:cNvPr id="15" name="Google Shape;107;p19">
            <a:extLst>
              <a:ext uri="{FF2B5EF4-FFF2-40B4-BE49-F238E27FC236}">
                <a16:creationId xmlns:a16="http://schemas.microsoft.com/office/drawing/2014/main" id="{E37AEFD1-0E55-A34F-8749-1E61EDF43B62}"/>
              </a:ext>
            </a:extLst>
          </p:cNvPr>
          <p:cNvPicPr/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-962" y="6362184"/>
            <a:ext cx="12191520" cy="523200"/>
          </a:xfrm>
          <a:prstGeom prst="rect">
            <a:avLst/>
          </a:prstGeom>
          <a:ln w="0">
            <a:noFill/>
          </a:ln>
        </p:spPr>
      </p:pic>
      <p:sp>
        <p:nvSpPr>
          <p:cNvPr id="19" name="Google Shape;109;p19">
            <a:extLst>
              <a:ext uri="{FF2B5EF4-FFF2-40B4-BE49-F238E27FC236}">
                <a16:creationId xmlns:a16="http://schemas.microsoft.com/office/drawing/2014/main" id="{9F1E7F74-74E7-794E-B31E-B71E6FEFB2B2}"/>
              </a:ext>
            </a:extLst>
          </p:cNvPr>
          <p:cNvSpPr/>
          <p:nvPr userDrawn="1"/>
        </p:nvSpPr>
        <p:spPr>
          <a:xfrm>
            <a:off x="9281760" y="6541678"/>
            <a:ext cx="1931040" cy="1646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1520">
              <a:lnSpc>
                <a:spcPct val="100000"/>
              </a:lnSpc>
              <a:tabLst>
                <a:tab pos="0" algn="l"/>
              </a:tabLst>
            </a:pPr>
            <a:r>
              <a:rPr lang="en-IN" sz="1070" b="0" i="0" kern="120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Tavant &amp; Customer Confidential</a:t>
            </a:r>
            <a:endParaRPr lang="en-IN" sz="1070" b="0" u="none" strike="noStrike"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0D20D30-D737-9D47-93B8-89B62F522F1E}"/>
              </a:ext>
            </a:extLst>
          </p:cNvPr>
          <p:cNvSpPr txBox="1"/>
          <p:nvPr userDrawn="1"/>
        </p:nvSpPr>
        <p:spPr>
          <a:xfrm>
            <a:off x="11502039" y="6495512"/>
            <a:ext cx="349775" cy="256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954E5BDB-61AA-4049-AE86-82CC72DFC771}" type="slidenum">
              <a:rPr lang="en-US" sz="1067" smtClean="0">
                <a:solidFill>
                  <a:schemeClr val="bg1"/>
                </a:solidFill>
              </a:rPr>
              <a:t>‹#›</a:t>
            </a:fld>
            <a:endParaRPr lang="en-US" sz="1067">
              <a:solidFill>
                <a:schemeClr val="bg1"/>
              </a:solidFill>
            </a:endParaRP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CD1BEC87-BA0D-4D4D-92DB-2D2879784C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2049" y="357925"/>
            <a:ext cx="2827606" cy="726649"/>
          </a:xfrm>
          <a:noFill/>
        </p:spPr>
        <p:txBody>
          <a:bodyPr anchor="ctr"/>
          <a:lstStyle>
            <a:lvl1pPr algn="l">
              <a:defRPr sz="2400" baseline="0">
                <a:solidFill>
                  <a:srgbClr val="F36F26"/>
                </a:solidFill>
              </a:defRPr>
            </a:lvl1pPr>
          </a:lstStyle>
          <a:p>
            <a:r>
              <a:rPr lang="en-US" sz="2400" b="1">
                <a:latin typeface="Calibri" panose="020F0502020204030204" pitchFamily="34" charset="0"/>
                <a:cs typeface="Calibri" panose="020F0502020204030204" pitchFamily="34" charset="0"/>
              </a:rPr>
              <a:t>AGENDA</a:t>
            </a:r>
            <a:endParaRPr lang="en-US" sz="4200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1" name="Google Shape;108;p19">
            <a:extLst>
              <a:ext uri="{FF2B5EF4-FFF2-40B4-BE49-F238E27FC236}">
                <a16:creationId xmlns:a16="http://schemas.microsoft.com/office/drawing/2014/main" id="{5425B208-C81E-B847-A5D1-6AD4D1EF011D}"/>
              </a:ext>
            </a:extLst>
          </p:cNvPr>
          <p:cNvPicPr/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265064" y="6462185"/>
            <a:ext cx="1264320" cy="344640"/>
          </a:xfrm>
          <a:prstGeom prst="rect">
            <a:avLst/>
          </a:prstGeom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20335091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2-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07;p19">
            <a:extLst>
              <a:ext uri="{FF2B5EF4-FFF2-40B4-BE49-F238E27FC236}">
                <a16:creationId xmlns:a16="http://schemas.microsoft.com/office/drawing/2014/main" id="{C0900330-6551-A544-97F3-E769CFB0E122}"/>
              </a:ext>
            </a:extLst>
          </p:cNvPr>
          <p:cNvPicPr/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-962" y="6362184"/>
            <a:ext cx="12191520" cy="523200"/>
          </a:xfrm>
          <a:prstGeom prst="rect">
            <a:avLst/>
          </a:prstGeom>
          <a:ln w="0">
            <a:noFill/>
          </a:ln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36629CA4-ED6B-7F4B-8BF1-531AA0FE90AA}"/>
              </a:ext>
            </a:extLst>
          </p:cNvPr>
          <p:cNvSpPr/>
          <p:nvPr userDrawn="1"/>
        </p:nvSpPr>
        <p:spPr>
          <a:xfrm>
            <a:off x="11547063" y="641909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83A8395-25FD-BA4B-B53D-93C34EB64F3F}"/>
              </a:ext>
            </a:extLst>
          </p:cNvPr>
          <p:cNvSpPr/>
          <p:nvPr userDrawn="1"/>
        </p:nvSpPr>
        <p:spPr>
          <a:xfrm>
            <a:off x="11547063" y="646557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23F962B-2D91-8F4B-9B4A-B37EAC284358}"/>
              </a:ext>
            </a:extLst>
          </p:cNvPr>
          <p:cNvSpPr txBox="1"/>
          <p:nvPr userDrawn="1"/>
        </p:nvSpPr>
        <p:spPr>
          <a:xfrm>
            <a:off x="11502039" y="6495512"/>
            <a:ext cx="349775" cy="256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954E5BDB-61AA-4049-AE86-82CC72DFC771}" type="slidenum">
              <a:rPr lang="en-US" sz="1067" smtClean="0">
                <a:solidFill>
                  <a:schemeClr val="bg1"/>
                </a:solidFill>
              </a:rPr>
              <a:t>‹#›</a:t>
            </a:fld>
            <a:endParaRPr lang="en-US" sz="1067">
              <a:solidFill>
                <a:schemeClr val="bg1"/>
              </a:solidFill>
            </a:endParaRP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7858BFB7-3A61-1440-AC90-6470F952E712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323679" y="1268760"/>
            <a:ext cx="5647781" cy="4820400"/>
          </a:xfrm>
          <a:prstGeom prst="rect">
            <a:avLst/>
          </a:prstGeom>
        </p:spPr>
        <p:txBody>
          <a:bodyPr tIns="46800" rIns="90000" bIns="46800"/>
          <a:lstStyle>
            <a:lvl1pPr marL="274320" indent="-274320">
              <a:lnSpc>
                <a:spcPct val="90000"/>
              </a:lnSpc>
              <a:spcBef>
                <a:spcPts val="1000"/>
              </a:spcBef>
              <a:buClr>
                <a:srgbClr val="FF8909"/>
              </a:buClr>
              <a:buSzPct val="100000"/>
              <a:buFont typeface="Wingdings" panose="05000000000000000000" pitchFamily="2" charset="2"/>
              <a:buChar char="§"/>
              <a:defRPr sz="1800" kern="1200" baseline="0">
                <a:latin typeface="+mj-lt"/>
                <a:ea typeface="Roboto" pitchFamily="2" charset="0"/>
                <a:cs typeface="Roboto" pitchFamily="2" charset="0"/>
              </a:defRPr>
            </a:lvl1pPr>
            <a:lvl2pPr marL="457200" indent="-182880">
              <a:lnSpc>
                <a:spcPct val="90000"/>
              </a:lnSpc>
              <a:spcBef>
                <a:spcPts val="500"/>
              </a:spcBef>
              <a:buClr>
                <a:srgbClr val="FF8909"/>
              </a:buClr>
              <a:buFont typeface="Calibri" panose="020F0502020204030204" pitchFamily="34" charset="0"/>
              <a:buChar char="‒"/>
              <a:defRPr sz="1600" kern="1200" baseline="0">
                <a:solidFill>
                  <a:schemeClr val="tx1"/>
                </a:solidFill>
                <a:latin typeface="+mj-lt"/>
                <a:ea typeface="Roboto" pitchFamily="2" charset="0"/>
                <a:cs typeface="Roboto" pitchFamily="2" charset="0"/>
              </a:defRPr>
            </a:lvl2pPr>
            <a:lvl3pPr marL="731520" indent="-182880">
              <a:lnSpc>
                <a:spcPct val="90000"/>
              </a:lnSpc>
              <a:spcBef>
                <a:spcPts val="500"/>
              </a:spcBef>
              <a:buClr>
                <a:srgbClr val="FF8909"/>
              </a:buClr>
              <a:buFontTx/>
              <a:buChar char="•"/>
              <a:defRPr sz="1400" kern="1200" baseline="0">
                <a:solidFill>
                  <a:schemeClr val="tx1"/>
                </a:solidFill>
                <a:latin typeface="+mj-lt"/>
                <a:ea typeface="Roboto" pitchFamily="2" charset="0"/>
                <a:cs typeface="Roboto" pitchFamily="2" charset="0"/>
              </a:defRPr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6"/>
            <a:endParaRPr lang="en-US"/>
          </a:p>
        </p:txBody>
      </p:sp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975B1725-DF57-1F46-B6C8-CFD1A90E3C11}"/>
              </a:ext>
            </a:extLst>
          </p:cNvPr>
          <p:cNvSpPr>
            <a:spLocks noGrp="1"/>
          </p:cNvSpPr>
          <p:nvPr>
            <p:ph sz="quarter" idx="34"/>
          </p:nvPr>
        </p:nvSpPr>
        <p:spPr>
          <a:xfrm>
            <a:off x="6219480" y="1268760"/>
            <a:ext cx="5647781" cy="4820400"/>
          </a:xfrm>
          <a:prstGeom prst="rect">
            <a:avLst/>
          </a:prstGeom>
        </p:spPr>
        <p:txBody>
          <a:bodyPr tIns="46800" rIns="90000" bIns="46800"/>
          <a:lstStyle>
            <a:lvl1pPr marL="274320" indent="-274320">
              <a:lnSpc>
                <a:spcPct val="90000"/>
              </a:lnSpc>
              <a:spcBef>
                <a:spcPts val="1000"/>
              </a:spcBef>
              <a:buClr>
                <a:srgbClr val="FF8909"/>
              </a:buClr>
              <a:buSzPct val="100000"/>
              <a:buFont typeface="Wingdings" panose="05000000000000000000" pitchFamily="2" charset="2"/>
              <a:buChar char="§"/>
              <a:defRPr sz="1800" kern="1200" baseline="0">
                <a:latin typeface="+mj-lt"/>
                <a:ea typeface="Roboto" pitchFamily="2" charset="0"/>
                <a:cs typeface="Roboto" pitchFamily="2" charset="0"/>
              </a:defRPr>
            </a:lvl1pPr>
            <a:lvl2pPr marL="457200" indent="-182880">
              <a:lnSpc>
                <a:spcPct val="90000"/>
              </a:lnSpc>
              <a:spcBef>
                <a:spcPts val="500"/>
              </a:spcBef>
              <a:buClr>
                <a:srgbClr val="FF8909"/>
              </a:buClr>
              <a:buFont typeface="Calibri" panose="020F0502020204030204" pitchFamily="34" charset="0"/>
              <a:buChar char="‒"/>
              <a:defRPr sz="1600" kern="1200" baseline="0">
                <a:solidFill>
                  <a:schemeClr val="tx1"/>
                </a:solidFill>
                <a:latin typeface="+mj-lt"/>
                <a:ea typeface="Roboto" pitchFamily="2" charset="0"/>
                <a:cs typeface="Roboto" pitchFamily="2" charset="0"/>
              </a:defRPr>
            </a:lvl2pPr>
            <a:lvl3pPr marL="731520" indent="-182880">
              <a:lnSpc>
                <a:spcPct val="90000"/>
              </a:lnSpc>
              <a:spcBef>
                <a:spcPts val="500"/>
              </a:spcBef>
              <a:buClr>
                <a:srgbClr val="FF8909"/>
              </a:buClr>
              <a:buFontTx/>
              <a:buChar char="•"/>
              <a:defRPr sz="1400" kern="1200" baseline="0">
                <a:solidFill>
                  <a:schemeClr val="tx1"/>
                </a:solidFill>
                <a:latin typeface="+mj-lt"/>
                <a:ea typeface="Roboto" pitchFamily="2" charset="0"/>
                <a:cs typeface="Roboto" pitchFamily="2" charset="0"/>
              </a:defRPr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6"/>
            <a:endParaRPr lang="en-US"/>
          </a:p>
        </p:txBody>
      </p:sp>
      <p:sp>
        <p:nvSpPr>
          <p:cNvPr id="14" name="Google Shape;109;p19">
            <a:extLst>
              <a:ext uri="{FF2B5EF4-FFF2-40B4-BE49-F238E27FC236}">
                <a16:creationId xmlns:a16="http://schemas.microsoft.com/office/drawing/2014/main" id="{350C7520-6495-5140-9350-61FB8C2D4E2D}"/>
              </a:ext>
            </a:extLst>
          </p:cNvPr>
          <p:cNvSpPr/>
          <p:nvPr userDrawn="1"/>
        </p:nvSpPr>
        <p:spPr>
          <a:xfrm>
            <a:off x="9281760" y="6541678"/>
            <a:ext cx="1931040" cy="1646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1520">
              <a:lnSpc>
                <a:spcPct val="100000"/>
              </a:lnSpc>
              <a:tabLst>
                <a:tab pos="0" algn="l"/>
              </a:tabLst>
            </a:pPr>
            <a:r>
              <a:rPr lang="en-IN" sz="1070" b="0" i="0" kern="120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Tavant &amp; Customer Confidential</a:t>
            </a:r>
            <a:endParaRPr lang="en-IN" sz="1070" b="0" u="none" strike="noStrike"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35C3D2FF-95D9-E34A-AB59-2B316910E86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4739" y="717388"/>
            <a:ext cx="11542522" cy="377121"/>
          </a:xfrm>
        </p:spPr>
        <p:txBody>
          <a:bodyPr lIns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rgbClr val="F77A33"/>
                </a:solidFill>
                <a:latin typeface="+mn-lt"/>
                <a:cs typeface="Calibri" panose="020F0502020204030204" pitchFamily="34" charset="0"/>
              </a:defRPr>
            </a:lvl1pPr>
            <a:lvl2pPr marL="12700" indent="0">
              <a:buNone/>
              <a:defRPr sz="1800">
                <a:solidFill>
                  <a:schemeClr val="accent1"/>
                </a:solidFill>
              </a:defRPr>
            </a:lvl2pPr>
            <a:lvl3pPr>
              <a:defRPr sz="1800">
                <a:solidFill>
                  <a:schemeClr val="accent1"/>
                </a:solidFill>
              </a:defRPr>
            </a:lvl3pPr>
            <a:lvl4pPr>
              <a:defRPr sz="1800">
                <a:solidFill>
                  <a:schemeClr val="accent1"/>
                </a:solidFill>
              </a:defRPr>
            </a:lvl4pPr>
            <a:lvl5pPr>
              <a:defRPr sz="18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This Is Your Optional Subtitle – Keep to One Line Maximum if Used</a:t>
            </a:r>
          </a:p>
        </p:txBody>
      </p:sp>
      <p:sp>
        <p:nvSpPr>
          <p:cNvPr id="19" name="Title Placeholder 1">
            <a:extLst>
              <a:ext uri="{FF2B5EF4-FFF2-40B4-BE49-F238E27FC236}">
                <a16:creationId xmlns:a16="http://schemas.microsoft.com/office/drawing/2014/main" id="{F0B59DA3-6998-3545-9F3C-7FFBBB9E9E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4739" y="339472"/>
            <a:ext cx="11542522" cy="359457"/>
          </a:xfrm>
          <a:prstGeom prst="rect">
            <a:avLst/>
          </a:prstGeom>
        </p:spPr>
        <p:txBody>
          <a:bodyPr vert="horz" lIns="0" tIns="45720" rIns="91440" bIns="45720" rtlCol="0" anchor="ctr" anchorCtr="0">
            <a:noAutofit/>
          </a:bodyPr>
          <a:lstStyle>
            <a:lvl1pPr>
              <a:defRPr sz="2400" b="1">
                <a:latin typeface="+mj-lt"/>
                <a:cs typeface="Calibri" panose="020F0502020204030204" pitchFamily="34" charset="0"/>
              </a:defRPr>
            </a:lvl1pPr>
          </a:lstStyle>
          <a:p>
            <a:r>
              <a:rPr lang="en-US"/>
              <a:t>THIS IS YOUR TITLE – KEEP IT TO ONE LINE MAXIMUM</a:t>
            </a:r>
          </a:p>
        </p:txBody>
      </p:sp>
      <p:pic>
        <p:nvPicPr>
          <p:cNvPr id="20" name="Google Shape;108;p19">
            <a:extLst>
              <a:ext uri="{FF2B5EF4-FFF2-40B4-BE49-F238E27FC236}">
                <a16:creationId xmlns:a16="http://schemas.microsoft.com/office/drawing/2014/main" id="{AD8871D2-4CF6-D044-A965-ECBD6C6003EB}"/>
              </a:ext>
            </a:extLst>
          </p:cNvPr>
          <p:cNvPicPr/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265064" y="6462185"/>
            <a:ext cx="1264320" cy="344640"/>
          </a:xfrm>
          <a:prstGeom prst="rect">
            <a:avLst/>
          </a:prstGeom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4051348887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ER SLID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83;p16">
            <a:extLst>
              <a:ext uri="{FF2B5EF4-FFF2-40B4-BE49-F238E27FC236}">
                <a16:creationId xmlns:a16="http://schemas.microsoft.com/office/drawing/2014/main" id="{B381CFA4-4653-A944-B576-D620472C2E58}"/>
              </a:ext>
            </a:extLst>
          </p:cNvPr>
          <p:cNvPicPr/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36" b="-4"/>
          <a:stretch/>
        </p:blipFill>
        <p:spPr>
          <a:xfrm>
            <a:off x="3692735" y="44624"/>
            <a:ext cx="8499265" cy="6284044"/>
          </a:xfrm>
          <a:prstGeom prst="rect">
            <a:avLst/>
          </a:prstGeom>
          <a:ln w="0">
            <a:noFill/>
          </a:ln>
        </p:spPr>
      </p:pic>
      <p:pic>
        <p:nvPicPr>
          <p:cNvPr id="12" name="Google Shape;107;p19">
            <a:extLst>
              <a:ext uri="{FF2B5EF4-FFF2-40B4-BE49-F238E27FC236}">
                <a16:creationId xmlns:a16="http://schemas.microsoft.com/office/drawing/2014/main" id="{AB6DCF16-E5E8-9A44-972A-09C2C3281563}"/>
              </a:ext>
            </a:extLst>
          </p:cNvPr>
          <p:cNvPicPr/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-962" y="6362184"/>
            <a:ext cx="12191520" cy="523200"/>
          </a:xfrm>
          <a:prstGeom prst="rect">
            <a:avLst/>
          </a:prstGeom>
          <a:ln w="0">
            <a:noFill/>
          </a:ln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BC535D3A-CF20-774F-B198-D96775085F64}"/>
              </a:ext>
            </a:extLst>
          </p:cNvPr>
          <p:cNvSpPr/>
          <p:nvPr userDrawn="1"/>
        </p:nvSpPr>
        <p:spPr>
          <a:xfrm>
            <a:off x="11547063" y="641909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DE695A4-0722-884A-9867-163EB04712C5}"/>
              </a:ext>
            </a:extLst>
          </p:cNvPr>
          <p:cNvSpPr/>
          <p:nvPr userDrawn="1"/>
        </p:nvSpPr>
        <p:spPr>
          <a:xfrm>
            <a:off x="11547063" y="646557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F84BF60-351B-2849-8434-CF84E3B9FAE6}"/>
              </a:ext>
            </a:extLst>
          </p:cNvPr>
          <p:cNvSpPr txBox="1"/>
          <p:nvPr userDrawn="1"/>
        </p:nvSpPr>
        <p:spPr>
          <a:xfrm>
            <a:off x="11502039" y="6495512"/>
            <a:ext cx="349775" cy="256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954E5BDB-61AA-4049-AE86-82CC72DFC771}" type="slidenum">
              <a:rPr lang="en-US" sz="1067" smtClean="0">
                <a:solidFill>
                  <a:schemeClr val="bg1"/>
                </a:solidFill>
              </a:rPr>
              <a:t>‹#›</a:t>
            </a:fld>
            <a:endParaRPr lang="en-US" sz="1067">
              <a:solidFill>
                <a:schemeClr val="bg1"/>
              </a:solidFill>
            </a:endParaRP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3BF4C7B0-F6C2-C743-9FBD-CAF725A4051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1675" y="3284985"/>
            <a:ext cx="3822117" cy="1368151"/>
          </a:xfrm>
          <a:prstGeom prst="rect">
            <a:avLst/>
          </a:prstGeom>
        </p:spPr>
        <p:txBody>
          <a:bodyPr tIns="46800" rIns="90000" bIns="46800" anchor="t" anchorCtr="0"/>
          <a:lstStyle>
            <a:lvl1pPr marL="0" indent="0" algn="l">
              <a:lnSpc>
                <a:spcPct val="90000"/>
              </a:lnSpc>
              <a:spcAft>
                <a:spcPts val="1000"/>
              </a:spcAft>
              <a:buClr>
                <a:srgbClr val="F36F26"/>
              </a:buClr>
              <a:buSzPct val="100000"/>
              <a:buFont typeface="+mj-lt"/>
              <a:buNone/>
              <a:tabLst/>
              <a:defRPr b="0" kern="1200" baseline="0">
                <a:solidFill>
                  <a:schemeClr val="bg1"/>
                </a:solidFill>
              </a:defRPr>
            </a:lvl1pPr>
            <a:lvl2pPr marL="630000" indent="-165600">
              <a:lnSpc>
                <a:spcPct val="90000"/>
              </a:lnSpc>
              <a:spcBef>
                <a:spcPts val="500"/>
              </a:spcBef>
              <a:spcAft>
                <a:spcPts val="1000"/>
              </a:spcAft>
              <a:buClr>
                <a:srgbClr val="F36F26"/>
              </a:buClr>
              <a:buFont typeface="Wingdings" pitchFamily="2" charset="2"/>
              <a:buChar char="§"/>
              <a:tabLst/>
              <a:defRPr sz="1600" kern="1200" baseline="0">
                <a:solidFill>
                  <a:schemeClr val="bg1"/>
                </a:solidFill>
              </a:defRPr>
            </a:lvl2pPr>
            <a:lvl3pPr marL="630000" indent="-165600">
              <a:lnSpc>
                <a:spcPct val="90000"/>
              </a:lnSpc>
              <a:spcBef>
                <a:spcPts val="500"/>
              </a:spcBef>
              <a:spcAft>
                <a:spcPts val="1000"/>
              </a:spcAft>
              <a:buClr>
                <a:srgbClr val="F36F26"/>
              </a:buClr>
              <a:buFont typeface="Calibri" panose="020F0502020204030204" pitchFamily="34" charset="0"/>
              <a:buChar char="‒"/>
              <a:tabLst/>
              <a:defRPr sz="1400" kern="1200" baseline="0">
                <a:solidFill>
                  <a:schemeClr val="bg1"/>
                </a:solidFill>
              </a:defRPr>
            </a:lvl3pPr>
            <a:lvl4pPr marL="630000" indent="-165600">
              <a:lnSpc>
                <a:spcPct val="90000"/>
              </a:lnSpc>
              <a:spcBef>
                <a:spcPts val="500"/>
              </a:spcBef>
              <a:spcAft>
                <a:spcPts val="1000"/>
              </a:spcAft>
              <a:buClr>
                <a:srgbClr val="F36F26"/>
              </a:buClr>
              <a:buFont typeface="Calibri" panose="020F0502020204030204" pitchFamily="34" charset="0"/>
              <a:buChar char="●"/>
              <a:tabLst/>
              <a:defRPr sz="1400" kern="1200" baseline="0">
                <a:solidFill>
                  <a:schemeClr val="bg1"/>
                </a:solidFill>
              </a:defRPr>
            </a:lvl4pPr>
            <a:lvl5pPr marL="630000" indent="-165600">
              <a:lnSpc>
                <a:spcPct val="90000"/>
              </a:lnSpc>
              <a:spcBef>
                <a:spcPts val="500"/>
              </a:spcBef>
              <a:spcAft>
                <a:spcPts val="1000"/>
              </a:spcAft>
              <a:buFont typeface=".Hiragino Kaku Gothic Interface W3"/>
              <a:buChar char="▫"/>
              <a:tabLst/>
              <a:defRPr sz="1400" kern="120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Key Point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Google Shape;109;p19">
            <a:extLst>
              <a:ext uri="{FF2B5EF4-FFF2-40B4-BE49-F238E27FC236}">
                <a16:creationId xmlns:a16="http://schemas.microsoft.com/office/drawing/2014/main" id="{C21593A5-CB27-9A4A-9C1D-432396E02FF0}"/>
              </a:ext>
            </a:extLst>
          </p:cNvPr>
          <p:cNvSpPr/>
          <p:nvPr userDrawn="1"/>
        </p:nvSpPr>
        <p:spPr>
          <a:xfrm>
            <a:off x="9281760" y="6541678"/>
            <a:ext cx="1931040" cy="1646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1520">
              <a:lnSpc>
                <a:spcPct val="100000"/>
              </a:lnSpc>
              <a:tabLst>
                <a:tab pos="0" algn="l"/>
              </a:tabLst>
            </a:pPr>
            <a:r>
              <a:rPr lang="en-IN" sz="1070" b="0" i="0" kern="120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Tavant &amp; Customer Confidential</a:t>
            </a:r>
            <a:endParaRPr lang="en-IN" sz="1070" b="0" u="none" strike="noStrike"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itle Placeholder 1">
            <a:extLst>
              <a:ext uri="{FF2B5EF4-FFF2-40B4-BE49-F238E27FC236}">
                <a16:creationId xmlns:a16="http://schemas.microsoft.com/office/drawing/2014/main" id="{F9996841-9264-A54A-BB39-065AFAADA1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1674" y="2543175"/>
            <a:ext cx="5344607" cy="428625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>
              <a:defRPr sz="2400" b="1">
                <a:solidFill>
                  <a:srgbClr val="F77A33"/>
                </a:solidFill>
                <a:latin typeface="+mj-lt"/>
                <a:cs typeface="Calibri" panose="020F0502020204030204" pitchFamily="34" charset="0"/>
              </a:defRPr>
            </a:lvl1pPr>
          </a:lstStyle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US"/>
              <a:t>THIS IS YOUR BREAKER SLIDE TITLE</a:t>
            </a:r>
            <a:endParaRPr lang="en-IN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" name="Google Shape;108;p19">
            <a:extLst>
              <a:ext uri="{FF2B5EF4-FFF2-40B4-BE49-F238E27FC236}">
                <a16:creationId xmlns:a16="http://schemas.microsoft.com/office/drawing/2014/main" id="{7ED8FF4F-09D3-6946-9373-9711E224135D}"/>
              </a:ext>
            </a:extLst>
          </p:cNvPr>
          <p:cNvPicPr/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265064" y="6462185"/>
            <a:ext cx="1264320" cy="344640"/>
          </a:xfrm>
          <a:prstGeom prst="rect">
            <a:avLst/>
          </a:prstGeom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4243776991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7;p19">
            <a:extLst>
              <a:ext uri="{FF2B5EF4-FFF2-40B4-BE49-F238E27FC236}">
                <a16:creationId xmlns:a16="http://schemas.microsoft.com/office/drawing/2014/main" id="{EB642119-D1DA-2A41-9E40-D8B8ED072025}"/>
              </a:ext>
            </a:extLst>
          </p:cNvPr>
          <p:cNvPicPr/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-962" y="6362184"/>
            <a:ext cx="12191520" cy="523200"/>
          </a:xfrm>
          <a:prstGeom prst="rect">
            <a:avLst/>
          </a:prstGeom>
          <a:ln w="0">
            <a:noFill/>
          </a:ln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67BE79E2-C9BE-0B45-B7B9-B90FF6DB172F}"/>
              </a:ext>
            </a:extLst>
          </p:cNvPr>
          <p:cNvSpPr/>
          <p:nvPr userDrawn="1"/>
        </p:nvSpPr>
        <p:spPr>
          <a:xfrm>
            <a:off x="11547063" y="641909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EF44AC2-DA98-DF49-8A31-93632B2FB633}"/>
              </a:ext>
            </a:extLst>
          </p:cNvPr>
          <p:cNvSpPr/>
          <p:nvPr userDrawn="1"/>
        </p:nvSpPr>
        <p:spPr>
          <a:xfrm>
            <a:off x="11547063" y="646557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A0E174B-16EF-5F4F-BAA8-928FE02C1800}"/>
              </a:ext>
            </a:extLst>
          </p:cNvPr>
          <p:cNvSpPr txBox="1"/>
          <p:nvPr userDrawn="1"/>
        </p:nvSpPr>
        <p:spPr>
          <a:xfrm>
            <a:off x="11502039" y="6495512"/>
            <a:ext cx="349775" cy="256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954E5BDB-61AA-4049-AE86-82CC72DFC771}" type="slidenum">
              <a:rPr lang="en-US" sz="1067" smtClean="0">
                <a:solidFill>
                  <a:schemeClr val="bg1"/>
                </a:solidFill>
              </a:rPr>
              <a:t>‹#›</a:t>
            </a:fld>
            <a:endParaRPr lang="en-US" sz="1067">
              <a:solidFill>
                <a:schemeClr val="bg1"/>
              </a:solidFill>
            </a:endParaRP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C3C79DDA-FD12-054C-B80F-F314FC7465A2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326056" y="980727"/>
            <a:ext cx="11539888" cy="5098325"/>
          </a:xfrm>
          <a:prstGeom prst="rect">
            <a:avLst/>
          </a:prstGeom>
        </p:spPr>
        <p:txBody>
          <a:bodyPr tIns="46800" rIns="90000" bIns="46800"/>
          <a:lstStyle>
            <a:lvl1pPr marL="274320" indent="-274320">
              <a:lnSpc>
                <a:spcPct val="90000"/>
              </a:lnSpc>
              <a:spcBef>
                <a:spcPts val="1000"/>
              </a:spcBef>
              <a:buClr>
                <a:srgbClr val="FF8909"/>
              </a:buClr>
              <a:buSzPct val="100000"/>
              <a:buFont typeface="Wingdings" panose="05000000000000000000" pitchFamily="2" charset="2"/>
              <a:buChar char="§"/>
              <a:defRPr sz="1800" kern="1200" baseline="0">
                <a:latin typeface="+mn-lt"/>
                <a:ea typeface="Roboto" pitchFamily="2" charset="0"/>
                <a:cs typeface="Roboto" pitchFamily="2" charset="0"/>
              </a:defRPr>
            </a:lvl1pPr>
            <a:lvl2pPr marL="457200" indent="-182880">
              <a:lnSpc>
                <a:spcPct val="90000"/>
              </a:lnSpc>
              <a:spcBef>
                <a:spcPts val="500"/>
              </a:spcBef>
              <a:buClr>
                <a:srgbClr val="FF8909"/>
              </a:buClr>
              <a:buFont typeface="Calibri" panose="020F0502020204030204" pitchFamily="34" charset="0"/>
              <a:buChar char="‒"/>
              <a:defRPr sz="1600" kern="1200" baseline="0">
                <a:solidFill>
                  <a:schemeClr val="tx1"/>
                </a:solidFill>
                <a:latin typeface="+mj-lt"/>
                <a:ea typeface="Roboto" pitchFamily="2" charset="0"/>
                <a:cs typeface="Roboto" pitchFamily="2" charset="0"/>
              </a:defRPr>
            </a:lvl2pPr>
            <a:lvl3pPr marL="731520" indent="-182880">
              <a:lnSpc>
                <a:spcPct val="90000"/>
              </a:lnSpc>
              <a:spcBef>
                <a:spcPts val="500"/>
              </a:spcBef>
              <a:buClr>
                <a:srgbClr val="FF8909"/>
              </a:buClr>
              <a:buFontTx/>
              <a:buChar char="•"/>
              <a:defRPr sz="1400" kern="1200" baseline="0">
                <a:solidFill>
                  <a:schemeClr val="tx1"/>
                </a:solidFill>
                <a:latin typeface="+mj-lt"/>
                <a:ea typeface="Roboto" pitchFamily="2" charset="0"/>
                <a:cs typeface="Roboto" pitchFamily="2" charset="0"/>
              </a:defRPr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6"/>
            <a:endParaRPr lang="en-US"/>
          </a:p>
        </p:txBody>
      </p:sp>
      <p:sp>
        <p:nvSpPr>
          <p:cNvPr id="14" name="Google Shape;109;p19">
            <a:extLst>
              <a:ext uri="{FF2B5EF4-FFF2-40B4-BE49-F238E27FC236}">
                <a16:creationId xmlns:a16="http://schemas.microsoft.com/office/drawing/2014/main" id="{40FE002C-F8CA-AD43-BA79-BB938BF88C0B}"/>
              </a:ext>
            </a:extLst>
          </p:cNvPr>
          <p:cNvSpPr/>
          <p:nvPr userDrawn="1"/>
        </p:nvSpPr>
        <p:spPr>
          <a:xfrm>
            <a:off x="9281760" y="6541678"/>
            <a:ext cx="1931040" cy="1646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1520">
              <a:lnSpc>
                <a:spcPct val="100000"/>
              </a:lnSpc>
              <a:tabLst>
                <a:tab pos="0" algn="l"/>
              </a:tabLst>
            </a:pPr>
            <a:r>
              <a:rPr lang="en-IN" sz="1070" b="0" i="0" kern="120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Tavant &amp; Customer Confidential</a:t>
            </a:r>
            <a:endParaRPr lang="en-IN" sz="1070" b="0" u="none" strike="noStrike"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D160F419-F562-CB44-AA36-DF4A19AB3AA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4739" y="339472"/>
            <a:ext cx="11542522" cy="359457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>
              <a:defRPr sz="2400" b="1">
                <a:latin typeface="+mj-lt"/>
                <a:cs typeface="Calibri" panose="020F0502020204030204" pitchFamily="34" charset="0"/>
              </a:defRPr>
            </a:lvl1pPr>
          </a:lstStyle>
          <a:p>
            <a:r>
              <a:rPr lang="en-US"/>
              <a:t>THIS IS YOUR TITLE – KEEP IT TO ONE LINE MAXIMUM</a:t>
            </a:r>
          </a:p>
        </p:txBody>
      </p:sp>
      <p:pic>
        <p:nvPicPr>
          <p:cNvPr id="11" name="Google Shape;108;p19">
            <a:extLst>
              <a:ext uri="{FF2B5EF4-FFF2-40B4-BE49-F238E27FC236}">
                <a16:creationId xmlns:a16="http://schemas.microsoft.com/office/drawing/2014/main" id="{5D066C0B-9CAF-D84D-B3D4-BFBB4F704C28}"/>
              </a:ext>
            </a:extLst>
          </p:cNvPr>
          <p:cNvPicPr/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265064" y="6462185"/>
            <a:ext cx="1264320" cy="344640"/>
          </a:xfrm>
          <a:prstGeom prst="rect">
            <a:avLst/>
          </a:prstGeom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1959344618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ulti-Case Stu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7998594-4779-DA40-B080-0BF035DBB086}"/>
              </a:ext>
            </a:extLst>
          </p:cNvPr>
          <p:cNvSpPr/>
          <p:nvPr/>
        </p:nvSpPr>
        <p:spPr>
          <a:xfrm>
            <a:off x="463827" y="1337201"/>
            <a:ext cx="2167078" cy="46328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41300" dist="38100" dir="8100000" sx="101000" sy="101000" algn="tr" rotWithShape="0">
              <a:prstClr val="black">
                <a:alpha val="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92000" rtlCol="0" anchor="ctr"/>
          <a:lstStyle/>
          <a:p>
            <a:pPr>
              <a:lnSpc>
                <a:spcPct val="130000"/>
              </a:lnSpc>
            </a:pPr>
            <a:endParaRPr lang="en-US" sz="1000">
              <a:solidFill>
                <a:srgbClr val="FFFFFF">
                  <a:alpha val="70000"/>
                </a:srgbClr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3CE1E66-EC15-5B40-9968-E896A29B13FA}"/>
              </a:ext>
            </a:extLst>
          </p:cNvPr>
          <p:cNvSpPr/>
          <p:nvPr userDrawn="1"/>
        </p:nvSpPr>
        <p:spPr>
          <a:xfrm rot="16200000">
            <a:off x="1511483" y="4852345"/>
            <a:ext cx="68400" cy="2167083"/>
          </a:xfrm>
          <a:prstGeom prst="rect">
            <a:avLst/>
          </a:prstGeom>
          <a:solidFill>
            <a:srgbClr val="F26F2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44" name="Text Placeholder 3">
            <a:extLst>
              <a:ext uri="{FF2B5EF4-FFF2-40B4-BE49-F238E27FC236}">
                <a16:creationId xmlns:a16="http://schemas.microsoft.com/office/drawing/2014/main" id="{2302A5E5-2BCF-2B43-8ACA-A92738C32683}"/>
              </a:ext>
            </a:extLst>
          </p:cNvPr>
          <p:cNvSpPr>
            <a:spLocks noGrp="1"/>
          </p:cNvSpPr>
          <p:nvPr userDrawn="1">
            <p:ph type="body" sz="quarter" idx="19" hasCustomPrompt="1"/>
          </p:nvPr>
        </p:nvSpPr>
        <p:spPr>
          <a:xfrm>
            <a:off x="584282" y="2747226"/>
            <a:ext cx="1971016" cy="2371161"/>
          </a:xfrm>
        </p:spPr>
        <p:txBody>
          <a:bodyPr lIns="0" anchor="ctr"/>
          <a:lstStyle>
            <a:lvl1pPr marL="0" indent="0" algn="ctr">
              <a:spcBef>
                <a:spcPts val="0"/>
              </a:spcBef>
              <a:spcAft>
                <a:spcPts val="667"/>
              </a:spcAft>
              <a:buNone/>
              <a:defRPr sz="1400" b="1">
                <a:solidFill>
                  <a:schemeClr val="tx1"/>
                </a:solidFill>
                <a:latin typeface="+mj-lt"/>
              </a:defRPr>
            </a:lvl1pPr>
            <a:lvl2pPr marL="12700" indent="0" algn="ctr">
              <a:buNone/>
              <a:defRPr sz="1200">
                <a:latin typeface="+mj-lt"/>
              </a:defRPr>
            </a:lvl2pPr>
            <a:lvl3pPr marL="236519" indent="0">
              <a:buNone/>
              <a:defRPr sz="1200"/>
            </a:lvl3pPr>
            <a:lvl4pPr marL="460339" indent="0">
              <a:buNone/>
              <a:defRPr sz="1200"/>
            </a:lvl4pPr>
            <a:lvl5pPr marL="696860" indent="0">
              <a:buNone/>
              <a:defRPr sz="1200"/>
            </a:lvl5pPr>
          </a:lstStyle>
          <a:p>
            <a:pPr marL="9525">
              <a:spcBef>
                <a:spcPts val="0"/>
              </a:spcBef>
              <a:spcAft>
                <a:spcPts val="500"/>
              </a:spcAft>
            </a:pPr>
            <a:r>
              <a:rPr lang="en-US" sz="1400" b="1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Text placeholder</a:t>
            </a:r>
          </a:p>
          <a:p>
            <a:pPr marL="22225" lvl="1">
              <a:spcBef>
                <a:spcPts val="0"/>
              </a:spcBef>
              <a:spcAft>
                <a:spcPts val="500"/>
              </a:spcAft>
            </a:pPr>
            <a:r>
              <a:rPr lang="en-US"/>
              <a:t>Second level</a:t>
            </a:r>
          </a:p>
        </p:txBody>
      </p:sp>
      <p:pic>
        <p:nvPicPr>
          <p:cNvPr id="58" name="Google Shape;107;p19">
            <a:extLst>
              <a:ext uri="{FF2B5EF4-FFF2-40B4-BE49-F238E27FC236}">
                <a16:creationId xmlns:a16="http://schemas.microsoft.com/office/drawing/2014/main" id="{A6CBC8BD-8D2A-574D-A0AE-C83A03733932}"/>
              </a:ext>
            </a:extLst>
          </p:cNvPr>
          <p:cNvPicPr/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-962" y="6362184"/>
            <a:ext cx="12191520" cy="523200"/>
          </a:xfrm>
          <a:prstGeom prst="rect">
            <a:avLst/>
          </a:prstGeom>
          <a:ln w="0">
            <a:noFill/>
          </a:ln>
        </p:spPr>
      </p:pic>
      <p:sp>
        <p:nvSpPr>
          <p:cNvPr id="61" name="Rectangle 60">
            <a:extLst>
              <a:ext uri="{FF2B5EF4-FFF2-40B4-BE49-F238E27FC236}">
                <a16:creationId xmlns:a16="http://schemas.microsoft.com/office/drawing/2014/main" id="{9CBC9869-D1D2-8549-B499-2ABFA66FF945}"/>
              </a:ext>
            </a:extLst>
          </p:cNvPr>
          <p:cNvSpPr/>
          <p:nvPr userDrawn="1"/>
        </p:nvSpPr>
        <p:spPr>
          <a:xfrm>
            <a:off x="11547063" y="641909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193EEC2E-0CB1-2548-8B79-FA1890DED15D}"/>
              </a:ext>
            </a:extLst>
          </p:cNvPr>
          <p:cNvSpPr/>
          <p:nvPr userDrawn="1"/>
        </p:nvSpPr>
        <p:spPr>
          <a:xfrm>
            <a:off x="11547063" y="646557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7C092A4-19F6-0D4F-BEAF-18A563D01E4A}"/>
              </a:ext>
            </a:extLst>
          </p:cNvPr>
          <p:cNvSpPr txBox="1"/>
          <p:nvPr userDrawn="1"/>
        </p:nvSpPr>
        <p:spPr>
          <a:xfrm>
            <a:off x="11502039" y="6495512"/>
            <a:ext cx="349775" cy="256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954E5BDB-61AA-4049-AE86-82CC72DFC771}" type="slidenum">
              <a:rPr lang="en-US" sz="1067" smtClean="0">
                <a:solidFill>
                  <a:schemeClr val="bg1"/>
                </a:solidFill>
              </a:rPr>
              <a:t>‹#›</a:t>
            </a:fld>
            <a:endParaRPr lang="en-US" sz="1067">
              <a:solidFill>
                <a:schemeClr val="bg1"/>
              </a:solidFill>
            </a:endParaRPr>
          </a:p>
        </p:txBody>
      </p:sp>
      <p:sp>
        <p:nvSpPr>
          <p:cNvPr id="39" name="Google Shape;109;p19">
            <a:extLst>
              <a:ext uri="{FF2B5EF4-FFF2-40B4-BE49-F238E27FC236}">
                <a16:creationId xmlns:a16="http://schemas.microsoft.com/office/drawing/2014/main" id="{EBC63B50-310F-114C-BBFD-D90F6F855332}"/>
              </a:ext>
            </a:extLst>
          </p:cNvPr>
          <p:cNvSpPr/>
          <p:nvPr userDrawn="1"/>
        </p:nvSpPr>
        <p:spPr>
          <a:xfrm>
            <a:off x="9281760" y="6541678"/>
            <a:ext cx="1931040" cy="1646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1520">
              <a:lnSpc>
                <a:spcPct val="100000"/>
              </a:lnSpc>
              <a:tabLst>
                <a:tab pos="0" algn="l"/>
              </a:tabLst>
            </a:pPr>
            <a:r>
              <a:rPr lang="en-IN" sz="1070" b="0" i="0" kern="120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Tavant &amp; Customer Confidential</a:t>
            </a:r>
            <a:endParaRPr lang="en-IN" sz="1070" b="0" u="none" strike="noStrike"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1" name="Text Placeholder 3">
            <a:extLst>
              <a:ext uri="{FF2B5EF4-FFF2-40B4-BE49-F238E27FC236}">
                <a16:creationId xmlns:a16="http://schemas.microsoft.com/office/drawing/2014/main" id="{240C645C-D767-FF49-8E35-268265016BD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24739" y="717388"/>
            <a:ext cx="11542522" cy="377121"/>
          </a:xfrm>
        </p:spPr>
        <p:txBody>
          <a:bodyPr lIns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rgbClr val="F77A33"/>
                </a:solidFill>
                <a:latin typeface="+mn-lt"/>
                <a:cs typeface="Calibri" panose="020F0502020204030204" pitchFamily="34" charset="0"/>
              </a:defRPr>
            </a:lvl1pPr>
            <a:lvl2pPr marL="12700" indent="0">
              <a:buNone/>
              <a:defRPr sz="1800">
                <a:solidFill>
                  <a:schemeClr val="accent1"/>
                </a:solidFill>
              </a:defRPr>
            </a:lvl2pPr>
            <a:lvl3pPr>
              <a:defRPr sz="1800">
                <a:solidFill>
                  <a:schemeClr val="accent1"/>
                </a:solidFill>
              </a:defRPr>
            </a:lvl3pPr>
            <a:lvl4pPr>
              <a:defRPr sz="1800">
                <a:solidFill>
                  <a:schemeClr val="accent1"/>
                </a:solidFill>
              </a:defRPr>
            </a:lvl4pPr>
            <a:lvl5pPr>
              <a:defRPr sz="18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This Is Your Optional Subtitle – Keep to One Line Maximum if Used</a:t>
            </a:r>
          </a:p>
        </p:txBody>
      </p:sp>
      <p:sp>
        <p:nvSpPr>
          <p:cNvPr id="42" name="Title Placeholder 1">
            <a:extLst>
              <a:ext uri="{FF2B5EF4-FFF2-40B4-BE49-F238E27FC236}">
                <a16:creationId xmlns:a16="http://schemas.microsoft.com/office/drawing/2014/main" id="{CF08E23A-2A2E-E841-841A-505F7362D9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4739" y="339472"/>
            <a:ext cx="11542522" cy="359457"/>
          </a:xfrm>
          <a:prstGeom prst="rect">
            <a:avLst/>
          </a:prstGeom>
        </p:spPr>
        <p:txBody>
          <a:bodyPr vert="horz" lIns="0" tIns="45720" rIns="91440" bIns="45720" rtlCol="0" anchor="ctr" anchorCtr="0">
            <a:noAutofit/>
          </a:bodyPr>
          <a:lstStyle>
            <a:lvl1pPr>
              <a:defRPr sz="2400" b="1">
                <a:latin typeface="+mj-lt"/>
                <a:cs typeface="Calibri" panose="020F0502020204030204" pitchFamily="34" charset="0"/>
              </a:defRPr>
            </a:lvl1pPr>
          </a:lstStyle>
          <a:p>
            <a:r>
              <a:rPr lang="en-US"/>
              <a:t>THIS IS YOUR TITLE – KEEP IT TO ONE LINE MAXIMUM</a:t>
            </a:r>
          </a:p>
        </p:txBody>
      </p:sp>
      <p:pic>
        <p:nvPicPr>
          <p:cNvPr id="50" name="Google Shape;108;p19">
            <a:extLst>
              <a:ext uri="{FF2B5EF4-FFF2-40B4-BE49-F238E27FC236}">
                <a16:creationId xmlns:a16="http://schemas.microsoft.com/office/drawing/2014/main" id="{C487BA9A-BC8E-3247-8CFE-087F0471F227}"/>
              </a:ext>
            </a:extLst>
          </p:cNvPr>
          <p:cNvPicPr/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265064" y="6462185"/>
            <a:ext cx="1264320" cy="344640"/>
          </a:xfrm>
          <a:prstGeom prst="rect">
            <a:avLst/>
          </a:prstGeom>
          <a:ln w="0">
            <a:noFill/>
          </a:ln>
        </p:spPr>
      </p:pic>
      <p:sp>
        <p:nvSpPr>
          <p:cNvPr id="72" name="Rectangle 71">
            <a:extLst>
              <a:ext uri="{FF2B5EF4-FFF2-40B4-BE49-F238E27FC236}">
                <a16:creationId xmlns:a16="http://schemas.microsoft.com/office/drawing/2014/main" id="{041C1EF1-1F23-534F-A331-B6AB5516BF69}"/>
              </a:ext>
            </a:extLst>
          </p:cNvPr>
          <p:cNvSpPr/>
          <p:nvPr userDrawn="1"/>
        </p:nvSpPr>
        <p:spPr>
          <a:xfrm>
            <a:off x="2749919" y="1337201"/>
            <a:ext cx="2167078" cy="46328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41300" dist="38100" dir="8100000" sx="101000" sy="101000" algn="tr" rotWithShape="0">
              <a:prstClr val="black">
                <a:alpha val="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92000" rtlCol="0" anchor="ctr"/>
          <a:lstStyle/>
          <a:p>
            <a:pPr>
              <a:lnSpc>
                <a:spcPct val="130000"/>
              </a:lnSpc>
            </a:pPr>
            <a:endParaRPr lang="en-US" sz="1000">
              <a:solidFill>
                <a:srgbClr val="FFFFFF">
                  <a:alpha val="70000"/>
                </a:srgbClr>
              </a:solidFill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CA766EA1-B667-364E-BAB6-72D6459AFAA1}"/>
              </a:ext>
            </a:extLst>
          </p:cNvPr>
          <p:cNvSpPr/>
          <p:nvPr userDrawn="1"/>
        </p:nvSpPr>
        <p:spPr>
          <a:xfrm rot="16200000">
            <a:off x="3797575" y="4852345"/>
            <a:ext cx="68400" cy="2167083"/>
          </a:xfrm>
          <a:prstGeom prst="rect">
            <a:avLst/>
          </a:prstGeom>
          <a:solidFill>
            <a:srgbClr val="F26F2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75" name="Text Placeholder 3">
            <a:extLst>
              <a:ext uri="{FF2B5EF4-FFF2-40B4-BE49-F238E27FC236}">
                <a16:creationId xmlns:a16="http://schemas.microsoft.com/office/drawing/2014/main" id="{B3746CD0-A1CB-7F44-AAFD-03922B5AD4E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870374" y="2747226"/>
            <a:ext cx="1971016" cy="2371161"/>
          </a:xfrm>
        </p:spPr>
        <p:txBody>
          <a:bodyPr lIns="0" anchor="ctr"/>
          <a:lstStyle>
            <a:lvl1pPr marL="0" indent="0" algn="ctr">
              <a:spcBef>
                <a:spcPts val="0"/>
              </a:spcBef>
              <a:spcAft>
                <a:spcPts val="667"/>
              </a:spcAft>
              <a:buNone/>
              <a:defRPr sz="1400" b="1">
                <a:solidFill>
                  <a:schemeClr val="tx1"/>
                </a:solidFill>
                <a:latin typeface="+mj-lt"/>
              </a:defRPr>
            </a:lvl1pPr>
            <a:lvl2pPr marL="12700" indent="0" algn="ctr">
              <a:buNone/>
              <a:defRPr sz="1200">
                <a:latin typeface="+mj-lt"/>
              </a:defRPr>
            </a:lvl2pPr>
            <a:lvl3pPr marL="236519" indent="0">
              <a:buNone/>
              <a:defRPr sz="1200"/>
            </a:lvl3pPr>
            <a:lvl4pPr marL="460339" indent="0">
              <a:buNone/>
              <a:defRPr sz="1200"/>
            </a:lvl4pPr>
            <a:lvl5pPr marL="696860" indent="0">
              <a:buNone/>
              <a:defRPr sz="1200"/>
            </a:lvl5pPr>
          </a:lstStyle>
          <a:p>
            <a:pPr marL="9525">
              <a:spcBef>
                <a:spcPts val="0"/>
              </a:spcBef>
              <a:spcAft>
                <a:spcPts val="500"/>
              </a:spcAft>
            </a:pPr>
            <a:r>
              <a:rPr lang="en-US" sz="1400" b="1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Text placeholder</a:t>
            </a:r>
          </a:p>
          <a:p>
            <a:pPr marL="22225" lvl="1">
              <a:spcBef>
                <a:spcPts val="0"/>
              </a:spcBef>
              <a:spcAft>
                <a:spcPts val="500"/>
              </a:spcAft>
            </a:pPr>
            <a:r>
              <a:rPr lang="en-US"/>
              <a:t>Second level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B7DD4762-EA8D-2246-B883-05282949E17F}"/>
              </a:ext>
            </a:extLst>
          </p:cNvPr>
          <p:cNvSpPr/>
          <p:nvPr userDrawn="1"/>
        </p:nvSpPr>
        <p:spPr>
          <a:xfrm>
            <a:off x="5064729" y="1337201"/>
            <a:ext cx="2167078" cy="46328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41300" dist="38100" dir="8100000" sx="101000" sy="101000" algn="tr" rotWithShape="0">
              <a:prstClr val="black">
                <a:alpha val="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92000" rtlCol="0" anchor="ctr"/>
          <a:lstStyle/>
          <a:p>
            <a:pPr>
              <a:lnSpc>
                <a:spcPct val="130000"/>
              </a:lnSpc>
            </a:pPr>
            <a:endParaRPr lang="en-US" sz="1000">
              <a:solidFill>
                <a:srgbClr val="FFFFFF">
                  <a:alpha val="70000"/>
                </a:srgbClr>
              </a:solidFill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7E6D4667-455B-2D47-9D7F-5190DF427B90}"/>
              </a:ext>
            </a:extLst>
          </p:cNvPr>
          <p:cNvSpPr/>
          <p:nvPr userDrawn="1"/>
        </p:nvSpPr>
        <p:spPr>
          <a:xfrm rot="16200000">
            <a:off x="6128427" y="4852345"/>
            <a:ext cx="68400" cy="2167083"/>
          </a:xfrm>
          <a:prstGeom prst="rect">
            <a:avLst/>
          </a:prstGeom>
          <a:solidFill>
            <a:srgbClr val="F26F2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79" name="Text Placeholder 3">
            <a:extLst>
              <a:ext uri="{FF2B5EF4-FFF2-40B4-BE49-F238E27FC236}">
                <a16:creationId xmlns:a16="http://schemas.microsoft.com/office/drawing/2014/main" id="{B31B673E-0437-764D-8442-B33C86F694D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185184" y="2747226"/>
            <a:ext cx="1971016" cy="2371161"/>
          </a:xfrm>
        </p:spPr>
        <p:txBody>
          <a:bodyPr lIns="0" anchor="ctr"/>
          <a:lstStyle>
            <a:lvl1pPr marL="0" indent="0" algn="ctr">
              <a:spcBef>
                <a:spcPts val="0"/>
              </a:spcBef>
              <a:spcAft>
                <a:spcPts val="667"/>
              </a:spcAft>
              <a:buNone/>
              <a:defRPr sz="1400" b="1">
                <a:solidFill>
                  <a:schemeClr val="tx1"/>
                </a:solidFill>
                <a:latin typeface="+mj-lt"/>
              </a:defRPr>
            </a:lvl1pPr>
            <a:lvl2pPr marL="12700" indent="0" algn="ctr">
              <a:buNone/>
              <a:defRPr sz="1200">
                <a:latin typeface="+mj-lt"/>
              </a:defRPr>
            </a:lvl2pPr>
            <a:lvl3pPr marL="236519" indent="0">
              <a:buNone/>
              <a:defRPr sz="1200"/>
            </a:lvl3pPr>
            <a:lvl4pPr marL="460339" indent="0">
              <a:buNone/>
              <a:defRPr sz="1200"/>
            </a:lvl4pPr>
            <a:lvl5pPr marL="696860" indent="0">
              <a:buNone/>
              <a:defRPr sz="1200"/>
            </a:lvl5pPr>
          </a:lstStyle>
          <a:p>
            <a:pPr marL="9525">
              <a:spcBef>
                <a:spcPts val="0"/>
              </a:spcBef>
              <a:spcAft>
                <a:spcPts val="500"/>
              </a:spcAft>
            </a:pPr>
            <a:r>
              <a:rPr lang="en-US" sz="1400" b="1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Text placeholder</a:t>
            </a:r>
          </a:p>
          <a:p>
            <a:pPr marL="22225" lvl="1">
              <a:spcBef>
                <a:spcPts val="0"/>
              </a:spcBef>
              <a:spcAft>
                <a:spcPts val="500"/>
              </a:spcAft>
            </a:pPr>
            <a:r>
              <a:rPr lang="en-US"/>
              <a:t>Second level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0FA28B61-EFFC-A441-B016-3533E2BE60AE}"/>
              </a:ext>
            </a:extLst>
          </p:cNvPr>
          <p:cNvSpPr/>
          <p:nvPr userDrawn="1"/>
        </p:nvSpPr>
        <p:spPr>
          <a:xfrm>
            <a:off x="7376173" y="1337201"/>
            <a:ext cx="2167078" cy="46328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41300" dist="38100" dir="8100000" sx="101000" sy="101000" algn="tr" rotWithShape="0">
              <a:prstClr val="black">
                <a:alpha val="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92000" rtlCol="0" anchor="ctr"/>
          <a:lstStyle/>
          <a:p>
            <a:pPr>
              <a:lnSpc>
                <a:spcPct val="130000"/>
              </a:lnSpc>
            </a:pPr>
            <a:endParaRPr lang="en-US" sz="1000">
              <a:solidFill>
                <a:srgbClr val="FFFFFF">
                  <a:alpha val="70000"/>
                </a:srgbClr>
              </a:solidFill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FCA2E23B-67DE-BA4B-8228-60B78A0DC76D}"/>
              </a:ext>
            </a:extLst>
          </p:cNvPr>
          <p:cNvSpPr/>
          <p:nvPr userDrawn="1"/>
        </p:nvSpPr>
        <p:spPr>
          <a:xfrm rot="16200000">
            <a:off x="8455913" y="4852345"/>
            <a:ext cx="68400" cy="2167083"/>
          </a:xfrm>
          <a:prstGeom prst="rect">
            <a:avLst/>
          </a:prstGeom>
          <a:solidFill>
            <a:srgbClr val="F26F2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83" name="Text Placeholder 3">
            <a:extLst>
              <a:ext uri="{FF2B5EF4-FFF2-40B4-BE49-F238E27FC236}">
                <a16:creationId xmlns:a16="http://schemas.microsoft.com/office/drawing/2014/main" id="{469828CF-4188-0F46-A1E4-4224FA477CD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496628" y="2747226"/>
            <a:ext cx="1971016" cy="2371161"/>
          </a:xfrm>
        </p:spPr>
        <p:txBody>
          <a:bodyPr lIns="0" anchor="ctr"/>
          <a:lstStyle>
            <a:lvl1pPr marL="0" indent="0" algn="ctr">
              <a:spcBef>
                <a:spcPts val="0"/>
              </a:spcBef>
              <a:spcAft>
                <a:spcPts val="667"/>
              </a:spcAft>
              <a:buNone/>
              <a:defRPr sz="1400" b="1">
                <a:solidFill>
                  <a:schemeClr val="tx1"/>
                </a:solidFill>
                <a:latin typeface="+mj-lt"/>
              </a:defRPr>
            </a:lvl1pPr>
            <a:lvl2pPr marL="12700" indent="0" algn="ctr">
              <a:buNone/>
              <a:defRPr sz="1200">
                <a:latin typeface="+mj-lt"/>
              </a:defRPr>
            </a:lvl2pPr>
            <a:lvl3pPr marL="236519" indent="0">
              <a:buNone/>
              <a:defRPr sz="1200"/>
            </a:lvl3pPr>
            <a:lvl4pPr marL="460339" indent="0">
              <a:buNone/>
              <a:defRPr sz="1200"/>
            </a:lvl4pPr>
            <a:lvl5pPr marL="696860" indent="0">
              <a:buNone/>
              <a:defRPr sz="1200"/>
            </a:lvl5pPr>
          </a:lstStyle>
          <a:p>
            <a:pPr marL="9525">
              <a:spcBef>
                <a:spcPts val="0"/>
              </a:spcBef>
              <a:spcAft>
                <a:spcPts val="500"/>
              </a:spcAft>
            </a:pPr>
            <a:r>
              <a:rPr lang="en-US" sz="1400" b="1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Text placeholder</a:t>
            </a:r>
          </a:p>
          <a:p>
            <a:pPr marL="22225" lvl="1">
              <a:spcBef>
                <a:spcPts val="0"/>
              </a:spcBef>
              <a:spcAft>
                <a:spcPts val="500"/>
              </a:spcAft>
            </a:pPr>
            <a:r>
              <a:rPr lang="en-US"/>
              <a:t>Second level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DA9E9D72-E997-F248-BFAB-24202ABA282E}"/>
              </a:ext>
            </a:extLst>
          </p:cNvPr>
          <p:cNvSpPr/>
          <p:nvPr userDrawn="1"/>
        </p:nvSpPr>
        <p:spPr>
          <a:xfrm>
            <a:off x="9694349" y="1337201"/>
            <a:ext cx="2167078" cy="46328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41300" dist="38100" dir="8100000" sx="101000" sy="101000" algn="tr" rotWithShape="0">
              <a:prstClr val="black">
                <a:alpha val="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92000" rtlCol="0" anchor="ctr"/>
          <a:lstStyle/>
          <a:p>
            <a:pPr>
              <a:lnSpc>
                <a:spcPct val="130000"/>
              </a:lnSpc>
            </a:pPr>
            <a:endParaRPr lang="en-US" sz="1000">
              <a:solidFill>
                <a:srgbClr val="FFFFFF">
                  <a:alpha val="70000"/>
                </a:srgbClr>
              </a:solidFill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A111B443-B88D-9347-94CC-E42B022D33B2}"/>
              </a:ext>
            </a:extLst>
          </p:cNvPr>
          <p:cNvSpPr/>
          <p:nvPr userDrawn="1"/>
        </p:nvSpPr>
        <p:spPr>
          <a:xfrm rot="16200000">
            <a:off x="10742005" y="4852345"/>
            <a:ext cx="68400" cy="2167083"/>
          </a:xfrm>
          <a:prstGeom prst="rect">
            <a:avLst/>
          </a:prstGeom>
          <a:solidFill>
            <a:srgbClr val="F26F2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87" name="Text Placeholder 3">
            <a:extLst>
              <a:ext uri="{FF2B5EF4-FFF2-40B4-BE49-F238E27FC236}">
                <a16:creationId xmlns:a16="http://schemas.microsoft.com/office/drawing/2014/main" id="{D1702066-1353-C04A-B96D-BEF098948B0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814804" y="2747226"/>
            <a:ext cx="1971016" cy="2371161"/>
          </a:xfrm>
        </p:spPr>
        <p:txBody>
          <a:bodyPr lIns="0" anchor="ctr"/>
          <a:lstStyle>
            <a:lvl1pPr marL="0" indent="0" algn="ctr">
              <a:spcBef>
                <a:spcPts val="0"/>
              </a:spcBef>
              <a:spcAft>
                <a:spcPts val="667"/>
              </a:spcAft>
              <a:buNone/>
              <a:defRPr sz="1400" b="1">
                <a:solidFill>
                  <a:schemeClr val="tx1"/>
                </a:solidFill>
                <a:latin typeface="+mj-lt"/>
              </a:defRPr>
            </a:lvl1pPr>
            <a:lvl2pPr marL="12700" indent="0" algn="ctr">
              <a:buNone/>
              <a:defRPr sz="1200">
                <a:latin typeface="+mj-lt"/>
              </a:defRPr>
            </a:lvl2pPr>
            <a:lvl3pPr marL="236519" indent="0">
              <a:buNone/>
              <a:defRPr sz="1200"/>
            </a:lvl3pPr>
            <a:lvl4pPr marL="460339" indent="0">
              <a:buNone/>
              <a:defRPr sz="1200"/>
            </a:lvl4pPr>
            <a:lvl5pPr marL="696860" indent="0">
              <a:buNone/>
              <a:defRPr sz="1200"/>
            </a:lvl5pPr>
          </a:lstStyle>
          <a:p>
            <a:pPr marL="9525">
              <a:spcBef>
                <a:spcPts val="0"/>
              </a:spcBef>
              <a:spcAft>
                <a:spcPts val="500"/>
              </a:spcAft>
            </a:pPr>
            <a:r>
              <a:rPr lang="en-US" sz="1400" b="1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Text placeholder</a:t>
            </a:r>
          </a:p>
          <a:p>
            <a:pPr marL="22225" lvl="1">
              <a:spcBef>
                <a:spcPts val="0"/>
              </a:spcBef>
              <a:spcAft>
                <a:spcPts val="500"/>
              </a:spcAft>
            </a:pPr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416348227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REAKER SLID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91;p17">
            <a:extLst>
              <a:ext uri="{FF2B5EF4-FFF2-40B4-BE49-F238E27FC236}">
                <a16:creationId xmlns:a16="http://schemas.microsoft.com/office/drawing/2014/main" id="{35D49C55-7167-304C-AD2C-70FEB5FAACAA}"/>
              </a:ext>
            </a:extLst>
          </p:cNvPr>
          <p:cNvPicPr/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07968" y="25839"/>
            <a:ext cx="6384032" cy="6309320"/>
          </a:xfrm>
          <a:prstGeom prst="rect">
            <a:avLst/>
          </a:prstGeom>
          <a:ln w="0">
            <a:noFill/>
          </a:ln>
        </p:spPr>
      </p:pic>
      <p:pic>
        <p:nvPicPr>
          <p:cNvPr id="12" name="Google Shape;107;p19">
            <a:extLst>
              <a:ext uri="{FF2B5EF4-FFF2-40B4-BE49-F238E27FC236}">
                <a16:creationId xmlns:a16="http://schemas.microsoft.com/office/drawing/2014/main" id="{944BFAD9-2334-1346-B888-5F696A807799}"/>
              </a:ext>
            </a:extLst>
          </p:cNvPr>
          <p:cNvPicPr/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-962" y="6362184"/>
            <a:ext cx="12191520" cy="523200"/>
          </a:xfrm>
          <a:prstGeom prst="rect">
            <a:avLst/>
          </a:prstGeom>
          <a:ln w="0">
            <a:noFill/>
          </a:ln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2099A479-AEC7-F644-9220-522FC7942D9B}"/>
              </a:ext>
            </a:extLst>
          </p:cNvPr>
          <p:cNvSpPr/>
          <p:nvPr userDrawn="1"/>
        </p:nvSpPr>
        <p:spPr>
          <a:xfrm>
            <a:off x="11547063" y="641909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FB20322-E558-5E43-B90C-AEF722D49614}"/>
              </a:ext>
            </a:extLst>
          </p:cNvPr>
          <p:cNvSpPr/>
          <p:nvPr userDrawn="1"/>
        </p:nvSpPr>
        <p:spPr>
          <a:xfrm>
            <a:off x="11547063" y="646557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CB00C47-20BD-6340-A196-D14A89156B6D}"/>
              </a:ext>
            </a:extLst>
          </p:cNvPr>
          <p:cNvSpPr txBox="1"/>
          <p:nvPr userDrawn="1"/>
        </p:nvSpPr>
        <p:spPr>
          <a:xfrm>
            <a:off x="11502039" y="6495512"/>
            <a:ext cx="349775" cy="256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954E5BDB-61AA-4049-AE86-82CC72DFC771}" type="slidenum">
              <a:rPr lang="en-US" sz="1067" smtClean="0">
                <a:solidFill>
                  <a:schemeClr val="bg1"/>
                </a:solidFill>
              </a:rPr>
              <a:t>‹#›</a:t>
            </a:fld>
            <a:endParaRPr lang="en-US" sz="1067">
              <a:solidFill>
                <a:schemeClr val="bg1"/>
              </a:solidFill>
            </a:endParaRP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3801D150-2A4E-144F-8EE4-96F09C9021C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1675" y="3284985"/>
            <a:ext cx="3822117" cy="1368151"/>
          </a:xfrm>
          <a:prstGeom prst="rect">
            <a:avLst/>
          </a:prstGeom>
        </p:spPr>
        <p:txBody>
          <a:bodyPr tIns="46800" rIns="90000" bIns="46800" anchor="t" anchorCtr="0"/>
          <a:lstStyle>
            <a:lvl1pPr marL="0" indent="0" algn="l">
              <a:lnSpc>
                <a:spcPct val="90000"/>
              </a:lnSpc>
              <a:spcAft>
                <a:spcPts val="1000"/>
              </a:spcAft>
              <a:buClr>
                <a:srgbClr val="F36F26"/>
              </a:buClr>
              <a:buSzPct val="100000"/>
              <a:buFont typeface="+mj-lt"/>
              <a:buNone/>
              <a:tabLst/>
              <a:defRPr b="0" kern="1200" baseline="0">
                <a:solidFill>
                  <a:schemeClr val="bg1"/>
                </a:solidFill>
              </a:defRPr>
            </a:lvl1pPr>
            <a:lvl2pPr marL="630000" indent="-165600">
              <a:lnSpc>
                <a:spcPct val="90000"/>
              </a:lnSpc>
              <a:spcBef>
                <a:spcPts val="500"/>
              </a:spcBef>
              <a:spcAft>
                <a:spcPts val="1000"/>
              </a:spcAft>
              <a:buClr>
                <a:srgbClr val="F36F26"/>
              </a:buClr>
              <a:buFont typeface="Wingdings" pitchFamily="2" charset="2"/>
              <a:buChar char="§"/>
              <a:tabLst/>
              <a:defRPr sz="1600" kern="1200" baseline="0">
                <a:solidFill>
                  <a:schemeClr val="bg1"/>
                </a:solidFill>
              </a:defRPr>
            </a:lvl2pPr>
            <a:lvl3pPr marL="630000" indent="-165600">
              <a:lnSpc>
                <a:spcPct val="90000"/>
              </a:lnSpc>
              <a:spcBef>
                <a:spcPts val="500"/>
              </a:spcBef>
              <a:spcAft>
                <a:spcPts val="1000"/>
              </a:spcAft>
              <a:buClr>
                <a:srgbClr val="F36F26"/>
              </a:buClr>
              <a:buFont typeface="Calibri" panose="020F0502020204030204" pitchFamily="34" charset="0"/>
              <a:buChar char="‒"/>
              <a:tabLst/>
              <a:defRPr sz="1400" kern="1200" baseline="0">
                <a:solidFill>
                  <a:schemeClr val="bg1"/>
                </a:solidFill>
              </a:defRPr>
            </a:lvl3pPr>
            <a:lvl4pPr marL="630000" indent="-165600">
              <a:lnSpc>
                <a:spcPct val="90000"/>
              </a:lnSpc>
              <a:spcBef>
                <a:spcPts val="500"/>
              </a:spcBef>
              <a:spcAft>
                <a:spcPts val="1000"/>
              </a:spcAft>
              <a:buClr>
                <a:srgbClr val="F36F26"/>
              </a:buClr>
              <a:buFont typeface="Calibri" panose="020F0502020204030204" pitchFamily="34" charset="0"/>
              <a:buChar char="●"/>
              <a:tabLst/>
              <a:defRPr sz="1400" kern="1200" baseline="0">
                <a:solidFill>
                  <a:schemeClr val="bg1"/>
                </a:solidFill>
              </a:defRPr>
            </a:lvl4pPr>
            <a:lvl5pPr marL="630000" indent="-165600">
              <a:lnSpc>
                <a:spcPct val="90000"/>
              </a:lnSpc>
              <a:spcBef>
                <a:spcPts val="500"/>
              </a:spcBef>
              <a:spcAft>
                <a:spcPts val="1000"/>
              </a:spcAft>
              <a:buFont typeface=".Hiragino Kaku Gothic Interface W3"/>
              <a:buChar char="▫"/>
              <a:tabLst/>
              <a:defRPr sz="1400" kern="120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Key Point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Google Shape;109;p19">
            <a:extLst>
              <a:ext uri="{FF2B5EF4-FFF2-40B4-BE49-F238E27FC236}">
                <a16:creationId xmlns:a16="http://schemas.microsoft.com/office/drawing/2014/main" id="{394D6738-13B2-D140-83D9-BC59E8940AA8}"/>
              </a:ext>
            </a:extLst>
          </p:cNvPr>
          <p:cNvSpPr/>
          <p:nvPr userDrawn="1"/>
        </p:nvSpPr>
        <p:spPr>
          <a:xfrm>
            <a:off x="9281760" y="6541678"/>
            <a:ext cx="1931040" cy="1646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1520">
              <a:lnSpc>
                <a:spcPct val="100000"/>
              </a:lnSpc>
              <a:tabLst>
                <a:tab pos="0" algn="l"/>
              </a:tabLst>
            </a:pPr>
            <a:r>
              <a:rPr lang="en-IN" sz="1070" b="0" i="0" kern="120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Tavant &amp; Customer Confidential</a:t>
            </a:r>
            <a:endParaRPr lang="en-IN" sz="1070" b="0" u="none" strike="noStrike"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F899CD62-B34B-2443-AD22-C48271E191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1674" y="2543175"/>
            <a:ext cx="5344607" cy="428625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>
              <a:defRPr sz="2400" b="1">
                <a:solidFill>
                  <a:srgbClr val="F77A33"/>
                </a:solidFill>
                <a:latin typeface="+mj-lt"/>
                <a:cs typeface="Calibri" panose="020F0502020204030204" pitchFamily="34" charset="0"/>
              </a:defRPr>
            </a:lvl1pPr>
          </a:lstStyle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US"/>
              <a:t>THIS IS YOUR BREAKER SLIDE TITLE</a:t>
            </a:r>
            <a:endParaRPr lang="en-IN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" name="Google Shape;108;p19">
            <a:extLst>
              <a:ext uri="{FF2B5EF4-FFF2-40B4-BE49-F238E27FC236}">
                <a16:creationId xmlns:a16="http://schemas.microsoft.com/office/drawing/2014/main" id="{B6FE6786-E58A-8241-8F9B-EBB77598C684}"/>
              </a:ext>
            </a:extLst>
          </p:cNvPr>
          <p:cNvPicPr/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265064" y="6462185"/>
            <a:ext cx="1264320" cy="344640"/>
          </a:xfrm>
          <a:prstGeom prst="rect">
            <a:avLst/>
          </a:prstGeom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2274124341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07;p19">
            <a:extLst>
              <a:ext uri="{FF2B5EF4-FFF2-40B4-BE49-F238E27FC236}">
                <a16:creationId xmlns:a16="http://schemas.microsoft.com/office/drawing/2014/main" id="{C0900330-6551-A544-97F3-E769CFB0E122}"/>
              </a:ext>
            </a:extLst>
          </p:cNvPr>
          <p:cNvPicPr/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-962" y="6362184"/>
            <a:ext cx="12191520" cy="523200"/>
          </a:xfrm>
          <a:prstGeom prst="rect">
            <a:avLst/>
          </a:prstGeom>
          <a:ln w="0">
            <a:noFill/>
          </a:ln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36629CA4-ED6B-7F4B-8BF1-531AA0FE90AA}"/>
              </a:ext>
            </a:extLst>
          </p:cNvPr>
          <p:cNvSpPr/>
          <p:nvPr userDrawn="1"/>
        </p:nvSpPr>
        <p:spPr>
          <a:xfrm>
            <a:off x="11547063" y="641909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83A8395-25FD-BA4B-B53D-93C34EB64F3F}"/>
              </a:ext>
            </a:extLst>
          </p:cNvPr>
          <p:cNvSpPr/>
          <p:nvPr userDrawn="1"/>
        </p:nvSpPr>
        <p:spPr>
          <a:xfrm>
            <a:off x="11547063" y="646557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23F962B-2D91-8F4B-9B4A-B37EAC284358}"/>
              </a:ext>
            </a:extLst>
          </p:cNvPr>
          <p:cNvSpPr txBox="1"/>
          <p:nvPr userDrawn="1"/>
        </p:nvSpPr>
        <p:spPr>
          <a:xfrm>
            <a:off x="11502039" y="6495512"/>
            <a:ext cx="349775" cy="256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954E5BDB-61AA-4049-AE86-82CC72DFC771}" type="slidenum">
              <a:rPr lang="en-US" sz="1067" smtClean="0">
                <a:solidFill>
                  <a:schemeClr val="bg1"/>
                </a:solidFill>
              </a:rPr>
              <a:t>‹#›</a:t>
            </a:fld>
            <a:endParaRPr lang="en-US" sz="1067">
              <a:solidFill>
                <a:schemeClr val="bg1"/>
              </a:solidFill>
            </a:endParaRP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76EF35C9-6C58-3943-81F4-9502B1AFCB34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319593" y="1262210"/>
            <a:ext cx="11547668" cy="4846823"/>
          </a:xfrm>
          <a:prstGeom prst="rect">
            <a:avLst/>
          </a:prstGeom>
        </p:spPr>
        <p:txBody>
          <a:bodyPr tIns="46800" rIns="90000" bIns="46800"/>
          <a:lstStyle>
            <a:lvl1pPr marL="274320" indent="-274320">
              <a:lnSpc>
                <a:spcPct val="90000"/>
              </a:lnSpc>
              <a:spcBef>
                <a:spcPts val="1000"/>
              </a:spcBef>
              <a:buClr>
                <a:srgbClr val="FF8909"/>
              </a:buClr>
              <a:buSzPct val="100000"/>
              <a:buFont typeface="Wingdings" panose="05000000000000000000" pitchFamily="2" charset="2"/>
              <a:buChar char="§"/>
              <a:defRPr sz="1800" kern="1200" baseline="0">
                <a:latin typeface="+mj-lt"/>
                <a:ea typeface="Roboto" pitchFamily="2" charset="0"/>
                <a:cs typeface="Roboto" pitchFamily="2" charset="0"/>
              </a:defRPr>
            </a:lvl1pPr>
            <a:lvl2pPr marL="457200" indent="-182880">
              <a:lnSpc>
                <a:spcPct val="90000"/>
              </a:lnSpc>
              <a:spcBef>
                <a:spcPts val="500"/>
              </a:spcBef>
              <a:buClr>
                <a:srgbClr val="FF8909"/>
              </a:buClr>
              <a:buFont typeface="Calibri" panose="020F0502020204030204" pitchFamily="34" charset="0"/>
              <a:buChar char="‒"/>
              <a:defRPr sz="1600" kern="1200" baseline="0">
                <a:solidFill>
                  <a:schemeClr val="tx1"/>
                </a:solidFill>
                <a:latin typeface="+mj-lt"/>
                <a:ea typeface="Roboto" pitchFamily="2" charset="0"/>
                <a:cs typeface="Roboto" pitchFamily="2" charset="0"/>
              </a:defRPr>
            </a:lvl2pPr>
            <a:lvl3pPr marL="731520" indent="-182880">
              <a:lnSpc>
                <a:spcPct val="90000"/>
              </a:lnSpc>
              <a:spcBef>
                <a:spcPts val="500"/>
              </a:spcBef>
              <a:buClr>
                <a:srgbClr val="FF8909"/>
              </a:buClr>
              <a:buFontTx/>
              <a:buChar char="•"/>
              <a:defRPr sz="1400" kern="1200" baseline="0">
                <a:solidFill>
                  <a:schemeClr val="tx1"/>
                </a:solidFill>
                <a:latin typeface="+mj-lt"/>
                <a:ea typeface="Roboto" pitchFamily="2" charset="0"/>
                <a:cs typeface="Roboto" pitchFamily="2" charset="0"/>
              </a:defRPr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6"/>
            <a:endParaRPr lang="en-US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87CE4828-0DEA-474E-AC19-4E4D4F900EA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4739" y="717388"/>
            <a:ext cx="11542522" cy="377121"/>
          </a:xfrm>
        </p:spPr>
        <p:txBody>
          <a:bodyPr lIns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rgbClr val="F77A33"/>
                </a:solidFill>
                <a:latin typeface="+mn-lt"/>
                <a:cs typeface="Calibri" panose="020F0502020204030204" pitchFamily="34" charset="0"/>
              </a:defRPr>
            </a:lvl1pPr>
            <a:lvl2pPr marL="12700" indent="0">
              <a:buNone/>
              <a:defRPr sz="1800">
                <a:solidFill>
                  <a:schemeClr val="accent1"/>
                </a:solidFill>
              </a:defRPr>
            </a:lvl2pPr>
            <a:lvl3pPr>
              <a:defRPr sz="1800">
                <a:solidFill>
                  <a:schemeClr val="accent1"/>
                </a:solidFill>
              </a:defRPr>
            </a:lvl3pPr>
            <a:lvl4pPr>
              <a:defRPr sz="1800">
                <a:solidFill>
                  <a:schemeClr val="accent1"/>
                </a:solidFill>
              </a:defRPr>
            </a:lvl4pPr>
            <a:lvl5pPr>
              <a:defRPr sz="18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This Is Your Optional Subtitle – Keep to One Line Maximum if Used</a:t>
            </a:r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F4892D67-61CF-1C4F-9FBD-B355951EEB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4739" y="339472"/>
            <a:ext cx="11542522" cy="359457"/>
          </a:xfrm>
          <a:prstGeom prst="rect">
            <a:avLst/>
          </a:prstGeom>
        </p:spPr>
        <p:txBody>
          <a:bodyPr vert="horz" lIns="0" tIns="45720" rIns="91440" bIns="45720" rtlCol="0" anchor="ctr" anchorCtr="0">
            <a:noAutofit/>
          </a:bodyPr>
          <a:lstStyle>
            <a:lvl1pPr>
              <a:defRPr sz="2400" b="1">
                <a:latin typeface="+mj-lt"/>
                <a:cs typeface="Calibri" panose="020F0502020204030204" pitchFamily="34" charset="0"/>
              </a:defRPr>
            </a:lvl1pPr>
          </a:lstStyle>
          <a:p>
            <a:r>
              <a:rPr lang="en-US"/>
              <a:t>THIS IS YOUR TITLE – KEEP IT TO ONE LINE MAXIMUM</a:t>
            </a:r>
          </a:p>
        </p:txBody>
      </p:sp>
      <p:pic>
        <p:nvPicPr>
          <p:cNvPr id="15" name="Google Shape;108;p19">
            <a:extLst>
              <a:ext uri="{FF2B5EF4-FFF2-40B4-BE49-F238E27FC236}">
                <a16:creationId xmlns:a16="http://schemas.microsoft.com/office/drawing/2014/main" id="{BA40A820-CD2A-1945-A231-037307651F27}"/>
              </a:ext>
            </a:extLst>
          </p:cNvPr>
          <p:cNvPicPr/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265064" y="6462185"/>
            <a:ext cx="1264320" cy="344640"/>
          </a:xfrm>
          <a:prstGeom prst="rect">
            <a:avLst/>
          </a:prstGeom>
          <a:ln w="0">
            <a:noFill/>
          </a:ln>
        </p:spPr>
      </p:pic>
      <p:sp>
        <p:nvSpPr>
          <p:cNvPr id="3" name="Google Shape;109;p19">
            <a:extLst>
              <a:ext uri="{FF2B5EF4-FFF2-40B4-BE49-F238E27FC236}">
                <a16:creationId xmlns:a16="http://schemas.microsoft.com/office/drawing/2014/main" id="{5FBE4E54-9DA5-7679-D562-3A5AF6212166}"/>
              </a:ext>
            </a:extLst>
          </p:cNvPr>
          <p:cNvSpPr/>
          <p:nvPr userDrawn="1"/>
        </p:nvSpPr>
        <p:spPr>
          <a:xfrm>
            <a:off x="9541736" y="6541678"/>
            <a:ext cx="1931040" cy="1646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1520" algn="ctr">
              <a:lnSpc>
                <a:spcPct val="100000"/>
              </a:lnSpc>
              <a:tabLst>
                <a:tab pos="0" algn="l"/>
              </a:tabLst>
            </a:pPr>
            <a:r>
              <a:rPr lang="en-IN" sz="1070" b="0" i="0" kern="120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Tavant Confidential</a:t>
            </a:r>
            <a:endParaRPr lang="en-IN" sz="1070" b="0" u="none" strike="noStrike"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3168667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389C89B3-BF86-B546-8000-EB53625B8D7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8826" t="4629" r="24184" b="36391"/>
          <a:stretch/>
        </p:blipFill>
        <p:spPr>
          <a:xfrm>
            <a:off x="932689" y="0"/>
            <a:ext cx="11259310" cy="68580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805743D5-D835-3A43-9A81-9267331DF0E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bg1">
                  <a:alpha val="8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bject 4">
            <a:extLst>
              <a:ext uri="{FF2B5EF4-FFF2-40B4-BE49-F238E27FC236}">
                <a16:creationId xmlns:a16="http://schemas.microsoft.com/office/drawing/2014/main" id="{2A0AEEF9-5500-F245-8FDD-D51686BCECAB}"/>
              </a:ext>
            </a:extLst>
          </p:cNvPr>
          <p:cNvSpPr txBox="1"/>
          <p:nvPr/>
        </p:nvSpPr>
        <p:spPr>
          <a:xfrm>
            <a:off x="10190895" y="6503768"/>
            <a:ext cx="1497900" cy="13602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8659" algn="r"/>
            <a:r>
              <a:rPr lang="en-US" sz="800">
                <a:solidFill>
                  <a:schemeClr val="bg1">
                    <a:lumMod val="75000"/>
                  </a:schemeClr>
                </a:solidFill>
                <a:latin typeface="Calibri regular"/>
                <a:ea typeface="Roboto Light" panose="02000000000000000000" pitchFamily="2" charset="0"/>
                <a:cs typeface="Futura Book"/>
              </a:rPr>
              <a:t>Tavant &amp; Customer Confidential</a:t>
            </a: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DCFAA974-D16F-CE46-9C8E-4D7FFAD579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39541" y="6465237"/>
            <a:ext cx="1229868" cy="196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37F1B782-BC10-7840-8ADD-D2112445CD33}"/>
              </a:ext>
            </a:extLst>
          </p:cNvPr>
          <p:cNvSpPr/>
          <p:nvPr/>
        </p:nvSpPr>
        <p:spPr>
          <a:xfrm>
            <a:off x="11757660" y="6465237"/>
            <a:ext cx="194799" cy="194799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800"/>
          </a:p>
        </p:txBody>
      </p:sp>
      <p:pic>
        <p:nvPicPr>
          <p:cNvPr id="16" name="Picture 15" descr="Shape&#10;&#10;Description automatically generated with low confidence">
            <a:extLst>
              <a:ext uri="{FF2B5EF4-FFF2-40B4-BE49-F238E27FC236}">
                <a16:creationId xmlns:a16="http://schemas.microsoft.com/office/drawing/2014/main" id="{46577264-DEDF-4041-8B6B-92EDABBB407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809514" y="1"/>
            <a:ext cx="1382485" cy="119367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10E5335-8E26-3546-B8B7-6C7EDE42B619}"/>
              </a:ext>
            </a:extLst>
          </p:cNvPr>
          <p:cNvSpPr txBox="1"/>
          <p:nvPr userDrawn="1"/>
        </p:nvSpPr>
        <p:spPr>
          <a:xfrm>
            <a:off x="11701812" y="6454914"/>
            <a:ext cx="30649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954E5BDB-61AA-4049-AE86-82CC72DFC771}" type="slidenum">
              <a:rPr lang="en-US" sz="800" smtClean="0">
                <a:solidFill>
                  <a:schemeClr val="bg1"/>
                </a:solidFill>
              </a:rPr>
              <a:t>‹#›</a:t>
            </a:fld>
            <a:endParaRPr lang="en-US" sz="800">
              <a:solidFill>
                <a:schemeClr val="bg1"/>
              </a:solidFill>
            </a:endParaRP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40D8962D-CAD5-5E45-A140-FB6450D176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9539" y="292211"/>
            <a:ext cx="10733261" cy="359457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E3EDC04A-78D7-4545-B8A8-FBF43456053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39539" y="618487"/>
            <a:ext cx="10733261" cy="585516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accent1"/>
                </a:solidFill>
              </a:defRPr>
            </a:lvl1pPr>
            <a:lvl2pPr marL="12700" indent="0">
              <a:buNone/>
              <a:defRPr sz="1800">
                <a:solidFill>
                  <a:schemeClr val="accent1"/>
                </a:solidFill>
              </a:defRPr>
            </a:lvl2pPr>
            <a:lvl3pPr>
              <a:defRPr sz="1800">
                <a:solidFill>
                  <a:schemeClr val="accent1"/>
                </a:solidFill>
              </a:defRPr>
            </a:lvl3pPr>
            <a:lvl4pPr>
              <a:defRPr sz="1800">
                <a:solidFill>
                  <a:schemeClr val="accent1"/>
                </a:solidFill>
              </a:defRPr>
            </a:lvl4pPr>
            <a:lvl5pPr>
              <a:defRPr sz="18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CF9723D4-1C62-4618-B100-953BB57CF67B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239539" y="1500473"/>
            <a:ext cx="11259310" cy="4578580"/>
          </a:xfrm>
          <a:prstGeom prst="rect">
            <a:avLst/>
          </a:prstGeom>
        </p:spPr>
        <p:txBody>
          <a:bodyPr/>
          <a:lstStyle>
            <a:lvl1pPr marL="274320" indent="-274320">
              <a:buClr>
                <a:srgbClr val="FF8909"/>
              </a:buClr>
              <a:buFont typeface="Wingdings" panose="05000000000000000000" pitchFamily="2" charset="2"/>
              <a:buChar char="§"/>
              <a:defRPr sz="1600">
                <a:latin typeface="+mj-lt"/>
                <a:ea typeface="Roboto" pitchFamily="2" charset="0"/>
                <a:cs typeface="Roboto" pitchFamily="2" charset="0"/>
              </a:defRPr>
            </a:lvl1pPr>
            <a:lvl2pPr marL="457200" indent="-182880">
              <a:buClr>
                <a:srgbClr val="FF8909"/>
              </a:buClr>
              <a:buFont typeface="Calibri" panose="020F0502020204030204" pitchFamily="34" charset="0"/>
              <a:buChar char="‒"/>
              <a:defRPr sz="1400">
                <a:latin typeface="+mj-lt"/>
                <a:ea typeface="Roboto" pitchFamily="2" charset="0"/>
                <a:cs typeface="Roboto" pitchFamily="2" charset="0"/>
              </a:defRPr>
            </a:lvl2pPr>
            <a:lvl3pPr marL="731520" indent="-182880">
              <a:buClr>
                <a:srgbClr val="FF8909"/>
              </a:buClr>
              <a:buFontTx/>
              <a:buChar char="•"/>
              <a:defRPr sz="1400">
                <a:latin typeface="+mj-lt"/>
                <a:ea typeface="Roboto" pitchFamily="2" charset="0"/>
                <a:cs typeface="Roboto" pitchFamily="2" charset="0"/>
              </a:defRPr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041232043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+ 2-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389C89B3-BF86-B546-8000-EB53625B8D7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8826" t="4629" r="24184" b="36391"/>
          <a:stretch/>
        </p:blipFill>
        <p:spPr>
          <a:xfrm>
            <a:off x="932689" y="0"/>
            <a:ext cx="11259310" cy="68580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805743D5-D835-3A43-9A81-9267331DF0E0}"/>
              </a:ext>
            </a:extLst>
          </p:cNvPr>
          <p:cNvSpPr/>
          <p:nvPr userDrawn="1"/>
        </p:nvSpPr>
        <p:spPr>
          <a:xfrm>
            <a:off x="0" y="-2"/>
            <a:ext cx="12192000" cy="6858001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bg1">
                  <a:alpha val="8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bject 4">
            <a:extLst>
              <a:ext uri="{FF2B5EF4-FFF2-40B4-BE49-F238E27FC236}">
                <a16:creationId xmlns:a16="http://schemas.microsoft.com/office/drawing/2014/main" id="{2A0AEEF9-5500-F245-8FDD-D51686BCECAB}"/>
              </a:ext>
            </a:extLst>
          </p:cNvPr>
          <p:cNvSpPr txBox="1"/>
          <p:nvPr/>
        </p:nvSpPr>
        <p:spPr>
          <a:xfrm>
            <a:off x="10190895" y="6503768"/>
            <a:ext cx="1497900" cy="13602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8659" algn="r"/>
            <a:r>
              <a:rPr lang="en-US" sz="800">
                <a:solidFill>
                  <a:schemeClr val="bg1">
                    <a:lumMod val="75000"/>
                  </a:schemeClr>
                </a:solidFill>
                <a:latin typeface="Calibri regular"/>
                <a:ea typeface="Roboto Light" panose="02000000000000000000" pitchFamily="2" charset="0"/>
                <a:cs typeface="Futura Book"/>
              </a:rPr>
              <a:t>Tavant &amp; Customer Confidential</a:t>
            </a: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DCFAA974-D16F-CE46-9C8E-4D7FFAD579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39541" y="6465237"/>
            <a:ext cx="1229868" cy="196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37F1B782-BC10-7840-8ADD-D2112445CD33}"/>
              </a:ext>
            </a:extLst>
          </p:cNvPr>
          <p:cNvSpPr/>
          <p:nvPr/>
        </p:nvSpPr>
        <p:spPr>
          <a:xfrm>
            <a:off x="11757660" y="6465237"/>
            <a:ext cx="194799" cy="194799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800"/>
          </a:p>
        </p:txBody>
      </p:sp>
      <p:pic>
        <p:nvPicPr>
          <p:cNvPr id="16" name="Picture 15" descr="Shape&#10;&#10;Description automatically generated with low confidence">
            <a:extLst>
              <a:ext uri="{FF2B5EF4-FFF2-40B4-BE49-F238E27FC236}">
                <a16:creationId xmlns:a16="http://schemas.microsoft.com/office/drawing/2014/main" id="{46577264-DEDF-4041-8B6B-92EDABBB407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809514" y="1"/>
            <a:ext cx="1382485" cy="119367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10E5335-8E26-3546-B8B7-6C7EDE42B619}"/>
              </a:ext>
            </a:extLst>
          </p:cNvPr>
          <p:cNvSpPr txBox="1"/>
          <p:nvPr userDrawn="1"/>
        </p:nvSpPr>
        <p:spPr>
          <a:xfrm>
            <a:off x="11701812" y="6454914"/>
            <a:ext cx="30649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954E5BDB-61AA-4049-AE86-82CC72DFC771}" type="slidenum">
              <a:rPr lang="en-US" sz="800" smtClean="0">
                <a:solidFill>
                  <a:schemeClr val="bg1"/>
                </a:solidFill>
              </a:rPr>
              <a:t>‹#›</a:t>
            </a:fld>
            <a:endParaRPr lang="en-US" sz="800">
              <a:solidFill>
                <a:schemeClr val="bg1"/>
              </a:solidFill>
            </a:endParaRP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40D8962D-CAD5-5E45-A140-FB6450D176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9539" y="292211"/>
            <a:ext cx="10733261" cy="359457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E3EDC04A-78D7-4545-B8A8-FBF43456053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39539" y="618487"/>
            <a:ext cx="10733261" cy="585516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accent1"/>
                </a:solidFill>
              </a:defRPr>
            </a:lvl1pPr>
            <a:lvl2pPr marL="12700" indent="0">
              <a:buNone/>
              <a:defRPr sz="1800">
                <a:solidFill>
                  <a:schemeClr val="accent1"/>
                </a:solidFill>
              </a:defRPr>
            </a:lvl2pPr>
            <a:lvl3pPr>
              <a:defRPr sz="1800">
                <a:solidFill>
                  <a:schemeClr val="accent1"/>
                </a:solidFill>
              </a:defRPr>
            </a:lvl3pPr>
            <a:lvl4pPr>
              <a:defRPr sz="1800">
                <a:solidFill>
                  <a:schemeClr val="accent1"/>
                </a:solidFill>
              </a:defRPr>
            </a:lvl4pPr>
            <a:lvl5pPr>
              <a:defRPr sz="18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E9FEDAD2-AE6D-4264-B672-BE74A6E84937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239539" y="1500473"/>
            <a:ext cx="5698806" cy="4578580"/>
          </a:xfrm>
          <a:prstGeom prst="rect">
            <a:avLst/>
          </a:prstGeom>
        </p:spPr>
        <p:txBody>
          <a:bodyPr/>
          <a:lstStyle>
            <a:lvl1pPr marL="274320" indent="-274320">
              <a:buClr>
                <a:srgbClr val="FF8909"/>
              </a:buClr>
              <a:buFont typeface="Wingdings" panose="05000000000000000000" pitchFamily="2" charset="2"/>
              <a:buChar char="§"/>
              <a:defRPr sz="1600">
                <a:latin typeface="+mj-lt"/>
                <a:ea typeface="Roboto" pitchFamily="2" charset="0"/>
                <a:cs typeface="Roboto" pitchFamily="2" charset="0"/>
              </a:defRPr>
            </a:lvl1pPr>
            <a:lvl2pPr marL="457200" indent="-182880">
              <a:buClr>
                <a:srgbClr val="FF8909"/>
              </a:buClr>
              <a:buFont typeface="Calibri" panose="020F0502020204030204" pitchFamily="34" charset="0"/>
              <a:buChar char="‒"/>
              <a:defRPr sz="1400">
                <a:latin typeface="+mj-lt"/>
                <a:ea typeface="Roboto" pitchFamily="2" charset="0"/>
                <a:cs typeface="Roboto" pitchFamily="2" charset="0"/>
              </a:defRPr>
            </a:lvl2pPr>
            <a:lvl3pPr marL="731520" indent="-182880">
              <a:buClr>
                <a:srgbClr val="FF8909"/>
              </a:buClr>
              <a:buFontTx/>
              <a:buChar char="•"/>
              <a:defRPr sz="1400">
                <a:latin typeface="+mj-lt"/>
                <a:ea typeface="Roboto" pitchFamily="2" charset="0"/>
                <a:cs typeface="Roboto" pitchFamily="2" charset="0"/>
              </a:defRPr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264E21A4-4E0D-474D-8D25-F33F6ED4A590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6096000" y="1510580"/>
            <a:ext cx="5698806" cy="4578580"/>
          </a:xfrm>
          <a:prstGeom prst="rect">
            <a:avLst/>
          </a:prstGeom>
        </p:spPr>
        <p:txBody>
          <a:bodyPr/>
          <a:lstStyle>
            <a:lvl1pPr marL="274320" indent="-274320">
              <a:buClr>
                <a:srgbClr val="FF8909"/>
              </a:buClr>
              <a:buFont typeface="Wingdings" panose="05000000000000000000" pitchFamily="2" charset="2"/>
              <a:buChar char="§"/>
              <a:defRPr sz="1600">
                <a:latin typeface="+mj-lt"/>
                <a:ea typeface="Roboto" pitchFamily="2" charset="0"/>
                <a:cs typeface="Roboto" pitchFamily="2" charset="0"/>
              </a:defRPr>
            </a:lvl1pPr>
            <a:lvl2pPr marL="457200" indent="-182880">
              <a:buClr>
                <a:srgbClr val="FF8909"/>
              </a:buClr>
              <a:defRPr lang="en-US" sz="1400" kern="1200" dirty="0">
                <a:solidFill>
                  <a:srgbClr val="77787B"/>
                </a:solidFill>
                <a:latin typeface="+mj-lt"/>
                <a:ea typeface="Roboto" pitchFamily="2" charset="0"/>
                <a:cs typeface="Roboto" pitchFamily="2" charset="0"/>
              </a:defRPr>
            </a:lvl2pPr>
            <a:lvl3pPr marL="731520" indent="-182880">
              <a:buClr>
                <a:srgbClr val="FF8909"/>
              </a:buClr>
              <a:buFontTx/>
              <a:buChar char="•"/>
              <a:defRPr sz="1400">
                <a:latin typeface="+mj-lt"/>
                <a:ea typeface="Roboto" pitchFamily="2" charset="0"/>
                <a:cs typeface="Roboto" pitchFamily="2" charset="0"/>
              </a:defRPr>
            </a:lvl3pPr>
          </a:lstStyle>
          <a:p>
            <a:pPr lvl="0"/>
            <a:r>
              <a:rPr lang="en-US"/>
              <a:t>Edit Master text styles</a:t>
            </a:r>
          </a:p>
          <a:p>
            <a:pPr marL="457200" lvl="1" indent="-18288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8909"/>
              </a:buClr>
              <a:buFont typeface="Calibri" panose="020F0502020204030204" pitchFamily="34" charset="0"/>
              <a:buChar char="‒"/>
              <a:tabLst/>
            </a:pPr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554153376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Grey"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07;p19">
            <a:extLst>
              <a:ext uri="{FF2B5EF4-FFF2-40B4-BE49-F238E27FC236}">
                <a16:creationId xmlns:a16="http://schemas.microsoft.com/office/drawing/2014/main" id="{BCF0AB17-DD2C-7042-B681-07042F8A5A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60" y="6362184"/>
            <a:ext cx="12191521" cy="523201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Rectangle 17">
            <a:extLst>
              <a:ext uri="{FF2B5EF4-FFF2-40B4-BE49-F238E27FC236}">
                <a16:creationId xmlns:a16="http://schemas.microsoft.com/office/drawing/2014/main" id="{52D47431-5A32-C60D-FB75-2D4EC353F9D9}"/>
              </a:ext>
            </a:extLst>
          </p:cNvPr>
          <p:cNvSpPr/>
          <p:nvPr/>
        </p:nvSpPr>
        <p:spPr>
          <a:xfrm>
            <a:off x="11547061" y="6419097"/>
            <a:ext cx="259735" cy="259735"/>
          </a:xfrm>
          <a:prstGeom prst="rect">
            <a:avLst/>
          </a:prstGeom>
          <a:solidFill>
            <a:srgbClr val="F36F26"/>
          </a:solidFill>
          <a:ln cap="flat">
            <a:noFill/>
            <a:prstDash val="solid"/>
          </a:ln>
        </p:spPr>
        <p:txBody>
          <a:bodyPr vert="horz" wrap="square" lIns="0" tIns="45720" rIns="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067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4" name="Rectangle 18">
            <a:extLst>
              <a:ext uri="{FF2B5EF4-FFF2-40B4-BE49-F238E27FC236}">
                <a16:creationId xmlns:a16="http://schemas.microsoft.com/office/drawing/2014/main" id="{699A825A-373F-B2BC-E4C4-7306E29415D9}"/>
              </a:ext>
            </a:extLst>
          </p:cNvPr>
          <p:cNvSpPr/>
          <p:nvPr/>
        </p:nvSpPr>
        <p:spPr>
          <a:xfrm>
            <a:off x="11547061" y="6465576"/>
            <a:ext cx="259735" cy="259735"/>
          </a:xfrm>
          <a:prstGeom prst="rect">
            <a:avLst/>
          </a:prstGeom>
          <a:solidFill>
            <a:srgbClr val="F36F26"/>
          </a:solidFill>
          <a:ln cap="flat">
            <a:noFill/>
            <a:prstDash val="solid"/>
          </a:ln>
        </p:spPr>
        <p:txBody>
          <a:bodyPr vert="horz" wrap="square" lIns="0" tIns="45720" rIns="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067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5" name="TextBox 11">
            <a:extLst>
              <a:ext uri="{FF2B5EF4-FFF2-40B4-BE49-F238E27FC236}">
                <a16:creationId xmlns:a16="http://schemas.microsoft.com/office/drawing/2014/main" id="{C39B9B29-4080-B668-9DDA-45237009A9F7}"/>
              </a:ext>
            </a:extLst>
          </p:cNvPr>
          <p:cNvSpPr txBox="1"/>
          <p:nvPr/>
        </p:nvSpPr>
        <p:spPr>
          <a:xfrm>
            <a:off x="11502036" y="6495513"/>
            <a:ext cx="349776" cy="256544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24780238-F195-45A0-9BE2-8A509C3FBF3E}" type="slidenum">
              <a:t>‹#›</a:t>
            </a:fld>
            <a:endParaRPr lang="en-US" sz="1067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6" name="Google Shape;109;p19">
            <a:extLst>
              <a:ext uri="{FF2B5EF4-FFF2-40B4-BE49-F238E27FC236}">
                <a16:creationId xmlns:a16="http://schemas.microsoft.com/office/drawing/2014/main" id="{0BC23C8F-94A2-CC02-B32D-0BC99C620FAC}"/>
              </a:ext>
            </a:extLst>
          </p:cNvPr>
          <p:cNvSpPr/>
          <p:nvPr/>
        </p:nvSpPr>
        <p:spPr>
          <a:xfrm>
            <a:off x="9281763" y="6541681"/>
            <a:ext cx="1931039" cy="16465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11521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070" b="0" i="0" u="none" strike="noStrike" kern="1200" cap="none" spc="0" baseline="0">
                <a:solidFill>
                  <a:srgbClr val="000000"/>
                </a:solidFill>
                <a:uFillTx/>
                <a:latin typeface="Calibri" pitchFamily="34"/>
                <a:cs typeface="Calibri" pitchFamily="34"/>
              </a:rPr>
              <a:t>Tavant &amp; Customer Confidential</a:t>
            </a:r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CD683881-3388-9767-823A-BA662992FF7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4740" y="339471"/>
            <a:ext cx="11542526" cy="359459"/>
          </a:xfrm>
        </p:spPr>
        <p:txBody>
          <a:bodyPr/>
          <a:lstStyle>
            <a:lvl1pPr>
              <a:defRPr>
                <a:solidFill>
                  <a:srgbClr val="FFFFFF"/>
                </a:solidFill>
                <a:cs typeface="Calibri" pitchFamily="34"/>
              </a:defRPr>
            </a:lvl1pPr>
          </a:lstStyle>
          <a:p>
            <a:pPr lvl="0"/>
            <a:r>
              <a:rPr lang="en-US"/>
              <a:t>THIS IS YOUR TITLE – KEEP IT TO ONE LINE MAXIMUM</a:t>
            </a:r>
          </a:p>
        </p:txBody>
      </p:sp>
      <p:pic>
        <p:nvPicPr>
          <p:cNvPr id="8" name="Google Shape;108;p19">
            <a:extLst>
              <a:ext uri="{FF2B5EF4-FFF2-40B4-BE49-F238E27FC236}">
                <a16:creationId xmlns:a16="http://schemas.microsoft.com/office/drawing/2014/main" id="{EF2FDD91-5763-8AE3-70A4-575461569E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066" y="6462183"/>
            <a:ext cx="1264322" cy="344637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3653417775"/>
      </p:ext>
    </p:extLst>
  </p:cSld>
  <p:clrMapOvr>
    <a:masterClrMapping/>
  </p:clrMapOvr>
  <p:hf sldNum="0" hdr="0" ftr="0" dt="0"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07;p19">
            <a:extLst>
              <a:ext uri="{FF2B5EF4-FFF2-40B4-BE49-F238E27FC236}">
                <a16:creationId xmlns:a16="http://schemas.microsoft.com/office/drawing/2014/main" id="{590273C4-A7C7-5C43-8E4B-7274AF5C683F}"/>
              </a:ext>
            </a:extLst>
          </p:cNvPr>
          <p:cNvPicPr/>
          <p:nvPr userDrawn="1"/>
        </p:nvPicPr>
        <p:blipFill>
          <a:blip r:embed="rId2"/>
          <a:stretch/>
        </p:blipFill>
        <p:spPr>
          <a:xfrm>
            <a:off x="-962" y="6362184"/>
            <a:ext cx="12191520" cy="523200"/>
          </a:xfrm>
          <a:prstGeom prst="rect">
            <a:avLst/>
          </a:prstGeom>
          <a:ln w="0">
            <a:noFill/>
          </a:ln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71ECD694-DABE-E540-8A67-8F64AAAE13E7}"/>
              </a:ext>
            </a:extLst>
          </p:cNvPr>
          <p:cNvSpPr/>
          <p:nvPr userDrawn="1"/>
        </p:nvSpPr>
        <p:spPr>
          <a:xfrm>
            <a:off x="11547063" y="641909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20B6963-86FF-6248-AC98-1F8DD2EA8768}"/>
              </a:ext>
            </a:extLst>
          </p:cNvPr>
          <p:cNvSpPr/>
          <p:nvPr userDrawn="1"/>
        </p:nvSpPr>
        <p:spPr>
          <a:xfrm>
            <a:off x="11547063" y="646557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ED98118-2C4C-B841-8271-B0443DA23C75}"/>
              </a:ext>
            </a:extLst>
          </p:cNvPr>
          <p:cNvSpPr txBox="1"/>
          <p:nvPr userDrawn="1"/>
        </p:nvSpPr>
        <p:spPr>
          <a:xfrm>
            <a:off x="11502039" y="6495512"/>
            <a:ext cx="349775" cy="256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954E5BDB-61AA-4049-AE86-82CC72DFC771}" type="slidenum">
              <a:rPr lang="en-US" sz="1067" smtClean="0">
                <a:solidFill>
                  <a:schemeClr val="bg1"/>
                </a:solidFill>
              </a:rPr>
              <a:t>‹#›</a:t>
            </a:fld>
            <a:endParaRPr lang="en-US" sz="1067">
              <a:solidFill>
                <a:schemeClr val="bg1"/>
              </a:solidFill>
            </a:endParaRPr>
          </a:p>
        </p:txBody>
      </p:sp>
      <p:sp>
        <p:nvSpPr>
          <p:cNvPr id="12" name="Google Shape;109;p19">
            <a:extLst>
              <a:ext uri="{FF2B5EF4-FFF2-40B4-BE49-F238E27FC236}">
                <a16:creationId xmlns:a16="http://schemas.microsoft.com/office/drawing/2014/main" id="{F5FE6615-5583-414E-A2AE-276D73A8FC11}"/>
              </a:ext>
            </a:extLst>
          </p:cNvPr>
          <p:cNvSpPr/>
          <p:nvPr userDrawn="1"/>
        </p:nvSpPr>
        <p:spPr>
          <a:xfrm>
            <a:off x="9281760" y="6541678"/>
            <a:ext cx="1931040" cy="1646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1520">
              <a:lnSpc>
                <a:spcPct val="100000"/>
              </a:lnSpc>
              <a:tabLst>
                <a:tab pos="0" algn="l"/>
              </a:tabLst>
            </a:pPr>
            <a:r>
              <a:rPr lang="en-IN" sz="1070" b="0" i="0" kern="120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Tavant &amp; Customer Confidential</a:t>
            </a:r>
            <a:endParaRPr lang="en-IN" sz="1070" b="0" u="none" strike="noStrike"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3" name="Google Shape;108;p19">
            <a:extLst>
              <a:ext uri="{FF2B5EF4-FFF2-40B4-BE49-F238E27FC236}">
                <a16:creationId xmlns:a16="http://schemas.microsoft.com/office/drawing/2014/main" id="{FA625045-8BE8-EA4F-B3DC-66FB9A840FB2}"/>
              </a:ext>
            </a:extLst>
          </p:cNvPr>
          <p:cNvPicPr/>
          <p:nvPr userDrawn="1"/>
        </p:nvPicPr>
        <p:blipFill>
          <a:blip r:embed="rId3" cstate="print"/>
          <a:stretch/>
        </p:blipFill>
        <p:spPr>
          <a:xfrm>
            <a:off x="265064" y="6462185"/>
            <a:ext cx="1264320" cy="344640"/>
          </a:xfrm>
          <a:prstGeom prst="rect">
            <a:avLst/>
          </a:prstGeom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3682126822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Image + Content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Placeholder 1">
            <a:extLst>
              <a:ext uri="{FF2B5EF4-FFF2-40B4-BE49-F238E27FC236}">
                <a16:creationId xmlns:a16="http://schemas.microsoft.com/office/drawing/2014/main" id="{B7808001-0DB4-5547-9CFB-890621A6BD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7374" y="332656"/>
            <a:ext cx="11430286" cy="319012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>
              <a:defRPr sz="2400" b="1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b="1">
                <a:latin typeface="Calibri" panose="020F0502020204030204" pitchFamily="34" charset="0"/>
                <a:cs typeface="Calibri" panose="020F0502020204030204" pitchFamily="34" charset="0"/>
              </a:rPr>
              <a:t>THIS IS YOUR TITLE TRY TO KEEP TO ONE LINE OF MAXIMUM</a:t>
            </a:r>
            <a:endParaRPr lang="en-US" b="1" kern="0">
              <a:solidFill>
                <a:sysClr val="windowText" lastClr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FCDFD485-16C3-2142-95DD-EC4E7D4DBCF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7374" y="657764"/>
            <a:ext cx="11411019" cy="285132"/>
          </a:xfrm>
          <a:prstGeom prst="rect">
            <a:avLst/>
          </a:prstGeom>
        </p:spPr>
        <p:txBody>
          <a:bodyPr lIns="0" anchor="ctr" anchorCtr="0">
            <a:noAutofit/>
          </a:bodyPr>
          <a:lstStyle>
            <a:lvl1pPr marL="0" indent="0" defTabSz="914400">
              <a:spcBef>
                <a:spcPts val="0"/>
              </a:spcBef>
              <a:buFont typeface="Wingdings" charset="2"/>
              <a:buNone/>
              <a:defRPr sz="1800">
                <a:solidFill>
                  <a:srgbClr val="F77A3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700" indent="0">
              <a:buNone/>
              <a:defRPr sz="1800">
                <a:solidFill>
                  <a:schemeClr val="accent1"/>
                </a:solidFill>
              </a:defRPr>
            </a:lvl2pPr>
            <a:lvl3pPr>
              <a:defRPr sz="1800">
                <a:solidFill>
                  <a:schemeClr val="accent1"/>
                </a:solidFill>
              </a:defRPr>
            </a:lvl3pPr>
            <a:lvl4pPr>
              <a:defRPr sz="1800">
                <a:solidFill>
                  <a:schemeClr val="accent1"/>
                </a:solidFill>
              </a:defRPr>
            </a:lvl4pPr>
            <a:lvl5pPr>
              <a:defRPr sz="1800">
                <a:solidFill>
                  <a:schemeClr val="accent1"/>
                </a:solidFill>
              </a:defRPr>
            </a:lvl5pPr>
          </a:lstStyle>
          <a:p>
            <a:pPr marL="0" indent="0" defTabSz="914400">
              <a:spcBef>
                <a:spcPts val="0"/>
              </a:spcBef>
              <a:buFont typeface="Wingdings" charset="2"/>
              <a:buNone/>
            </a:pPr>
            <a:r>
              <a:rPr lang="en-US" sz="1800" kern="0">
                <a:solidFill>
                  <a:srgbClr val="F36F2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This is your optional subtitle Try to keep this to two lines of type maximum if used</a:t>
            </a:r>
          </a:p>
        </p:txBody>
      </p:sp>
      <p:pic>
        <p:nvPicPr>
          <p:cNvPr id="14" name="Google Shape;107;p19">
            <a:extLst>
              <a:ext uri="{FF2B5EF4-FFF2-40B4-BE49-F238E27FC236}">
                <a16:creationId xmlns:a16="http://schemas.microsoft.com/office/drawing/2014/main" id="{C078F8D0-7AEA-CF46-89A1-50DB60309410}"/>
              </a:ext>
            </a:extLst>
          </p:cNvPr>
          <p:cNvPicPr/>
          <p:nvPr userDrawn="1"/>
        </p:nvPicPr>
        <p:blipFill>
          <a:blip r:embed="rId2"/>
          <a:stretch/>
        </p:blipFill>
        <p:spPr>
          <a:xfrm>
            <a:off x="-962" y="6362184"/>
            <a:ext cx="12191520" cy="523200"/>
          </a:xfrm>
          <a:prstGeom prst="rect">
            <a:avLst/>
          </a:prstGeom>
          <a:ln w="0">
            <a:noFill/>
          </a:ln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AC244F20-8581-DC4D-85E1-F52AD2B02347}"/>
              </a:ext>
            </a:extLst>
          </p:cNvPr>
          <p:cNvSpPr/>
          <p:nvPr userDrawn="1"/>
        </p:nvSpPr>
        <p:spPr>
          <a:xfrm>
            <a:off x="11547063" y="641909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E19BDB9-AF73-E746-8F38-BABDD5BB1691}"/>
              </a:ext>
            </a:extLst>
          </p:cNvPr>
          <p:cNvSpPr/>
          <p:nvPr userDrawn="1"/>
        </p:nvSpPr>
        <p:spPr>
          <a:xfrm>
            <a:off x="11547063" y="646557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pic>
        <p:nvPicPr>
          <p:cNvPr id="10" name="Google Shape;108;p19">
            <a:extLst>
              <a:ext uri="{FF2B5EF4-FFF2-40B4-BE49-F238E27FC236}">
                <a16:creationId xmlns:a16="http://schemas.microsoft.com/office/drawing/2014/main" id="{561935EC-19A4-7C46-8D18-02367D6B9297}"/>
              </a:ext>
            </a:extLst>
          </p:cNvPr>
          <p:cNvPicPr/>
          <p:nvPr userDrawn="1"/>
        </p:nvPicPr>
        <p:blipFill>
          <a:blip r:embed="rId3" cstate="print"/>
          <a:stretch/>
        </p:blipFill>
        <p:spPr>
          <a:xfrm>
            <a:off x="275460" y="6451464"/>
            <a:ext cx="1264320" cy="344640"/>
          </a:xfrm>
          <a:prstGeom prst="rect">
            <a:avLst/>
          </a:prstGeom>
          <a:ln w="0">
            <a:noFill/>
          </a:ln>
        </p:spPr>
      </p:pic>
      <p:sp>
        <p:nvSpPr>
          <p:cNvPr id="11" name="Google Shape;109;p19">
            <a:extLst>
              <a:ext uri="{FF2B5EF4-FFF2-40B4-BE49-F238E27FC236}">
                <a16:creationId xmlns:a16="http://schemas.microsoft.com/office/drawing/2014/main" id="{1BDDB297-4717-4D4A-A9FF-8E1DA0472F7C}"/>
              </a:ext>
            </a:extLst>
          </p:cNvPr>
          <p:cNvSpPr/>
          <p:nvPr userDrawn="1"/>
        </p:nvSpPr>
        <p:spPr>
          <a:xfrm>
            <a:off x="9281760" y="6541678"/>
            <a:ext cx="1931040" cy="16421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1520">
              <a:lnSpc>
                <a:spcPct val="100000"/>
              </a:lnSpc>
              <a:tabLst>
                <a:tab pos="0" algn="l"/>
              </a:tabLst>
            </a:pPr>
            <a:r>
              <a:rPr lang="en" sz="1067" b="0" u="none" strike="noStrike">
                <a:uFillTx/>
                <a:latin typeface="Calibri"/>
                <a:ea typeface="Calibri"/>
              </a:rPr>
              <a:t>Tavant Proprietary &amp; Confidential</a:t>
            </a:r>
            <a:endParaRPr lang="en-IN" sz="1067" b="0" u="none" strike="noStrike">
              <a:uFillTx/>
              <a:latin typeface="Arial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4006B26-BA4E-E344-81EA-ABF972399762}"/>
              </a:ext>
            </a:extLst>
          </p:cNvPr>
          <p:cNvSpPr txBox="1"/>
          <p:nvPr userDrawn="1"/>
        </p:nvSpPr>
        <p:spPr>
          <a:xfrm>
            <a:off x="11502039" y="6495512"/>
            <a:ext cx="349775" cy="256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954E5BDB-61AA-4049-AE86-82CC72DFC771}" type="slidenum">
              <a:rPr lang="en-US" sz="1067" smtClean="0">
                <a:solidFill>
                  <a:schemeClr val="bg1"/>
                </a:solidFill>
              </a:rPr>
              <a:t>‹#›</a:t>
            </a:fld>
            <a:endParaRPr lang="en-US" sz="1067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8539229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7;p19">
            <a:extLst>
              <a:ext uri="{FF2B5EF4-FFF2-40B4-BE49-F238E27FC236}">
                <a16:creationId xmlns:a16="http://schemas.microsoft.com/office/drawing/2014/main" id="{EB642119-D1DA-2A41-9E40-D8B8ED072025}"/>
              </a:ext>
            </a:extLst>
          </p:cNvPr>
          <p:cNvPicPr/>
          <p:nvPr userDrawn="1"/>
        </p:nvPicPr>
        <p:blipFill>
          <a:blip r:embed="rId2"/>
          <a:stretch/>
        </p:blipFill>
        <p:spPr>
          <a:xfrm>
            <a:off x="-962" y="6362184"/>
            <a:ext cx="12191520" cy="523200"/>
          </a:xfrm>
          <a:prstGeom prst="rect">
            <a:avLst/>
          </a:prstGeom>
          <a:ln w="0">
            <a:noFill/>
          </a:ln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67BE79E2-C9BE-0B45-B7B9-B90FF6DB172F}"/>
              </a:ext>
            </a:extLst>
          </p:cNvPr>
          <p:cNvSpPr/>
          <p:nvPr userDrawn="1"/>
        </p:nvSpPr>
        <p:spPr>
          <a:xfrm>
            <a:off x="11547063" y="641909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EF44AC2-DA98-DF49-8A31-93632B2FB633}"/>
              </a:ext>
            </a:extLst>
          </p:cNvPr>
          <p:cNvSpPr/>
          <p:nvPr userDrawn="1"/>
        </p:nvSpPr>
        <p:spPr>
          <a:xfrm>
            <a:off x="11547063" y="646557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A0E174B-16EF-5F4F-BAA8-928FE02C1800}"/>
              </a:ext>
            </a:extLst>
          </p:cNvPr>
          <p:cNvSpPr txBox="1"/>
          <p:nvPr userDrawn="1"/>
        </p:nvSpPr>
        <p:spPr>
          <a:xfrm>
            <a:off x="11502039" y="6495512"/>
            <a:ext cx="349775" cy="256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954E5BDB-61AA-4049-AE86-82CC72DFC771}" type="slidenum">
              <a:rPr lang="en-US" sz="1067" smtClean="0">
                <a:solidFill>
                  <a:schemeClr val="bg1"/>
                </a:solidFill>
              </a:rPr>
              <a:t>‹#›</a:t>
            </a:fld>
            <a:endParaRPr lang="en-US" sz="1067">
              <a:solidFill>
                <a:schemeClr val="bg1"/>
              </a:solidFill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99514E-6A92-4F1B-BF99-08F4220E1F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4739" y="339472"/>
            <a:ext cx="11542522" cy="359457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>
              <a:defRPr sz="2400" b="1">
                <a:latin typeface="+mj-lt"/>
                <a:cs typeface="Calibri" panose="020F0502020204030204" pitchFamily="34" charset="0"/>
              </a:defRPr>
            </a:lvl1pPr>
          </a:lstStyle>
          <a:p>
            <a:r>
              <a:rPr lang="en-US"/>
              <a:t>THIS IS YOUR TITLE – KEEP IT TO ONE LINE MAXIMUM</a:t>
            </a:r>
          </a:p>
        </p:txBody>
      </p:sp>
      <p:pic>
        <p:nvPicPr>
          <p:cNvPr id="14" name="Google Shape;108;p19">
            <a:extLst>
              <a:ext uri="{FF2B5EF4-FFF2-40B4-BE49-F238E27FC236}">
                <a16:creationId xmlns:a16="http://schemas.microsoft.com/office/drawing/2014/main" id="{6FD24764-8DB6-0349-893D-31832A40A279}"/>
              </a:ext>
            </a:extLst>
          </p:cNvPr>
          <p:cNvPicPr/>
          <p:nvPr userDrawn="1"/>
        </p:nvPicPr>
        <p:blipFill>
          <a:blip r:embed="rId3" cstate="print"/>
          <a:stretch/>
        </p:blipFill>
        <p:spPr>
          <a:xfrm>
            <a:off x="265064" y="6462185"/>
            <a:ext cx="1264320" cy="344640"/>
          </a:xfrm>
          <a:prstGeom prst="rect">
            <a:avLst/>
          </a:prstGeom>
          <a:ln w="0">
            <a:noFill/>
          </a:ln>
        </p:spPr>
      </p:pic>
      <p:sp>
        <p:nvSpPr>
          <p:cNvPr id="3" name="Google Shape;109;p19">
            <a:extLst>
              <a:ext uri="{FF2B5EF4-FFF2-40B4-BE49-F238E27FC236}">
                <a16:creationId xmlns:a16="http://schemas.microsoft.com/office/drawing/2014/main" id="{3E01CCEB-2608-799E-AA8B-DF1C61C0D5D3}"/>
              </a:ext>
            </a:extLst>
          </p:cNvPr>
          <p:cNvSpPr/>
          <p:nvPr userDrawn="1"/>
        </p:nvSpPr>
        <p:spPr>
          <a:xfrm>
            <a:off x="9541736" y="6541678"/>
            <a:ext cx="1931040" cy="1646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1520" algn="ctr">
              <a:lnSpc>
                <a:spcPct val="100000"/>
              </a:lnSpc>
              <a:tabLst>
                <a:tab pos="0" algn="l"/>
              </a:tabLst>
            </a:pPr>
            <a:r>
              <a:rPr lang="en-IN" sz="1070" b="0" i="0" kern="120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Tavant Confidential</a:t>
            </a:r>
            <a:endParaRPr lang="en-IN" sz="1070" b="0" u="none" strike="noStrike"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6720865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67;p14">
            <a:extLst>
              <a:ext uri="{FF2B5EF4-FFF2-40B4-BE49-F238E27FC236}">
                <a16:creationId xmlns:a16="http://schemas.microsoft.com/office/drawing/2014/main" id="{E6A9D285-AC01-0A48-9ED5-D15C52AEEC82}"/>
              </a:ext>
            </a:extLst>
          </p:cNvPr>
          <p:cNvPicPr/>
          <p:nvPr userDrawn="1"/>
        </p:nvPicPr>
        <p:blipFill rotWithShape="1">
          <a:blip r:embed="rId2"/>
          <a:srcRect l="36895" t="4218" r="10891" b="1924"/>
          <a:stretch/>
        </p:blipFill>
        <p:spPr>
          <a:xfrm>
            <a:off x="6847680" y="-27384"/>
            <a:ext cx="5343840" cy="6408712"/>
          </a:xfrm>
          <a:prstGeom prst="rect">
            <a:avLst/>
          </a:prstGeom>
          <a:ln w="0">
            <a:noFill/>
          </a:ln>
        </p:spPr>
      </p:pic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267A270E-5CF5-B446-81CA-84AAFF7D774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0525" y="2000240"/>
            <a:ext cx="5566203" cy="3168650"/>
          </a:xfrm>
        </p:spPr>
        <p:txBody>
          <a:bodyPr lIns="0" tIns="180000" rIns="0" bIns="0"/>
          <a:lstStyle>
            <a:lvl1pPr marL="0" indent="0">
              <a:lnSpc>
                <a:spcPct val="0"/>
              </a:lnSpc>
              <a:spcBef>
                <a:spcPts val="0"/>
              </a:spcBef>
              <a:buNone/>
              <a:defRPr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>
              <a:lnSpc>
                <a:spcPct val="130000"/>
              </a:lnSpc>
              <a:tabLst>
                <a:tab pos="0" algn="l"/>
              </a:tabLst>
            </a:pPr>
            <a:r>
              <a:rPr lang="en" sz="1800">
                <a:solidFill>
                  <a:srgbClr val="222222"/>
                </a:solidFill>
                <a:highlight>
                  <a:srgbClr val="FFFFFF"/>
                </a:highlight>
                <a:latin typeface="Calibri"/>
                <a:ea typeface="Calibri"/>
              </a:rPr>
              <a:t>1. First Talking Point</a:t>
            </a:r>
            <a:endParaRPr lang="en-IN" sz="180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30000"/>
              </a:lnSpc>
              <a:tabLst>
                <a:tab pos="0" algn="l"/>
              </a:tabLst>
            </a:pPr>
            <a:r>
              <a:rPr lang="en" sz="1800">
                <a:solidFill>
                  <a:srgbClr val="222222"/>
                </a:solidFill>
                <a:highlight>
                  <a:srgbClr val="FFFFFF"/>
                </a:highlight>
                <a:latin typeface="Calibri"/>
                <a:ea typeface="Calibri"/>
              </a:rPr>
              <a:t>2. Second Talking Point</a:t>
            </a:r>
            <a:endParaRPr lang="en-IN" sz="180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30000"/>
              </a:lnSpc>
              <a:tabLst>
                <a:tab pos="0" algn="l"/>
              </a:tabLst>
            </a:pPr>
            <a:r>
              <a:rPr lang="en" sz="1800">
                <a:solidFill>
                  <a:srgbClr val="222222"/>
                </a:solidFill>
                <a:highlight>
                  <a:srgbClr val="FFFFFF"/>
                </a:highlight>
                <a:latin typeface="Calibri"/>
                <a:ea typeface="Calibri"/>
              </a:rPr>
              <a:t>3. Third Talking Point</a:t>
            </a:r>
            <a:endParaRPr lang="en-IN" sz="180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30000"/>
              </a:lnSpc>
              <a:tabLst>
                <a:tab pos="0" algn="l"/>
              </a:tabLst>
            </a:pPr>
            <a:r>
              <a:rPr lang="en" sz="1800">
                <a:solidFill>
                  <a:srgbClr val="222222"/>
                </a:solidFill>
                <a:highlight>
                  <a:srgbClr val="FFFFFF"/>
                </a:highlight>
                <a:latin typeface="Calibri"/>
                <a:ea typeface="Calibri"/>
              </a:rPr>
              <a:t>4. Fourth Talking Point</a:t>
            </a:r>
            <a:endParaRPr lang="en-IN" sz="180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30000"/>
              </a:lnSpc>
              <a:tabLst>
                <a:tab pos="0" algn="l"/>
              </a:tabLst>
            </a:pPr>
            <a:r>
              <a:rPr lang="en" sz="1800">
                <a:solidFill>
                  <a:srgbClr val="222222"/>
                </a:solidFill>
                <a:highlight>
                  <a:srgbClr val="FFFFFF"/>
                </a:highlight>
                <a:latin typeface="Calibri"/>
                <a:ea typeface="Calibri"/>
              </a:rPr>
              <a:t>5. Fifth Talking Point</a:t>
            </a:r>
            <a:endParaRPr lang="en-IN" sz="180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30000"/>
              </a:lnSpc>
              <a:tabLst>
                <a:tab pos="0" algn="l"/>
              </a:tabLst>
            </a:pPr>
            <a:r>
              <a:rPr lang="en" sz="1800">
                <a:solidFill>
                  <a:srgbClr val="222222"/>
                </a:solidFill>
                <a:highlight>
                  <a:srgbClr val="FFFFFF"/>
                </a:highlight>
                <a:latin typeface="Calibri"/>
                <a:ea typeface="Calibri"/>
              </a:rPr>
              <a:t>6. Sixth Talking Point</a:t>
            </a:r>
            <a:endParaRPr lang="en-IN" sz="180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691B7F3C-1377-9B4D-AC92-DF000674ED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0240" y="404664"/>
            <a:ext cx="5555053" cy="454826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>
              <a:defRPr sz="1800" b="1">
                <a:solidFill>
                  <a:srgbClr val="F77A3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AGENDA/CONTENT</a:t>
            </a:r>
          </a:p>
        </p:txBody>
      </p:sp>
      <p:pic>
        <p:nvPicPr>
          <p:cNvPr id="8" name="Google Shape;107;p19">
            <a:extLst>
              <a:ext uri="{FF2B5EF4-FFF2-40B4-BE49-F238E27FC236}">
                <a16:creationId xmlns:a16="http://schemas.microsoft.com/office/drawing/2014/main" id="{FC199D98-4CF0-B646-9CD9-D3DD2A0C05FC}"/>
              </a:ext>
            </a:extLst>
          </p:cNvPr>
          <p:cNvPicPr/>
          <p:nvPr userDrawn="1"/>
        </p:nvPicPr>
        <p:blipFill>
          <a:blip r:embed="rId3"/>
          <a:stretch/>
        </p:blipFill>
        <p:spPr>
          <a:xfrm>
            <a:off x="-962" y="6362184"/>
            <a:ext cx="12191520" cy="523200"/>
          </a:xfrm>
          <a:prstGeom prst="rect">
            <a:avLst/>
          </a:prstGeom>
          <a:ln w="0">
            <a:noFill/>
          </a:ln>
        </p:spPr>
      </p:pic>
      <p:pic>
        <p:nvPicPr>
          <p:cNvPr id="9" name="Google Shape;108;p19">
            <a:extLst>
              <a:ext uri="{FF2B5EF4-FFF2-40B4-BE49-F238E27FC236}">
                <a16:creationId xmlns:a16="http://schemas.microsoft.com/office/drawing/2014/main" id="{CB235E1C-4FA0-CA4C-ADD0-D5DCEEE4821E}"/>
              </a:ext>
            </a:extLst>
          </p:cNvPr>
          <p:cNvPicPr/>
          <p:nvPr userDrawn="1"/>
        </p:nvPicPr>
        <p:blipFill>
          <a:blip r:embed="rId4" cstate="print"/>
          <a:stretch/>
        </p:blipFill>
        <p:spPr>
          <a:xfrm>
            <a:off x="389760" y="6451464"/>
            <a:ext cx="1264320" cy="344640"/>
          </a:xfrm>
          <a:prstGeom prst="rect">
            <a:avLst/>
          </a:prstGeom>
          <a:ln w="0">
            <a:noFill/>
          </a:ln>
        </p:spPr>
      </p:pic>
      <p:sp>
        <p:nvSpPr>
          <p:cNvPr id="10" name="Google Shape;109;p19">
            <a:extLst>
              <a:ext uri="{FF2B5EF4-FFF2-40B4-BE49-F238E27FC236}">
                <a16:creationId xmlns:a16="http://schemas.microsoft.com/office/drawing/2014/main" id="{0E9A9147-DE9F-E74D-AA2C-C2867847489F}"/>
              </a:ext>
            </a:extLst>
          </p:cNvPr>
          <p:cNvSpPr/>
          <p:nvPr userDrawn="1"/>
        </p:nvSpPr>
        <p:spPr>
          <a:xfrm>
            <a:off x="9281760" y="6541678"/>
            <a:ext cx="1931040" cy="16421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1520">
              <a:lnSpc>
                <a:spcPct val="100000"/>
              </a:lnSpc>
              <a:tabLst>
                <a:tab pos="0" algn="l"/>
              </a:tabLst>
            </a:pPr>
            <a:r>
              <a:rPr lang="en" sz="1067" b="0" u="none" strike="noStrike">
                <a:uFillTx/>
                <a:latin typeface="Calibri"/>
                <a:ea typeface="Calibri"/>
              </a:rPr>
              <a:t>Tavant Proprietary &amp; Confidential</a:t>
            </a:r>
            <a:endParaRPr lang="en-IN" sz="1067" b="0" u="none" strike="noStrike">
              <a:uFillTx/>
              <a:latin typeface="Arial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856DA17-5906-0C4A-93DE-5642B2A8779A}"/>
              </a:ext>
            </a:extLst>
          </p:cNvPr>
          <p:cNvSpPr/>
          <p:nvPr userDrawn="1"/>
        </p:nvSpPr>
        <p:spPr>
          <a:xfrm>
            <a:off x="11547063" y="641909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8C16F2B-9052-204E-90D6-548DAEE090B1}"/>
              </a:ext>
            </a:extLst>
          </p:cNvPr>
          <p:cNvSpPr/>
          <p:nvPr userDrawn="1"/>
        </p:nvSpPr>
        <p:spPr>
          <a:xfrm>
            <a:off x="11547063" y="646557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582CE5C-F123-F943-8CA5-2DA8DDBE7D6E}"/>
              </a:ext>
            </a:extLst>
          </p:cNvPr>
          <p:cNvSpPr txBox="1"/>
          <p:nvPr userDrawn="1"/>
        </p:nvSpPr>
        <p:spPr>
          <a:xfrm>
            <a:off x="11502039" y="6495512"/>
            <a:ext cx="349775" cy="256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954E5BDB-61AA-4049-AE86-82CC72DFC771}" type="slidenum">
              <a:rPr lang="en-US" sz="1067" smtClean="0">
                <a:solidFill>
                  <a:schemeClr val="bg1"/>
                </a:solidFill>
              </a:rPr>
              <a:t>‹#›</a:t>
            </a:fld>
            <a:endParaRPr lang="en-US" sz="1067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2125857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74;p15">
            <a:extLst>
              <a:ext uri="{FF2B5EF4-FFF2-40B4-BE49-F238E27FC236}">
                <a16:creationId xmlns:a16="http://schemas.microsoft.com/office/drawing/2014/main" id="{5C5D8D6D-078A-2146-AA69-A63F6EA27599}"/>
              </a:ext>
            </a:extLst>
          </p:cNvPr>
          <p:cNvPicPr/>
          <p:nvPr userDrawn="1"/>
        </p:nvPicPr>
        <p:blipFill rotWithShape="1">
          <a:blip r:embed="rId2"/>
          <a:srcRect l="51117" t="7968" r="1173" b="191"/>
          <a:stretch/>
        </p:blipFill>
        <p:spPr>
          <a:xfrm>
            <a:off x="6377896" y="49214"/>
            <a:ext cx="5807728" cy="6288276"/>
          </a:xfrm>
          <a:prstGeom prst="rect">
            <a:avLst/>
          </a:prstGeom>
          <a:ln w="0">
            <a:noFill/>
          </a:ln>
        </p:spPr>
      </p:pic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BC504827-5DE1-C243-9569-AA901798D8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1675" y="2547758"/>
            <a:ext cx="3822117" cy="351705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>
              <a:defRPr sz="2400" b="1">
                <a:solidFill>
                  <a:srgbClr val="F77A3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" b="1">
                <a:solidFill>
                  <a:srgbClr val="E97132"/>
                </a:solidFill>
                <a:latin typeface="Calibri"/>
                <a:ea typeface="Calibri"/>
              </a:rPr>
              <a:t>THIS IS YOUR BREAKER SLIDE</a:t>
            </a:r>
            <a:endParaRPr lang="en-IN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094A339C-C731-EF44-AC8B-C7BB3B9DAC0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9760" y="4077071"/>
            <a:ext cx="3278991" cy="1080121"/>
          </a:xfrm>
          <a:prstGeom prst="rect">
            <a:avLst/>
          </a:prstGeom>
        </p:spPr>
        <p:txBody>
          <a:bodyPr lIns="0" anchor="ctr"/>
          <a:lstStyle>
            <a:lvl1pPr marL="0" indent="0">
              <a:spcBef>
                <a:spcPts val="0"/>
              </a:spcBef>
              <a:buNone/>
              <a:defRPr sz="18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700" indent="0">
              <a:buNone/>
              <a:defRPr sz="18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236519" indent="0">
              <a:buNone/>
              <a:defRPr sz="1200"/>
            </a:lvl3pPr>
            <a:lvl4pPr marL="460339" indent="0">
              <a:buNone/>
              <a:defRPr sz="1200"/>
            </a:lvl4pPr>
            <a:lvl5pPr marL="696860" indent="0">
              <a:buNone/>
              <a:defRPr sz="1200"/>
            </a:lvl5pPr>
          </a:lstStyle>
          <a:p>
            <a:pPr>
              <a:lnSpc>
                <a:spcPct val="90000"/>
              </a:lnSpc>
              <a:tabLst>
                <a:tab pos="0" algn="l"/>
              </a:tabLst>
            </a:pPr>
            <a:r>
              <a:rPr lang="en" sz="1800" b="1" u="none" strike="noStrike">
                <a:solidFill>
                  <a:schemeClr val="lt1"/>
                </a:solidFill>
                <a:uFillTx/>
                <a:latin typeface="Calibri"/>
                <a:ea typeface="Calibri"/>
              </a:rPr>
              <a:t>Key Point</a:t>
            </a:r>
            <a:endParaRPr lang="en-IN" sz="18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499"/>
              </a:spcBef>
              <a:tabLst>
                <a:tab pos="0" algn="l"/>
              </a:tabLst>
            </a:pPr>
            <a:r>
              <a:rPr lang="en" sz="1800" b="0" u="none" strike="noStrike">
                <a:solidFill>
                  <a:schemeClr val="lt1"/>
                </a:solidFill>
                <a:uFillTx/>
                <a:latin typeface="Calibri"/>
                <a:ea typeface="Calibri"/>
              </a:rPr>
              <a:t>Second level</a:t>
            </a:r>
            <a:endParaRPr lang="en-IN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2" name="Google Shape;107;p19">
            <a:extLst>
              <a:ext uri="{FF2B5EF4-FFF2-40B4-BE49-F238E27FC236}">
                <a16:creationId xmlns:a16="http://schemas.microsoft.com/office/drawing/2014/main" id="{60C88397-B710-6449-A835-53186FA0E8E7}"/>
              </a:ext>
            </a:extLst>
          </p:cNvPr>
          <p:cNvPicPr/>
          <p:nvPr userDrawn="1"/>
        </p:nvPicPr>
        <p:blipFill>
          <a:blip r:embed="rId3"/>
          <a:stretch/>
        </p:blipFill>
        <p:spPr>
          <a:xfrm>
            <a:off x="-962" y="6362184"/>
            <a:ext cx="12191520" cy="523200"/>
          </a:xfrm>
          <a:prstGeom prst="rect">
            <a:avLst/>
          </a:prstGeom>
          <a:ln w="0">
            <a:noFill/>
          </a:ln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C7580CC4-164C-D146-87F3-967848DBDD73}"/>
              </a:ext>
            </a:extLst>
          </p:cNvPr>
          <p:cNvSpPr/>
          <p:nvPr userDrawn="1"/>
        </p:nvSpPr>
        <p:spPr>
          <a:xfrm>
            <a:off x="11547063" y="641909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26E95E5-034E-4E49-A2DB-A237066EF51A}"/>
              </a:ext>
            </a:extLst>
          </p:cNvPr>
          <p:cNvSpPr/>
          <p:nvPr userDrawn="1"/>
        </p:nvSpPr>
        <p:spPr>
          <a:xfrm>
            <a:off x="11547063" y="646557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pic>
        <p:nvPicPr>
          <p:cNvPr id="18" name="Google Shape;108;p19">
            <a:extLst>
              <a:ext uri="{FF2B5EF4-FFF2-40B4-BE49-F238E27FC236}">
                <a16:creationId xmlns:a16="http://schemas.microsoft.com/office/drawing/2014/main" id="{C417E100-CA2C-564E-975A-811D57EF1697}"/>
              </a:ext>
            </a:extLst>
          </p:cNvPr>
          <p:cNvPicPr/>
          <p:nvPr userDrawn="1"/>
        </p:nvPicPr>
        <p:blipFill>
          <a:blip r:embed="rId4" cstate="print"/>
          <a:stretch/>
        </p:blipFill>
        <p:spPr>
          <a:xfrm>
            <a:off x="389760" y="6451464"/>
            <a:ext cx="1264320" cy="344640"/>
          </a:xfrm>
          <a:prstGeom prst="rect">
            <a:avLst/>
          </a:prstGeom>
          <a:ln w="0">
            <a:noFill/>
          </a:ln>
        </p:spPr>
      </p:pic>
      <p:sp>
        <p:nvSpPr>
          <p:cNvPr id="19" name="Google Shape;109;p19">
            <a:extLst>
              <a:ext uri="{FF2B5EF4-FFF2-40B4-BE49-F238E27FC236}">
                <a16:creationId xmlns:a16="http://schemas.microsoft.com/office/drawing/2014/main" id="{69E40EF9-DB30-6140-8E9F-9C8B602AE4F7}"/>
              </a:ext>
            </a:extLst>
          </p:cNvPr>
          <p:cNvSpPr/>
          <p:nvPr userDrawn="1"/>
        </p:nvSpPr>
        <p:spPr>
          <a:xfrm>
            <a:off x="9281760" y="6541678"/>
            <a:ext cx="1931040" cy="16421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1520">
              <a:lnSpc>
                <a:spcPct val="100000"/>
              </a:lnSpc>
              <a:tabLst>
                <a:tab pos="0" algn="l"/>
              </a:tabLst>
            </a:pPr>
            <a:r>
              <a:rPr lang="en" sz="1067" b="0" u="none" strike="noStrike">
                <a:uFillTx/>
                <a:latin typeface="Calibri"/>
                <a:ea typeface="Calibri"/>
              </a:rPr>
              <a:t>Tavant Proprietary &amp; Confidential</a:t>
            </a:r>
            <a:endParaRPr lang="en-IN" sz="1067" b="0" u="none" strike="noStrike">
              <a:uFillTx/>
              <a:latin typeface="Arial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CD5D0E8-40D8-854A-8D14-EB412DF3A66C}"/>
              </a:ext>
            </a:extLst>
          </p:cNvPr>
          <p:cNvSpPr txBox="1"/>
          <p:nvPr userDrawn="1"/>
        </p:nvSpPr>
        <p:spPr>
          <a:xfrm>
            <a:off x="11502039" y="6495512"/>
            <a:ext cx="349775" cy="256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954E5BDB-61AA-4049-AE86-82CC72DFC771}" type="slidenum">
              <a:rPr lang="en-US" sz="1067" smtClean="0">
                <a:solidFill>
                  <a:schemeClr val="bg1"/>
                </a:solidFill>
              </a:rPr>
              <a:t>‹#›</a:t>
            </a:fld>
            <a:endParaRPr lang="en-US" sz="1067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7282532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83;p16">
            <a:extLst>
              <a:ext uri="{FF2B5EF4-FFF2-40B4-BE49-F238E27FC236}">
                <a16:creationId xmlns:a16="http://schemas.microsoft.com/office/drawing/2014/main" id="{B381CFA4-4653-A944-B576-D620472C2E58}"/>
              </a:ext>
            </a:extLst>
          </p:cNvPr>
          <p:cNvPicPr/>
          <p:nvPr userDrawn="1"/>
        </p:nvPicPr>
        <p:blipFill rotWithShape="1">
          <a:blip r:embed="rId2"/>
          <a:srcRect l="30311" t="8369" r="-25" b="-4"/>
          <a:stretch/>
        </p:blipFill>
        <p:spPr>
          <a:xfrm>
            <a:off x="3708087" y="44624"/>
            <a:ext cx="8499265" cy="6284044"/>
          </a:xfrm>
          <a:prstGeom prst="rect">
            <a:avLst/>
          </a:prstGeom>
          <a:ln w="0">
            <a:noFill/>
          </a:ln>
        </p:spPr>
      </p:pic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65EB5FE7-CCB9-C44F-B74B-E6046D6462F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9760" y="4077071"/>
            <a:ext cx="3278991" cy="1080121"/>
          </a:xfrm>
          <a:prstGeom prst="rect">
            <a:avLst/>
          </a:prstGeom>
        </p:spPr>
        <p:txBody>
          <a:bodyPr lIns="0" anchor="ctr"/>
          <a:lstStyle>
            <a:lvl1pPr marL="0" indent="0">
              <a:spcBef>
                <a:spcPts val="0"/>
              </a:spcBef>
              <a:buNone/>
              <a:defRPr sz="18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700" indent="0">
              <a:buNone/>
              <a:defRPr sz="18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236519" indent="0">
              <a:buNone/>
              <a:defRPr sz="1200"/>
            </a:lvl3pPr>
            <a:lvl4pPr marL="460339" indent="0">
              <a:buNone/>
              <a:defRPr sz="1200"/>
            </a:lvl4pPr>
            <a:lvl5pPr marL="696860" indent="0">
              <a:buNone/>
              <a:defRPr sz="1200"/>
            </a:lvl5pPr>
          </a:lstStyle>
          <a:p>
            <a:pPr>
              <a:lnSpc>
                <a:spcPct val="90000"/>
              </a:lnSpc>
              <a:tabLst>
                <a:tab pos="0" algn="l"/>
              </a:tabLst>
            </a:pPr>
            <a:r>
              <a:rPr lang="en" sz="1800" b="1" u="none" strike="noStrike">
                <a:solidFill>
                  <a:schemeClr val="lt1"/>
                </a:solidFill>
                <a:uFillTx/>
                <a:latin typeface="Calibri"/>
                <a:ea typeface="Calibri"/>
              </a:rPr>
              <a:t>Key Point</a:t>
            </a:r>
            <a:endParaRPr lang="en-IN" sz="18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499"/>
              </a:spcBef>
              <a:tabLst>
                <a:tab pos="0" algn="l"/>
              </a:tabLst>
            </a:pPr>
            <a:r>
              <a:rPr lang="en" sz="1800" b="0" u="none" strike="noStrike">
                <a:solidFill>
                  <a:schemeClr val="lt1"/>
                </a:solidFill>
                <a:uFillTx/>
                <a:latin typeface="Calibri"/>
                <a:ea typeface="Calibri"/>
              </a:rPr>
              <a:t>Second level</a:t>
            </a:r>
            <a:endParaRPr lang="en-IN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B1C49B2D-1F06-6446-9E44-A5B8EB350A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1675" y="2547758"/>
            <a:ext cx="3822117" cy="351705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>
              <a:defRPr sz="2400" b="1">
                <a:solidFill>
                  <a:srgbClr val="F77A3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" b="1">
                <a:solidFill>
                  <a:srgbClr val="E97132"/>
                </a:solidFill>
                <a:latin typeface="Calibri"/>
                <a:ea typeface="Calibri"/>
              </a:rPr>
              <a:t>THIS IS YOUR BREAKER SLIDE</a:t>
            </a:r>
            <a:endParaRPr lang="en-IN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" name="Google Shape;107;p19">
            <a:extLst>
              <a:ext uri="{FF2B5EF4-FFF2-40B4-BE49-F238E27FC236}">
                <a16:creationId xmlns:a16="http://schemas.microsoft.com/office/drawing/2014/main" id="{AB6DCF16-E5E8-9A44-972A-09C2C3281563}"/>
              </a:ext>
            </a:extLst>
          </p:cNvPr>
          <p:cNvPicPr/>
          <p:nvPr userDrawn="1"/>
        </p:nvPicPr>
        <p:blipFill>
          <a:blip r:embed="rId3"/>
          <a:stretch/>
        </p:blipFill>
        <p:spPr>
          <a:xfrm>
            <a:off x="-962" y="6362184"/>
            <a:ext cx="12191520" cy="523200"/>
          </a:xfrm>
          <a:prstGeom prst="rect">
            <a:avLst/>
          </a:prstGeom>
          <a:ln w="0">
            <a:noFill/>
          </a:ln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BC535D3A-CF20-774F-B198-D96775085F64}"/>
              </a:ext>
            </a:extLst>
          </p:cNvPr>
          <p:cNvSpPr/>
          <p:nvPr userDrawn="1"/>
        </p:nvSpPr>
        <p:spPr>
          <a:xfrm>
            <a:off x="11547063" y="641909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DE695A4-0722-884A-9867-163EB04712C5}"/>
              </a:ext>
            </a:extLst>
          </p:cNvPr>
          <p:cNvSpPr/>
          <p:nvPr userDrawn="1"/>
        </p:nvSpPr>
        <p:spPr>
          <a:xfrm>
            <a:off x="11547063" y="646557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pic>
        <p:nvPicPr>
          <p:cNvPr id="16" name="Google Shape;108;p19">
            <a:extLst>
              <a:ext uri="{FF2B5EF4-FFF2-40B4-BE49-F238E27FC236}">
                <a16:creationId xmlns:a16="http://schemas.microsoft.com/office/drawing/2014/main" id="{507B4404-D040-3648-B057-C7BE4CF7C06B}"/>
              </a:ext>
            </a:extLst>
          </p:cNvPr>
          <p:cNvPicPr/>
          <p:nvPr userDrawn="1"/>
        </p:nvPicPr>
        <p:blipFill>
          <a:blip r:embed="rId4" cstate="print"/>
          <a:stretch/>
        </p:blipFill>
        <p:spPr>
          <a:xfrm>
            <a:off x="389760" y="6451464"/>
            <a:ext cx="1264320" cy="344640"/>
          </a:xfrm>
          <a:prstGeom prst="rect">
            <a:avLst/>
          </a:prstGeom>
          <a:ln w="0">
            <a:noFill/>
          </a:ln>
        </p:spPr>
      </p:pic>
      <p:sp>
        <p:nvSpPr>
          <p:cNvPr id="17" name="Google Shape;109;p19">
            <a:extLst>
              <a:ext uri="{FF2B5EF4-FFF2-40B4-BE49-F238E27FC236}">
                <a16:creationId xmlns:a16="http://schemas.microsoft.com/office/drawing/2014/main" id="{6DF6A2E1-5B04-4B41-975E-0DEBB7A15DCD}"/>
              </a:ext>
            </a:extLst>
          </p:cNvPr>
          <p:cNvSpPr/>
          <p:nvPr userDrawn="1"/>
        </p:nvSpPr>
        <p:spPr>
          <a:xfrm>
            <a:off x="9281760" y="6541678"/>
            <a:ext cx="1931040" cy="16421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1520">
              <a:lnSpc>
                <a:spcPct val="100000"/>
              </a:lnSpc>
              <a:tabLst>
                <a:tab pos="0" algn="l"/>
              </a:tabLst>
            </a:pPr>
            <a:r>
              <a:rPr lang="en" sz="1067" b="0" u="none" strike="noStrike">
                <a:uFillTx/>
                <a:latin typeface="Calibri"/>
                <a:ea typeface="Calibri"/>
              </a:rPr>
              <a:t>Tavant Confidential</a:t>
            </a:r>
            <a:endParaRPr lang="en-IN" sz="1067" b="0" u="none" strike="noStrike">
              <a:uFillTx/>
              <a:latin typeface="Arial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F84BF60-351B-2849-8434-CF84E3B9FAE6}"/>
              </a:ext>
            </a:extLst>
          </p:cNvPr>
          <p:cNvSpPr txBox="1"/>
          <p:nvPr userDrawn="1"/>
        </p:nvSpPr>
        <p:spPr>
          <a:xfrm>
            <a:off x="11502039" y="6495512"/>
            <a:ext cx="349775" cy="256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954E5BDB-61AA-4049-AE86-82CC72DFC771}" type="slidenum">
              <a:rPr lang="en-US" sz="1067" smtClean="0">
                <a:solidFill>
                  <a:schemeClr val="bg1"/>
                </a:solidFill>
              </a:rPr>
              <a:t>‹#›</a:t>
            </a:fld>
            <a:endParaRPr lang="en-US" sz="1067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740675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91;p17">
            <a:extLst>
              <a:ext uri="{FF2B5EF4-FFF2-40B4-BE49-F238E27FC236}">
                <a16:creationId xmlns:a16="http://schemas.microsoft.com/office/drawing/2014/main" id="{35D49C55-7167-304C-AD2C-70FEB5FAACAA}"/>
              </a:ext>
            </a:extLst>
          </p:cNvPr>
          <p:cNvPicPr/>
          <p:nvPr userDrawn="1"/>
        </p:nvPicPr>
        <p:blipFill rotWithShape="1">
          <a:blip r:embed="rId2"/>
          <a:srcRect l="47635" t="1" b="7998"/>
          <a:stretch/>
        </p:blipFill>
        <p:spPr>
          <a:xfrm>
            <a:off x="5807968" y="25839"/>
            <a:ext cx="6384032" cy="6309320"/>
          </a:xfrm>
          <a:prstGeom prst="rect">
            <a:avLst/>
          </a:prstGeom>
          <a:ln w="0">
            <a:noFill/>
          </a:ln>
        </p:spPr>
      </p:pic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77D5A4B9-A9C5-FA43-99FC-A7B6A4B2D40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9760" y="4077071"/>
            <a:ext cx="3278991" cy="1080121"/>
          </a:xfrm>
          <a:prstGeom prst="rect">
            <a:avLst/>
          </a:prstGeom>
        </p:spPr>
        <p:txBody>
          <a:bodyPr lIns="0" anchor="ctr"/>
          <a:lstStyle>
            <a:lvl1pPr marL="0" indent="0">
              <a:spcBef>
                <a:spcPts val="0"/>
              </a:spcBef>
              <a:buNone/>
              <a:defRPr sz="18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700" indent="0">
              <a:buNone/>
              <a:defRPr sz="18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236519" indent="0">
              <a:buNone/>
              <a:defRPr sz="1200"/>
            </a:lvl3pPr>
            <a:lvl4pPr marL="460339" indent="0">
              <a:buNone/>
              <a:defRPr sz="1200"/>
            </a:lvl4pPr>
            <a:lvl5pPr marL="696860" indent="0">
              <a:buNone/>
              <a:defRPr sz="1200"/>
            </a:lvl5pPr>
          </a:lstStyle>
          <a:p>
            <a:pPr>
              <a:lnSpc>
                <a:spcPct val="90000"/>
              </a:lnSpc>
              <a:tabLst>
                <a:tab pos="0" algn="l"/>
              </a:tabLst>
            </a:pPr>
            <a:r>
              <a:rPr lang="en" sz="1800" b="1" u="none" strike="noStrike">
                <a:solidFill>
                  <a:schemeClr val="lt1"/>
                </a:solidFill>
                <a:uFillTx/>
                <a:latin typeface="Calibri"/>
                <a:ea typeface="Calibri"/>
              </a:rPr>
              <a:t>Key Point</a:t>
            </a:r>
            <a:endParaRPr lang="en-IN" sz="18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499"/>
              </a:spcBef>
              <a:tabLst>
                <a:tab pos="0" algn="l"/>
              </a:tabLst>
            </a:pPr>
            <a:r>
              <a:rPr lang="en" sz="1800" b="0" u="none" strike="noStrike">
                <a:solidFill>
                  <a:schemeClr val="lt1"/>
                </a:solidFill>
                <a:uFillTx/>
                <a:latin typeface="Calibri"/>
                <a:ea typeface="Calibri"/>
              </a:rPr>
              <a:t>Second level</a:t>
            </a:r>
            <a:endParaRPr lang="en-IN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C67D9DB5-F0AB-6F4F-A719-4311558201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1675" y="2547758"/>
            <a:ext cx="3822117" cy="351705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>
              <a:defRPr sz="2400" b="1">
                <a:solidFill>
                  <a:srgbClr val="F77A3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" b="1">
                <a:solidFill>
                  <a:srgbClr val="E97132"/>
                </a:solidFill>
                <a:latin typeface="Calibri"/>
                <a:ea typeface="Calibri"/>
              </a:rPr>
              <a:t>THIS IS YOUR BREAKER SLIDE</a:t>
            </a:r>
            <a:endParaRPr lang="en-IN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" name="Google Shape;107;p19">
            <a:extLst>
              <a:ext uri="{FF2B5EF4-FFF2-40B4-BE49-F238E27FC236}">
                <a16:creationId xmlns:a16="http://schemas.microsoft.com/office/drawing/2014/main" id="{944BFAD9-2334-1346-B888-5F696A807799}"/>
              </a:ext>
            </a:extLst>
          </p:cNvPr>
          <p:cNvPicPr/>
          <p:nvPr userDrawn="1"/>
        </p:nvPicPr>
        <p:blipFill>
          <a:blip r:embed="rId3"/>
          <a:stretch/>
        </p:blipFill>
        <p:spPr>
          <a:xfrm>
            <a:off x="-962" y="6362184"/>
            <a:ext cx="12191520" cy="523200"/>
          </a:xfrm>
          <a:prstGeom prst="rect">
            <a:avLst/>
          </a:prstGeom>
          <a:ln w="0">
            <a:noFill/>
          </a:ln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2099A479-AEC7-F644-9220-522FC7942D9B}"/>
              </a:ext>
            </a:extLst>
          </p:cNvPr>
          <p:cNvSpPr/>
          <p:nvPr userDrawn="1"/>
        </p:nvSpPr>
        <p:spPr>
          <a:xfrm>
            <a:off x="11547063" y="641909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FB20322-E558-5E43-B90C-AEF722D49614}"/>
              </a:ext>
            </a:extLst>
          </p:cNvPr>
          <p:cNvSpPr/>
          <p:nvPr userDrawn="1"/>
        </p:nvSpPr>
        <p:spPr>
          <a:xfrm>
            <a:off x="11547063" y="646557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pic>
        <p:nvPicPr>
          <p:cNvPr id="11" name="Google Shape;108;p19">
            <a:extLst>
              <a:ext uri="{FF2B5EF4-FFF2-40B4-BE49-F238E27FC236}">
                <a16:creationId xmlns:a16="http://schemas.microsoft.com/office/drawing/2014/main" id="{1B7FDA51-D872-0B43-98E5-4F594F52EE32}"/>
              </a:ext>
            </a:extLst>
          </p:cNvPr>
          <p:cNvPicPr/>
          <p:nvPr userDrawn="1"/>
        </p:nvPicPr>
        <p:blipFill>
          <a:blip r:embed="rId4" cstate="print"/>
          <a:stretch/>
        </p:blipFill>
        <p:spPr>
          <a:xfrm>
            <a:off x="389760" y="6451464"/>
            <a:ext cx="1264320" cy="344640"/>
          </a:xfrm>
          <a:prstGeom prst="rect">
            <a:avLst/>
          </a:prstGeom>
          <a:ln w="0">
            <a:noFill/>
          </a:ln>
        </p:spPr>
      </p:pic>
      <p:sp>
        <p:nvSpPr>
          <p:cNvPr id="16" name="Google Shape;109;p19">
            <a:extLst>
              <a:ext uri="{FF2B5EF4-FFF2-40B4-BE49-F238E27FC236}">
                <a16:creationId xmlns:a16="http://schemas.microsoft.com/office/drawing/2014/main" id="{681AABB5-954B-414C-BF9F-30D40FA3C916}"/>
              </a:ext>
            </a:extLst>
          </p:cNvPr>
          <p:cNvSpPr/>
          <p:nvPr userDrawn="1"/>
        </p:nvSpPr>
        <p:spPr>
          <a:xfrm>
            <a:off x="9281760" y="6541678"/>
            <a:ext cx="1931040" cy="16421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1520">
              <a:lnSpc>
                <a:spcPct val="100000"/>
              </a:lnSpc>
              <a:tabLst>
                <a:tab pos="0" algn="l"/>
              </a:tabLst>
            </a:pPr>
            <a:r>
              <a:rPr lang="en" sz="1067" b="0" u="none" strike="noStrike">
                <a:uFillTx/>
                <a:latin typeface="Calibri"/>
                <a:ea typeface="Calibri"/>
              </a:rPr>
              <a:t>Tavant Proprietary &amp; Confidential</a:t>
            </a:r>
            <a:endParaRPr lang="en-IN" sz="1067" b="0" u="none" strike="noStrike">
              <a:uFillTx/>
              <a:latin typeface="Arial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CB00C47-20BD-6340-A196-D14A89156B6D}"/>
              </a:ext>
            </a:extLst>
          </p:cNvPr>
          <p:cNvSpPr txBox="1"/>
          <p:nvPr userDrawn="1"/>
        </p:nvSpPr>
        <p:spPr>
          <a:xfrm>
            <a:off x="11502039" y="6495512"/>
            <a:ext cx="349775" cy="256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954E5BDB-61AA-4049-AE86-82CC72DFC771}" type="slidenum">
              <a:rPr lang="en-US" sz="1067" smtClean="0">
                <a:solidFill>
                  <a:schemeClr val="bg1"/>
                </a:solidFill>
              </a:rPr>
              <a:t>‹#›</a:t>
            </a:fld>
            <a:endParaRPr lang="en-US" sz="1067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3663854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99;p18">
            <a:extLst>
              <a:ext uri="{FF2B5EF4-FFF2-40B4-BE49-F238E27FC236}">
                <a16:creationId xmlns:a16="http://schemas.microsoft.com/office/drawing/2014/main" id="{AE8165D1-6A41-0745-93BC-280B1045F69A}"/>
              </a:ext>
            </a:extLst>
          </p:cNvPr>
          <p:cNvPicPr/>
          <p:nvPr userDrawn="1"/>
        </p:nvPicPr>
        <p:blipFill rotWithShape="1">
          <a:blip r:embed="rId2"/>
          <a:srcRect l="37401" t="400" b="7598"/>
          <a:stretch/>
        </p:blipFill>
        <p:spPr>
          <a:xfrm>
            <a:off x="4559829" y="44624"/>
            <a:ext cx="7631691" cy="6309320"/>
          </a:xfrm>
          <a:prstGeom prst="rect">
            <a:avLst/>
          </a:prstGeom>
          <a:ln w="0">
            <a:noFill/>
          </a:ln>
        </p:spPr>
      </p:pic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56538A60-E6F3-9143-8645-0D9AA5BA989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9760" y="4077071"/>
            <a:ext cx="3278991" cy="1080121"/>
          </a:xfrm>
          <a:prstGeom prst="rect">
            <a:avLst/>
          </a:prstGeom>
        </p:spPr>
        <p:txBody>
          <a:bodyPr lIns="0" anchor="ctr"/>
          <a:lstStyle>
            <a:lvl1pPr marL="0" indent="0">
              <a:spcBef>
                <a:spcPts val="0"/>
              </a:spcBef>
              <a:buNone/>
              <a:defRPr sz="18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700" indent="0">
              <a:buNone/>
              <a:defRPr sz="18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236519" indent="0">
              <a:buNone/>
              <a:defRPr sz="1200"/>
            </a:lvl3pPr>
            <a:lvl4pPr marL="460339" indent="0">
              <a:buNone/>
              <a:defRPr sz="1200"/>
            </a:lvl4pPr>
            <a:lvl5pPr marL="696860" indent="0">
              <a:buNone/>
              <a:defRPr sz="1200"/>
            </a:lvl5pPr>
          </a:lstStyle>
          <a:p>
            <a:pPr>
              <a:lnSpc>
                <a:spcPct val="90000"/>
              </a:lnSpc>
              <a:tabLst>
                <a:tab pos="0" algn="l"/>
              </a:tabLst>
            </a:pPr>
            <a:r>
              <a:rPr lang="en" sz="1800" b="1" u="none" strike="noStrike">
                <a:solidFill>
                  <a:schemeClr val="lt1"/>
                </a:solidFill>
                <a:uFillTx/>
                <a:latin typeface="Calibri"/>
                <a:ea typeface="Calibri"/>
              </a:rPr>
              <a:t>Key Point</a:t>
            </a:r>
            <a:endParaRPr lang="en-IN" sz="18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499"/>
              </a:spcBef>
              <a:tabLst>
                <a:tab pos="0" algn="l"/>
              </a:tabLst>
            </a:pPr>
            <a:r>
              <a:rPr lang="en" sz="1800" b="0" u="none" strike="noStrike">
                <a:solidFill>
                  <a:schemeClr val="lt1"/>
                </a:solidFill>
                <a:uFillTx/>
                <a:latin typeface="Calibri"/>
                <a:ea typeface="Calibri"/>
              </a:rPr>
              <a:t>Second level</a:t>
            </a:r>
            <a:endParaRPr lang="en-IN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66B66383-C930-684D-8D09-57FA97B15F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1675" y="2547758"/>
            <a:ext cx="3822117" cy="351705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>
              <a:defRPr sz="2400" b="1">
                <a:solidFill>
                  <a:srgbClr val="F77A3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" b="1">
                <a:solidFill>
                  <a:srgbClr val="E97132"/>
                </a:solidFill>
                <a:latin typeface="Calibri"/>
                <a:ea typeface="Calibri"/>
              </a:rPr>
              <a:t>THIS IS YOUR BREAKER SLIDE</a:t>
            </a:r>
            <a:endParaRPr lang="en-IN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" name="Google Shape;107;p19">
            <a:extLst>
              <a:ext uri="{FF2B5EF4-FFF2-40B4-BE49-F238E27FC236}">
                <a16:creationId xmlns:a16="http://schemas.microsoft.com/office/drawing/2014/main" id="{70ED10F0-4513-E64B-A8D3-82356BB9DB24}"/>
              </a:ext>
            </a:extLst>
          </p:cNvPr>
          <p:cNvPicPr/>
          <p:nvPr userDrawn="1"/>
        </p:nvPicPr>
        <p:blipFill>
          <a:blip r:embed="rId3"/>
          <a:stretch/>
        </p:blipFill>
        <p:spPr>
          <a:xfrm>
            <a:off x="-962" y="6362184"/>
            <a:ext cx="12191520" cy="523200"/>
          </a:xfrm>
          <a:prstGeom prst="rect">
            <a:avLst/>
          </a:prstGeom>
          <a:ln w="0">
            <a:noFill/>
          </a:ln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8A9CCFE3-A867-0449-968B-656FFD43921B}"/>
              </a:ext>
            </a:extLst>
          </p:cNvPr>
          <p:cNvSpPr/>
          <p:nvPr userDrawn="1"/>
        </p:nvSpPr>
        <p:spPr>
          <a:xfrm>
            <a:off x="11547063" y="641909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1BB572C-6C47-0847-AF2E-EC37CFA7A30C}"/>
              </a:ext>
            </a:extLst>
          </p:cNvPr>
          <p:cNvSpPr/>
          <p:nvPr userDrawn="1"/>
        </p:nvSpPr>
        <p:spPr>
          <a:xfrm>
            <a:off x="11547063" y="646557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pic>
        <p:nvPicPr>
          <p:cNvPr id="16" name="Google Shape;108;p19">
            <a:extLst>
              <a:ext uri="{FF2B5EF4-FFF2-40B4-BE49-F238E27FC236}">
                <a16:creationId xmlns:a16="http://schemas.microsoft.com/office/drawing/2014/main" id="{9106C6C9-E867-314A-87F9-CFDFCD5DC70D}"/>
              </a:ext>
            </a:extLst>
          </p:cNvPr>
          <p:cNvPicPr/>
          <p:nvPr userDrawn="1"/>
        </p:nvPicPr>
        <p:blipFill>
          <a:blip r:embed="rId4" cstate="print"/>
          <a:stretch/>
        </p:blipFill>
        <p:spPr>
          <a:xfrm>
            <a:off x="389760" y="6451464"/>
            <a:ext cx="1264320" cy="344640"/>
          </a:xfrm>
          <a:prstGeom prst="rect">
            <a:avLst/>
          </a:prstGeom>
          <a:ln w="0">
            <a:noFill/>
          </a:ln>
        </p:spPr>
      </p:pic>
      <p:sp>
        <p:nvSpPr>
          <p:cNvPr id="17" name="Google Shape;109;p19">
            <a:extLst>
              <a:ext uri="{FF2B5EF4-FFF2-40B4-BE49-F238E27FC236}">
                <a16:creationId xmlns:a16="http://schemas.microsoft.com/office/drawing/2014/main" id="{23FE4224-B05B-4F4B-9ED8-B5C68EDA60F5}"/>
              </a:ext>
            </a:extLst>
          </p:cNvPr>
          <p:cNvSpPr/>
          <p:nvPr userDrawn="1"/>
        </p:nvSpPr>
        <p:spPr>
          <a:xfrm>
            <a:off x="9281760" y="6541678"/>
            <a:ext cx="1931040" cy="16421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1520">
              <a:lnSpc>
                <a:spcPct val="100000"/>
              </a:lnSpc>
              <a:tabLst>
                <a:tab pos="0" algn="l"/>
              </a:tabLst>
            </a:pPr>
            <a:r>
              <a:rPr lang="en" sz="1067" b="0" u="none" strike="noStrike">
                <a:uFillTx/>
                <a:latin typeface="Calibri"/>
                <a:ea typeface="Calibri"/>
              </a:rPr>
              <a:t>Tavant Proprietary &amp; Confidential</a:t>
            </a:r>
            <a:endParaRPr lang="en-IN" sz="1067" b="0" u="none" strike="noStrike">
              <a:uFillTx/>
              <a:latin typeface="Arial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F73A18E-4D1B-3E40-87C2-1D7900A2BDB8}"/>
              </a:ext>
            </a:extLst>
          </p:cNvPr>
          <p:cNvSpPr txBox="1"/>
          <p:nvPr userDrawn="1"/>
        </p:nvSpPr>
        <p:spPr>
          <a:xfrm>
            <a:off x="11502039" y="6495512"/>
            <a:ext cx="349775" cy="256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954E5BDB-61AA-4049-AE86-82CC72DFC771}" type="slidenum">
              <a:rPr lang="en-US" sz="1067" smtClean="0">
                <a:solidFill>
                  <a:schemeClr val="bg1"/>
                </a:solidFill>
              </a:rPr>
              <a:t>‹#›</a:t>
            </a:fld>
            <a:endParaRPr lang="en-US" sz="1067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6285671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 + Content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Placeholder 1">
            <a:extLst>
              <a:ext uri="{FF2B5EF4-FFF2-40B4-BE49-F238E27FC236}">
                <a16:creationId xmlns:a16="http://schemas.microsoft.com/office/drawing/2014/main" id="{B7808001-0DB4-5547-9CFB-890621A6BD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7374" y="332656"/>
            <a:ext cx="11430286" cy="319012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>
              <a:defRPr sz="2400" b="1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b="1">
                <a:latin typeface="Calibri" panose="020F0502020204030204" pitchFamily="34" charset="0"/>
                <a:cs typeface="Calibri" panose="020F0502020204030204" pitchFamily="34" charset="0"/>
              </a:rPr>
              <a:t>THIS IS YOUR TITLE TRY TO KEEP TO ONE LINE OF MAXIMUM</a:t>
            </a:r>
            <a:endParaRPr lang="en-US" b="1" kern="0">
              <a:solidFill>
                <a:sysClr val="windowText" lastClr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FCDFD485-16C3-2142-95DD-EC4E7D4DBCF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7374" y="657764"/>
            <a:ext cx="11411019" cy="285132"/>
          </a:xfrm>
          <a:prstGeom prst="rect">
            <a:avLst/>
          </a:prstGeom>
        </p:spPr>
        <p:txBody>
          <a:bodyPr lIns="0" anchor="ctr" anchorCtr="0">
            <a:noAutofit/>
          </a:bodyPr>
          <a:lstStyle>
            <a:lvl1pPr marL="0" indent="0" defTabSz="914400">
              <a:spcBef>
                <a:spcPts val="0"/>
              </a:spcBef>
              <a:buFont typeface="Wingdings" charset="2"/>
              <a:buNone/>
              <a:defRPr sz="1800">
                <a:solidFill>
                  <a:srgbClr val="F77A3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700" indent="0">
              <a:buNone/>
              <a:defRPr sz="1800">
                <a:solidFill>
                  <a:schemeClr val="accent1"/>
                </a:solidFill>
              </a:defRPr>
            </a:lvl2pPr>
            <a:lvl3pPr>
              <a:defRPr sz="1800">
                <a:solidFill>
                  <a:schemeClr val="accent1"/>
                </a:solidFill>
              </a:defRPr>
            </a:lvl3pPr>
            <a:lvl4pPr>
              <a:defRPr sz="1800">
                <a:solidFill>
                  <a:schemeClr val="accent1"/>
                </a:solidFill>
              </a:defRPr>
            </a:lvl4pPr>
            <a:lvl5pPr>
              <a:defRPr sz="1800">
                <a:solidFill>
                  <a:schemeClr val="accent1"/>
                </a:solidFill>
              </a:defRPr>
            </a:lvl5pPr>
          </a:lstStyle>
          <a:p>
            <a:pPr marL="0" indent="0" defTabSz="914400">
              <a:spcBef>
                <a:spcPts val="0"/>
              </a:spcBef>
              <a:buFont typeface="Wingdings" charset="2"/>
              <a:buNone/>
            </a:pPr>
            <a:r>
              <a:rPr lang="en-US" sz="1800" kern="0">
                <a:solidFill>
                  <a:srgbClr val="F36F2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This is your optional subtitle Try to keep this to two lines of type maximum if used</a:t>
            </a:r>
          </a:p>
        </p:txBody>
      </p:sp>
      <p:pic>
        <p:nvPicPr>
          <p:cNvPr id="14" name="Google Shape;107;p19">
            <a:extLst>
              <a:ext uri="{FF2B5EF4-FFF2-40B4-BE49-F238E27FC236}">
                <a16:creationId xmlns:a16="http://schemas.microsoft.com/office/drawing/2014/main" id="{C078F8D0-7AEA-CF46-89A1-50DB60309410}"/>
              </a:ext>
            </a:extLst>
          </p:cNvPr>
          <p:cNvPicPr/>
          <p:nvPr userDrawn="1"/>
        </p:nvPicPr>
        <p:blipFill>
          <a:blip r:embed="rId2"/>
          <a:stretch/>
        </p:blipFill>
        <p:spPr>
          <a:xfrm>
            <a:off x="-962" y="6362184"/>
            <a:ext cx="12191520" cy="523200"/>
          </a:xfrm>
          <a:prstGeom prst="rect">
            <a:avLst/>
          </a:prstGeom>
          <a:ln w="0">
            <a:noFill/>
          </a:ln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AC244F20-8581-DC4D-85E1-F52AD2B02347}"/>
              </a:ext>
            </a:extLst>
          </p:cNvPr>
          <p:cNvSpPr/>
          <p:nvPr userDrawn="1"/>
        </p:nvSpPr>
        <p:spPr>
          <a:xfrm>
            <a:off x="11547063" y="641909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E19BDB9-AF73-E746-8F38-BABDD5BB1691}"/>
              </a:ext>
            </a:extLst>
          </p:cNvPr>
          <p:cNvSpPr/>
          <p:nvPr userDrawn="1"/>
        </p:nvSpPr>
        <p:spPr>
          <a:xfrm>
            <a:off x="11547063" y="646557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pic>
        <p:nvPicPr>
          <p:cNvPr id="10" name="Google Shape;108;p19">
            <a:extLst>
              <a:ext uri="{FF2B5EF4-FFF2-40B4-BE49-F238E27FC236}">
                <a16:creationId xmlns:a16="http://schemas.microsoft.com/office/drawing/2014/main" id="{561935EC-19A4-7C46-8D18-02367D6B9297}"/>
              </a:ext>
            </a:extLst>
          </p:cNvPr>
          <p:cNvPicPr/>
          <p:nvPr userDrawn="1"/>
        </p:nvPicPr>
        <p:blipFill>
          <a:blip r:embed="rId3" cstate="print"/>
          <a:stretch/>
        </p:blipFill>
        <p:spPr>
          <a:xfrm>
            <a:off x="275460" y="6451464"/>
            <a:ext cx="1264320" cy="344640"/>
          </a:xfrm>
          <a:prstGeom prst="rect">
            <a:avLst/>
          </a:prstGeom>
          <a:ln w="0">
            <a:noFill/>
          </a:ln>
        </p:spPr>
      </p:pic>
      <p:sp>
        <p:nvSpPr>
          <p:cNvPr id="11" name="Google Shape;109;p19">
            <a:extLst>
              <a:ext uri="{FF2B5EF4-FFF2-40B4-BE49-F238E27FC236}">
                <a16:creationId xmlns:a16="http://schemas.microsoft.com/office/drawing/2014/main" id="{1BDDB297-4717-4D4A-A9FF-8E1DA0472F7C}"/>
              </a:ext>
            </a:extLst>
          </p:cNvPr>
          <p:cNvSpPr/>
          <p:nvPr userDrawn="1"/>
        </p:nvSpPr>
        <p:spPr>
          <a:xfrm>
            <a:off x="10015412" y="6541678"/>
            <a:ext cx="1931040" cy="16421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1520">
              <a:lnSpc>
                <a:spcPct val="100000"/>
              </a:lnSpc>
              <a:tabLst>
                <a:tab pos="0" algn="l"/>
              </a:tabLst>
            </a:pPr>
            <a:r>
              <a:rPr lang="en" sz="1067" b="0" u="none" strike="noStrike">
                <a:uFillTx/>
                <a:latin typeface="Calibri"/>
                <a:ea typeface="Calibri"/>
              </a:rPr>
              <a:t>Tavant Confidential</a:t>
            </a:r>
            <a:endParaRPr lang="en-IN" sz="1067" b="0" u="none" strike="noStrike">
              <a:uFillTx/>
              <a:latin typeface="Arial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4006B26-BA4E-E344-81EA-ABF972399762}"/>
              </a:ext>
            </a:extLst>
          </p:cNvPr>
          <p:cNvSpPr txBox="1"/>
          <p:nvPr userDrawn="1"/>
        </p:nvSpPr>
        <p:spPr>
          <a:xfrm>
            <a:off x="11502039" y="6495512"/>
            <a:ext cx="349775" cy="256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954E5BDB-61AA-4049-AE86-82CC72DFC771}" type="slidenum">
              <a:rPr lang="en-US" sz="1067" smtClean="0">
                <a:solidFill>
                  <a:schemeClr val="bg1"/>
                </a:solidFill>
              </a:rPr>
              <a:t>‹#›</a:t>
            </a:fld>
            <a:endParaRPr lang="en-US" sz="1067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2455150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389C89B3-BF86-B546-8000-EB53625B8D7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8826" t="4629" r="24184" b="36391"/>
          <a:stretch/>
        </p:blipFill>
        <p:spPr>
          <a:xfrm>
            <a:off x="932689" y="0"/>
            <a:ext cx="11259310" cy="68580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805743D5-D835-3A43-9A81-9267331DF0E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bg1">
                  <a:alpha val="8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bject 4">
            <a:extLst>
              <a:ext uri="{FF2B5EF4-FFF2-40B4-BE49-F238E27FC236}">
                <a16:creationId xmlns:a16="http://schemas.microsoft.com/office/drawing/2014/main" id="{2A0AEEF9-5500-F245-8FDD-D51686BCECAB}"/>
              </a:ext>
            </a:extLst>
          </p:cNvPr>
          <p:cNvSpPr txBox="1"/>
          <p:nvPr/>
        </p:nvSpPr>
        <p:spPr>
          <a:xfrm>
            <a:off x="10190895" y="6503768"/>
            <a:ext cx="1497900" cy="13602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8659" algn="r"/>
            <a:r>
              <a:rPr lang="en-US" sz="800">
                <a:solidFill>
                  <a:schemeClr val="bg1">
                    <a:lumMod val="75000"/>
                  </a:schemeClr>
                </a:solidFill>
                <a:latin typeface="Calibri regular"/>
                <a:ea typeface="Roboto Light" panose="02000000000000000000" pitchFamily="2" charset="0"/>
                <a:cs typeface="Futura Book"/>
              </a:rPr>
              <a:t>Tavant &amp; Customer Confidential</a:t>
            </a: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DCFAA974-D16F-CE46-9C8E-4D7FFAD579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39541" y="6465237"/>
            <a:ext cx="1229868" cy="196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37F1B782-BC10-7840-8ADD-D2112445CD33}"/>
              </a:ext>
            </a:extLst>
          </p:cNvPr>
          <p:cNvSpPr/>
          <p:nvPr/>
        </p:nvSpPr>
        <p:spPr>
          <a:xfrm>
            <a:off x="11757660" y="6465237"/>
            <a:ext cx="194799" cy="194799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800"/>
          </a:p>
        </p:txBody>
      </p:sp>
      <p:pic>
        <p:nvPicPr>
          <p:cNvPr id="16" name="Picture 15" descr="Shape&#10;&#10;Description automatically generated with low confidence">
            <a:extLst>
              <a:ext uri="{FF2B5EF4-FFF2-40B4-BE49-F238E27FC236}">
                <a16:creationId xmlns:a16="http://schemas.microsoft.com/office/drawing/2014/main" id="{46577264-DEDF-4041-8B6B-92EDABBB407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809514" y="1"/>
            <a:ext cx="1382485" cy="119367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10E5335-8E26-3546-B8B7-6C7EDE42B619}"/>
              </a:ext>
            </a:extLst>
          </p:cNvPr>
          <p:cNvSpPr txBox="1"/>
          <p:nvPr userDrawn="1"/>
        </p:nvSpPr>
        <p:spPr>
          <a:xfrm>
            <a:off x="11701812" y="6454914"/>
            <a:ext cx="30649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954E5BDB-61AA-4049-AE86-82CC72DFC771}" type="slidenum">
              <a:rPr lang="en-US" sz="800" smtClean="0">
                <a:solidFill>
                  <a:schemeClr val="bg1"/>
                </a:solidFill>
              </a:rPr>
              <a:t>‹#›</a:t>
            </a:fld>
            <a:endParaRPr lang="en-US" sz="800">
              <a:solidFill>
                <a:schemeClr val="bg1"/>
              </a:solidFill>
            </a:endParaRP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40D8962D-CAD5-5E45-A140-FB6450D176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9539" y="292211"/>
            <a:ext cx="10733261" cy="359457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79619303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REAKER SLID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83;p16">
            <a:extLst>
              <a:ext uri="{FF2B5EF4-FFF2-40B4-BE49-F238E27FC236}">
                <a16:creationId xmlns:a16="http://schemas.microsoft.com/office/drawing/2014/main" id="{B381CFA4-4653-A944-B576-D620472C2E58}"/>
              </a:ext>
            </a:extLst>
          </p:cNvPr>
          <p:cNvPicPr/>
          <p:nvPr userDrawn="1"/>
        </p:nvPicPr>
        <p:blipFill rotWithShape="1">
          <a:blip r:embed="rId2"/>
          <a:srcRect l="30311" t="8369" r="-25" b="-4"/>
          <a:stretch/>
        </p:blipFill>
        <p:spPr>
          <a:xfrm>
            <a:off x="3692735" y="44624"/>
            <a:ext cx="8499265" cy="6284044"/>
          </a:xfrm>
          <a:prstGeom prst="rect">
            <a:avLst/>
          </a:prstGeom>
          <a:ln w="0">
            <a:noFill/>
          </a:ln>
        </p:spPr>
      </p:pic>
      <p:pic>
        <p:nvPicPr>
          <p:cNvPr id="12" name="Google Shape;107;p19">
            <a:extLst>
              <a:ext uri="{FF2B5EF4-FFF2-40B4-BE49-F238E27FC236}">
                <a16:creationId xmlns:a16="http://schemas.microsoft.com/office/drawing/2014/main" id="{AB6DCF16-E5E8-9A44-972A-09C2C3281563}"/>
              </a:ext>
            </a:extLst>
          </p:cNvPr>
          <p:cNvPicPr/>
          <p:nvPr userDrawn="1"/>
        </p:nvPicPr>
        <p:blipFill>
          <a:blip r:embed="rId3"/>
          <a:stretch/>
        </p:blipFill>
        <p:spPr>
          <a:xfrm>
            <a:off x="-962" y="6362184"/>
            <a:ext cx="12191520" cy="523200"/>
          </a:xfrm>
          <a:prstGeom prst="rect">
            <a:avLst/>
          </a:prstGeom>
          <a:ln w="0">
            <a:noFill/>
          </a:ln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BC535D3A-CF20-774F-B198-D96775085F64}"/>
              </a:ext>
            </a:extLst>
          </p:cNvPr>
          <p:cNvSpPr/>
          <p:nvPr userDrawn="1"/>
        </p:nvSpPr>
        <p:spPr>
          <a:xfrm>
            <a:off x="11547063" y="641909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DE695A4-0722-884A-9867-163EB04712C5}"/>
              </a:ext>
            </a:extLst>
          </p:cNvPr>
          <p:cNvSpPr/>
          <p:nvPr userDrawn="1"/>
        </p:nvSpPr>
        <p:spPr>
          <a:xfrm>
            <a:off x="11547063" y="646557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F84BF60-351B-2849-8434-CF84E3B9FAE6}"/>
              </a:ext>
            </a:extLst>
          </p:cNvPr>
          <p:cNvSpPr txBox="1"/>
          <p:nvPr userDrawn="1"/>
        </p:nvSpPr>
        <p:spPr>
          <a:xfrm>
            <a:off x="11502039" y="6495512"/>
            <a:ext cx="349775" cy="256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954E5BDB-61AA-4049-AE86-82CC72DFC771}" type="slidenum">
              <a:rPr lang="en-US" sz="1067" smtClean="0">
                <a:solidFill>
                  <a:schemeClr val="bg1"/>
                </a:solidFill>
              </a:rPr>
              <a:t>‹#›</a:t>
            </a:fld>
            <a:endParaRPr lang="en-US" sz="1067">
              <a:solidFill>
                <a:schemeClr val="bg1"/>
              </a:solidFill>
            </a:endParaRP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3BF4C7B0-F6C2-C743-9FBD-CAF725A4051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1675" y="3284985"/>
            <a:ext cx="3822117" cy="1368151"/>
          </a:xfrm>
          <a:prstGeom prst="rect">
            <a:avLst/>
          </a:prstGeom>
        </p:spPr>
        <p:txBody>
          <a:bodyPr tIns="46800" rIns="90000" bIns="46800" anchor="t" anchorCtr="0"/>
          <a:lstStyle>
            <a:lvl1pPr marL="0" indent="0" algn="l">
              <a:lnSpc>
                <a:spcPct val="90000"/>
              </a:lnSpc>
              <a:spcAft>
                <a:spcPts val="1000"/>
              </a:spcAft>
              <a:buClr>
                <a:srgbClr val="F36F26"/>
              </a:buClr>
              <a:buSzPct val="100000"/>
              <a:buFont typeface="+mj-lt"/>
              <a:buNone/>
              <a:tabLst/>
              <a:defRPr b="0" kern="1200" baseline="0">
                <a:solidFill>
                  <a:schemeClr val="bg1"/>
                </a:solidFill>
              </a:defRPr>
            </a:lvl1pPr>
            <a:lvl2pPr marL="630000" indent="-165600">
              <a:lnSpc>
                <a:spcPct val="90000"/>
              </a:lnSpc>
              <a:spcBef>
                <a:spcPts val="500"/>
              </a:spcBef>
              <a:spcAft>
                <a:spcPts val="1000"/>
              </a:spcAft>
              <a:buClr>
                <a:srgbClr val="F36F26"/>
              </a:buClr>
              <a:buFont typeface="Wingdings" pitchFamily="2" charset="2"/>
              <a:buChar char="§"/>
              <a:tabLst/>
              <a:defRPr sz="1600" kern="1200" baseline="0">
                <a:solidFill>
                  <a:schemeClr val="bg1"/>
                </a:solidFill>
              </a:defRPr>
            </a:lvl2pPr>
            <a:lvl3pPr marL="630000" indent="-165600">
              <a:lnSpc>
                <a:spcPct val="90000"/>
              </a:lnSpc>
              <a:spcBef>
                <a:spcPts val="500"/>
              </a:spcBef>
              <a:spcAft>
                <a:spcPts val="1000"/>
              </a:spcAft>
              <a:buClr>
                <a:srgbClr val="F36F26"/>
              </a:buClr>
              <a:buFont typeface="Calibri" panose="020F0502020204030204" pitchFamily="34" charset="0"/>
              <a:buChar char="‒"/>
              <a:tabLst/>
              <a:defRPr sz="1400" kern="1200" baseline="0">
                <a:solidFill>
                  <a:schemeClr val="bg1"/>
                </a:solidFill>
              </a:defRPr>
            </a:lvl3pPr>
            <a:lvl4pPr marL="630000" indent="-165600">
              <a:lnSpc>
                <a:spcPct val="90000"/>
              </a:lnSpc>
              <a:spcBef>
                <a:spcPts val="500"/>
              </a:spcBef>
              <a:spcAft>
                <a:spcPts val="1000"/>
              </a:spcAft>
              <a:buClr>
                <a:srgbClr val="F36F26"/>
              </a:buClr>
              <a:buFont typeface="Calibri" panose="020F0502020204030204" pitchFamily="34" charset="0"/>
              <a:buChar char="●"/>
              <a:tabLst/>
              <a:defRPr sz="1400" kern="1200" baseline="0">
                <a:solidFill>
                  <a:schemeClr val="bg1"/>
                </a:solidFill>
              </a:defRPr>
            </a:lvl4pPr>
            <a:lvl5pPr marL="630000" indent="-165600">
              <a:lnSpc>
                <a:spcPct val="90000"/>
              </a:lnSpc>
              <a:spcBef>
                <a:spcPts val="500"/>
              </a:spcBef>
              <a:spcAft>
                <a:spcPts val="1000"/>
              </a:spcAft>
              <a:buFont typeface=".Hiragino Kaku Gothic Interface W3"/>
              <a:buChar char="▫"/>
              <a:tabLst/>
              <a:defRPr sz="1400" kern="120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Key Point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Google Shape;109;p19">
            <a:extLst>
              <a:ext uri="{FF2B5EF4-FFF2-40B4-BE49-F238E27FC236}">
                <a16:creationId xmlns:a16="http://schemas.microsoft.com/office/drawing/2014/main" id="{C21593A5-CB27-9A4A-9C1D-432396E02FF0}"/>
              </a:ext>
            </a:extLst>
          </p:cNvPr>
          <p:cNvSpPr/>
          <p:nvPr userDrawn="1"/>
        </p:nvSpPr>
        <p:spPr>
          <a:xfrm>
            <a:off x="9281760" y="6541678"/>
            <a:ext cx="1931040" cy="1646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1520">
              <a:lnSpc>
                <a:spcPct val="100000"/>
              </a:lnSpc>
              <a:tabLst>
                <a:tab pos="0" algn="l"/>
              </a:tabLst>
            </a:pPr>
            <a:r>
              <a:rPr lang="en-IN" sz="1070" b="0" i="0" kern="120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Tavant &amp; Santander Confidential</a:t>
            </a:r>
            <a:endParaRPr lang="en-IN" sz="1070" b="0" u="none" strike="noStrike"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itle Placeholder 1">
            <a:extLst>
              <a:ext uri="{FF2B5EF4-FFF2-40B4-BE49-F238E27FC236}">
                <a16:creationId xmlns:a16="http://schemas.microsoft.com/office/drawing/2014/main" id="{F9996841-9264-A54A-BB39-065AFAADA1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1674" y="2543175"/>
            <a:ext cx="5344607" cy="428625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>
              <a:defRPr sz="2400" b="1">
                <a:solidFill>
                  <a:srgbClr val="F77A33"/>
                </a:solidFill>
                <a:latin typeface="+mj-lt"/>
                <a:cs typeface="Calibri" panose="020F0502020204030204" pitchFamily="34" charset="0"/>
              </a:defRPr>
            </a:lvl1pPr>
          </a:lstStyle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US"/>
              <a:t>THIS IS YOUR BREAKER SLIDE TITLE</a:t>
            </a:r>
            <a:endParaRPr lang="en-IN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" name="Google Shape;108;p19">
            <a:extLst>
              <a:ext uri="{FF2B5EF4-FFF2-40B4-BE49-F238E27FC236}">
                <a16:creationId xmlns:a16="http://schemas.microsoft.com/office/drawing/2014/main" id="{7ED8FF4F-09D3-6946-9373-9711E224135D}"/>
              </a:ext>
            </a:extLst>
          </p:cNvPr>
          <p:cNvPicPr/>
          <p:nvPr userDrawn="1"/>
        </p:nvPicPr>
        <p:blipFill>
          <a:blip r:embed="rId4" cstate="print"/>
          <a:stretch/>
        </p:blipFill>
        <p:spPr>
          <a:xfrm>
            <a:off x="265064" y="6462185"/>
            <a:ext cx="1264320" cy="344640"/>
          </a:xfrm>
          <a:prstGeom prst="rect">
            <a:avLst/>
          </a:prstGeom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2864903025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389C89B3-BF86-B546-8000-EB53625B8D7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8826" t="4629" r="24184" b="36391"/>
          <a:stretch/>
        </p:blipFill>
        <p:spPr>
          <a:xfrm>
            <a:off x="932689" y="0"/>
            <a:ext cx="11259310" cy="68580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805743D5-D835-3A43-9A81-9267331DF0E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bg1">
                  <a:alpha val="8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bject 4">
            <a:extLst>
              <a:ext uri="{FF2B5EF4-FFF2-40B4-BE49-F238E27FC236}">
                <a16:creationId xmlns:a16="http://schemas.microsoft.com/office/drawing/2014/main" id="{2A0AEEF9-5500-F245-8FDD-D51686BCECAB}"/>
              </a:ext>
            </a:extLst>
          </p:cNvPr>
          <p:cNvSpPr txBox="1"/>
          <p:nvPr/>
        </p:nvSpPr>
        <p:spPr>
          <a:xfrm>
            <a:off x="10190895" y="6503768"/>
            <a:ext cx="1497900" cy="13602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8659" algn="r"/>
            <a:r>
              <a:rPr lang="en-US" sz="800">
                <a:solidFill>
                  <a:schemeClr val="bg1">
                    <a:lumMod val="75000"/>
                  </a:schemeClr>
                </a:solidFill>
                <a:latin typeface="Calibri regular"/>
                <a:ea typeface="Roboto Light" panose="02000000000000000000" pitchFamily="2" charset="0"/>
                <a:cs typeface="Futura Book"/>
              </a:rPr>
              <a:t>Tavant &amp; Customer Confidential</a:t>
            </a: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DCFAA974-D16F-CE46-9C8E-4D7FFAD579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39541" y="6465237"/>
            <a:ext cx="1229868" cy="196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37F1B782-BC10-7840-8ADD-D2112445CD33}"/>
              </a:ext>
            </a:extLst>
          </p:cNvPr>
          <p:cNvSpPr/>
          <p:nvPr/>
        </p:nvSpPr>
        <p:spPr>
          <a:xfrm>
            <a:off x="11757660" y="6465237"/>
            <a:ext cx="194799" cy="194799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800"/>
          </a:p>
        </p:txBody>
      </p:sp>
      <p:pic>
        <p:nvPicPr>
          <p:cNvPr id="16" name="Picture 15" descr="Shape&#10;&#10;Description automatically generated with low confidence">
            <a:extLst>
              <a:ext uri="{FF2B5EF4-FFF2-40B4-BE49-F238E27FC236}">
                <a16:creationId xmlns:a16="http://schemas.microsoft.com/office/drawing/2014/main" id="{46577264-DEDF-4041-8B6B-92EDABBB407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809514" y="1"/>
            <a:ext cx="1382485" cy="119367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10E5335-8E26-3546-B8B7-6C7EDE42B619}"/>
              </a:ext>
            </a:extLst>
          </p:cNvPr>
          <p:cNvSpPr txBox="1"/>
          <p:nvPr userDrawn="1"/>
        </p:nvSpPr>
        <p:spPr>
          <a:xfrm>
            <a:off x="11701812" y="6454914"/>
            <a:ext cx="30649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954E5BDB-61AA-4049-AE86-82CC72DFC771}" type="slidenum">
              <a:rPr lang="en-US" sz="800" smtClean="0">
                <a:solidFill>
                  <a:schemeClr val="bg1"/>
                </a:solidFill>
              </a:rPr>
              <a:t>‹#›</a:t>
            </a:fld>
            <a:endParaRPr lang="en-US" sz="8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290022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7;p19">
            <a:extLst>
              <a:ext uri="{FF2B5EF4-FFF2-40B4-BE49-F238E27FC236}">
                <a16:creationId xmlns:a16="http://schemas.microsoft.com/office/drawing/2014/main" id="{EB642119-D1DA-2A41-9E40-D8B8ED072025}"/>
              </a:ext>
            </a:extLst>
          </p:cNvPr>
          <p:cNvPicPr/>
          <p:nvPr userDrawn="1"/>
        </p:nvPicPr>
        <p:blipFill>
          <a:blip r:embed="rId2"/>
          <a:stretch/>
        </p:blipFill>
        <p:spPr>
          <a:xfrm>
            <a:off x="-962" y="6362184"/>
            <a:ext cx="12191520" cy="523200"/>
          </a:xfrm>
          <a:prstGeom prst="rect">
            <a:avLst/>
          </a:prstGeom>
          <a:ln w="0">
            <a:noFill/>
          </a:ln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67BE79E2-C9BE-0B45-B7B9-B90FF6DB172F}"/>
              </a:ext>
            </a:extLst>
          </p:cNvPr>
          <p:cNvSpPr/>
          <p:nvPr userDrawn="1"/>
        </p:nvSpPr>
        <p:spPr>
          <a:xfrm>
            <a:off x="11547063" y="641909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EF44AC2-DA98-DF49-8A31-93632B2FB633}"/>
              </a:ext>
            </a:extLst>
          </p:cNvPr>
          <p:cNvSpPr/>
          <p:nvPr userDrawn="1"/>
        </p:nvSpPr>
        <p:spPr>
          <a:xfrm>
            <a:off x="11547063" y="646557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A0E174B-16EF-5F4F-BAA8-928FE02C1800}"/>
              </a:ext>
            </a:extLst>
          </p:cNvPr>
          <p:cNvSpPr txBox="1"/>
          <p:nvPr userDrawn="1"/>
        </p:nvSpPr>
        <p:spPr>
          <a:xfrm>
            <a:off x="11502039" y="6495512"/>
            <a:ext cx="349775" cy="256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954E5BDB-61AA-4049-AE86-82CC72DFC771}" type="slidenum">
              <a:rPr lang="en-US" sz="1067" smtClean="0">
                <a:solidFill>
                  <a:schemeClr val="bg1"/>
                </a:solidFill>
              </a:rPr>
              <a:t>‹#›</a:t>
            </a:fld>
            <a:endParaRPr lang="en-US" sz="1067">
              <a:solidFill>
                <a:schemeClr val="bg1"/>
              </a:solidFill>
            </a:endParaRP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C3C79DDA-FD12-054C-B80F-F314FC7465A2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326056" y="980727"/>
            <a:ext cx="11539888" cy="5098325"/>
          </a:xfrm>
          <a:prstGeom prst="rect">
            <a:avLst/>
          </a:prstGeom>
        </p:spPr>
        <p:txBody>
          <a:bodyPr tIns="46800" rIns="90000" bIns="46800"/>
          <a:lstStyle>
            <a:lvl1pPr marL="274320" indent="-274320">
              <a:lnSpc>
                <a:spcPct val="90000"/>
              </a:lnSpc>
              <a:spcBef>
                <a:spcPts val="1000"/>
              </a:spcBef>
              <a:buClr>
                <a:srgbClr val="FF8909"/>
              </a:buClr>
              <a:buSzPct val="100000"/>
              <a:buFont typeface="Wingdings" panose="05000000000000000000" pitchFamily="2" charset="2"/>
              <a:buChar char="§"/>
              <a:defRPr sz="1800" kern="1200" baseline="0">
                <a:latin typeface="+mn-lt"/>
                <a:ea typeface="Roboto" pitchFamily="2" charset="0"/>
                <a:cs typeface="Roboto" pitchFamily="2" charset="0"/>
              </a:defRPr>
            </a:lvl1pPr>
            <a:lvl2pPr marL="457200" indent="-182880">
              <a:lnSpc>
                <a:spcPct val="90000"/>
              </a:lnSpc>
              <a:spcBef>
                <a:spcPts val="500"/>
              </a:spcBef>
              <a:buClr>
                <a:srgbClr val="FF8909"/>
              </a:buClr>
              <a:buFont typeface="Calibri" panose="020F0502020204030204" pitchFamily="34" charset="0"/>
              <a:buChar char="‒"/>
              <a:defRPr sz="1600" kern="1200" baseline="0">
                <a:solidFill>
                  <a:schemeClr val="bg2"/>
                </a:solidFill>
                <a:latin typeface="+mj-lt"/>
                <a:ea typeface="Roboto" pitchFamily="2" charset="0"/>
                <a:cs typeface="Roboto" pitchFamily="2" charset="0"/>
              </a:defRPr>
            </a:lvl2pPr>
            <a:lvl3pPr marL="731520" indent="-182880">
              <a:lnSpc>
                <a:spcPct val="90000"/>
              </a:lnSpc>
              <a:spcBef>
                <a:spcPts val="500"/>
              </a:spcBef>
              <a:buClr>
                <a:srgbClr val="FF8909"/>
              </a:buClr>
              <a:buFontTx/>
              <a:buChar char="•"/>
              <a:defRPr sz="1400" kern="1200" baseline="0">
                <a:solidFill>
                  <a:schemeClr val="bg2"/>
                </a:solidFill>
                <a:latin typeface="+mj-lt"/>
                <a:ea typeface="Roboto" pitchFamily="2" charset="0"/>
                <a:cs typeface="Roboto" pitchFamily="2" charset="0"/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Google Shape;109;p19">
            <a:extLst>
              <a:ext uri="{FF2B5EF4-FFF2-40B4-BE49-F238E27FC236}">
                <a16:creationId xmlns:a16="http://schemas.microsoft.com/office/drawing/2014/main" id="{40FE002C-F8CA-AD43-BA79-BB938BF88C0B}"/>
              </a:ext>
            </a:extLst>
          </p:cNvPr>
          <p:cNvSpPr/>
          <p:nvPr userDrawn="1"/>
        </p:nvSpPr>
        <p:spPr>
          <a:xfrm>
            <a:off x="9281760" y="6541678"/>
            <a:ext cx="1931040" cy="1646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1520">
              <a:lnSpc>
                <a:spcPct val="100000"/>
              </a:lnSpc>
              <a:tabLst>
                <a:tab pos="0" algn="l"/>
              </a:tabLst>
            </a:pPr>
            <a:r>
              <a:rPr lang="en-IN" sz="1070" b="0" i="0" kern="120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Tavant &amp; Customer Confidential</a:t>
            </a:r>
            <a:endParaRPr lang="en-IN" sz="1070" b="0" u="none" strike="noStrike"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D160F419-F562-CB44-AA36-DF4A19AB3AA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4739" y="339472"/>
            <a:ext cx="11542522" cy="359457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>
              <a:defRPr sz="2400" b="1">
                <a:latin typeface="+mj-lt"/>
                <a:cs typeface="Calibri" panose="020F0502020204030204" pitchFamily="34" charset="0"/>
              </a:defRPr>
            </a:lvl1pPr>
          </a:lstStyle>
          <a:p>
            <a:r>
              <a:rPr lang="en-US"/>
              <a:t>THIS IS YOUR TITLE – KEEP IT TO ONE LINE MAXIMUM</a:t>
            </a:r>
          </a:p>
        </p:txBody>
      </p:sp>
      <p:pic>
        <p:nvPicPr>
          <p:cNvPr id="11" name="Google Shape;108;p19">
            <a:extLst>
              <a:ext uri="{FF2B5EF4-FFF2-40B4-BE49-F238E27FC236}">
                <a16:creationId xmlns:a16="http://schemas.microsoft.com/office/drawing/2014/main" id="{5D066C0B-9CAF-D84D-B3D4-BFBB4F704C28}"/>
              </a:ext>
            </a:extLst>
          </p:cNvPr>
          <p:cNvPicPr/>
          <p:nvPr userDrawn="1"/>
        </p:nvPicPr>
        <p:blipFill>
          <a:blip r:embed="rId3" cstate="print"/>
          <a:stretch/>
        </p:blipFill>
        <p:spPr>
          <a:xfrm>
            <a:off x="265064" y="6462185"/>
            <a:ext cx="1264320" cy="344640"/>
          </a:xfrm>
          <a:prstGeom prst="rect">
            <a:avLst/>
          </a:prstGeom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1797179848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67;p14">
            <a:extLst>
              <a:ext uri="{FF2B5EF4-FFF2-40B4-BE49-F238E27FC236}">
                <a16:creationId xmlns:a16="http://schemas.microsoft.com/office/drawing/2014/main" id="{E6A9D285-AC01-0A48-9ED5-D15C52AEEC82}"/>
              </a:ext>
            </a:extLst>
          </p:cNvPr>
          <p:cNvPicPr/>
          <p:nvPr userDrawn="1"/>
        </p:nvPicPr>
        <p:blipFill rotWithShape="1">
          <a:blip r:embed="rId2"/>
          <a:srcRect l="36895" t="4218" r="10891" b="1924"/>
          <a:stretch/>
        </p:blipFill>
        <p:spPr>
          <a:xfrm>
            <a:off x="6847680" y="-27384"/>
            <a:ext cx="5343840" cy="6408712"/>
          </a:xfrm>
          <a:prstGeom prst="rect">
            <a:avLst/>
          </a:prstGeom>
          <a:ln w="0">
            <a:noFill/>
          </a:ln>
        </p:spPr>
      </p:pic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267A270E-5CF5-B446-81CA-84AAFF7D774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0525" y="2000240"/>
            <a:ext cx="5566203" cy="3168650"/>
          </a:xfrm>
        </p:spPr>
        <p:txBody>
          <a:bodyPr lIns="0" tIns="180000" rIns="0" bIns="0"/>
          <a:lstStyle>
            <a:lvl1pPr marL="0" indent="0">
              <a:lnSpc>
                <a:spcPct val="0"/>
              </a:lnSpc>
              <a:spcBef>
                <a:spcPts val="0"/>
              </a:spcBef>
              <a:buNone/>
              <a:defRPr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>
              <a:lnSpc>
                <a:spcPct val="130000"/>
              </a:lnSpc>
              <a:tabLst>
                <a:tab pos="0" algn="l"/>
              </a:tabLst>
            </a:pPr>
            <a:r>
              <a:rPr lang="en" sz="1800">
                <a:solidFill>
                  <a:srgbClr val="222222"/>
                </a:solidFill>
                <a:highlight>
                  <a:srgbClr val="FFFFFF"/>
                </a:highlight>
                <a:latin typeface="Calibri"/>
                <a:ea typeface="Calibri"/>
              </a:rPr>
              <a:t>1. First Talking Point</a:t>
            </a:r>
            <a:endParaRPr lang="en-IN" sz="180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30000"/>
              </a:lnSpc>
              <a:tabLst>
                <a:tab pos="0" algn="l"/>
              </a:tabLst>
            </a:pPr>
            <a:r>
              <a:rPr lang="en" sz="1800">
                <a:solidFill>
                  <a:srgbClr val="222222"/>
                </a:solidFill>
                <a:highlight>
                  <a:srgbClr val="FFFFFF"/>
                </a:highlight>
                <a:latin typeface="Calibri"/>
                <a:ea typeface="Calibri"/>
              </a:rPr>
              <a:t>2. Second Talking Point</a:t>
            </a:r>
            <a:endParaRPr lang="en-IN" sz="180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30000"/>
              </a:lnSpc>
              <a:tabLst>
                <a:tab pos="0" algn="l"/>
              </a:tabLst>
            </a:pPr>
            <a:r>
              <a:rPr lang="en" sz="1800">
                <a:solidFill>
                  <a:srgbClr val="222222"/>
                </a:solidFill>
                <a:highlight>
                  <a:srgbClr val="FFFFFF"/>
                </a:highlight>
                <a:latin typeface="Calibri"/>
                <a:ea typeface="Calibri"/>
              </a:rPr>
              <a:t>3. Third Talking Point</a:t>
            </a:r>
            <a:endParaRPr lang="en-IN" sz="180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30000"/>
              </a:lnSpc>
              <a:tabLst>
                <a:tab pos="0" algn="l"/>
              </a:tabLst>
            </a:pPr>
            <a:r>
              <a:rPr lang="en" sz="1800">
                <a:solidFill>
                  <a:srgbClr val="222222"/>
                </a:solidFill>
                <a:highlight>
                  <a:srgbClr val="FFFFFF"/>
                </a:highlight>
                <a:latin typeface="Calibri"/>
                <a:ea typeface="Calibri"/>
              </a:rPr>
              <a:t>4. Fourth Talking Point</a:t>
            </a:r>
            <a:endParaRPr lang="en-IN" sz="180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30000"/>
              </a:lnSpc>
              <a:tabLst>
                <a:tab pos="0" algn="l"/>
              </a:tabLst>
            </a:pPr>
            <a:r>
              <a:rPr lang="en" sz="1800">
                <a:solidFill>
                  <a:srgbClr val="222222"/>
                </a:solidFill>
                <a:highlight>
                  <a:srgbClr val="FFFFFF"/>
                </a:highlight>
                <a:latin typeface="Calibri"/>
                <a:ea typeface="Calibri"/>
              </a:rPr>
              <a:t>5. Fifth Talking Point</a:t>
            </a:r>
            <a:endParaRPr lang="en-IN" sz="180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30000"/>
              </a:lnSpc>
              <a:tabLst>
                <a:tab pos="0" algn="l"/>
              </a:tabLst>
            </a:pPr>
            <a:r>
              <a:rPr lang="en" sz="1800">
                <a:solidFill>
                  <a:srgbClr val="222222"/>
                </a:solidFill>
                <a:highlight>
                  <a:srgbClr val="FFFFFF"/>
                </a:highlight>
                <a:latin typeface="Calibri"/>
                <a:ea typeface="Calibri"/>
              </a:rPr>
              <a:t>6. Sixth Talking Point</a:t>
            </a:r>
            <a:endParaRPr lang="en-IN" sz="180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691B7F3C-1377-9B4D-AC92-DF000674ED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0240" y="404664"/>
            <a:ext cx="5555053" cy="454826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>
              <a:defRPr sz="1800" b="1">
                <a:solidFill>
                  <a:srgbClr val="F77A3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AGENDA/CONTENT</a:t>
            </a:r>
          </a:p>
        </p:txBody>
      </p:sp>
      <p:pic>
        <p:nvPicPr>
          <p:cNvPr id="8" name="Google Shape;107;p19">
            <a:extLst>
              <a:ext uri="{FF2B5EF4-FFF2-40B4-BE49-F238E27FC236}">
                <a16:creationId xmlns:a16="http://schemas.microsoft.com/office/drawing/2014/main" id="{FC199D98-4CF0-B646-9CD9-D3DD2A0C05FC}"/>
              </a:ext>
            </a:extLst>
          </p:cNvPr>
          <p:cNvPicPr/>
          <p:nvPr userDrawn="1"/>
        </p:nvPicPr>
        <p:blipFill>
          <a:blip r:embed="rId3"/>
          <a:stretch/>
        </p:blipFill>
        <p:spPr>
          <a:xfrm>
            <a:off x="-962" y="6362184"/>
            <a:ext cx="12191520" cy="523200"/>
          </a:xfrm>
          <a:prstGeom prst="rect">
            <a:avLst/>
          </a:prstGeom>
          <a:ln w="0">
            <a:noFill/>
          </a:ln>
        </p:spPr>
      </p:pic>
      <p:pic>
        <p:nvPicPr>
          <p:cNvPr id="9" name="Google Shape;108;p19">
            <a:extLst>
              <a:ext uri="{FF2B5EF4-FFF2-40B4-BE49-F238E27FC236}">
                <a16:creationId xmlns:a16="http://schemas.microsoft.com/office/drawing/2014/main" id="{CB235E1C-4FA0-CA4C-ADD0-D5DCEEE4821E}"/>
              </a:ext>
            </a:extLst>
          </p:cNvPr>
          <p:cNvPicPr/>
          <p:nvPr userDrawn="1"/>
        </p:nvPicPr>
        <p:blipFill>
          <a:blip r:embed="rId4" cstate="print"/>
          <a:stretch/>
        </p:blipFill>
        <p:spPr>
          <a:xfrm>
            <a:off x="389760" y="6451464"/>
            <a:ext cx="1264320" cy="344640"/>
          </a:xfrm>
          <a:prstGeom prst="rect">
            <a:avLst/>
          </a:prstGeom>
          <a:ln w="0">
            <a:noFill/>
          </a:ln>
        </p:spPr>
      </p:pic>
      <p:sp>
        <p:nvSpPr>
          <p:cNvPr id="10" name="Google Shape;109;p19">
            <a:extLst>
              <a:ext uri="{FF2B5EF4-FFF2-40B4-BE49-F238E27FC236}">
                <a16:creationId xmlns:a16="http://schemas.microsoft.com/office/drawing/2014/main" id="{0E9A9147-DE9F-E74D-AA2C-C2867847489F}"/>
              </a:ext>
            </a:extLst>
          </p:cNvPr>
          <p:cNvSpPr/>
          <p:nvPr userDrawn="1"/>
        </p:nvSpPr>
        <p:spPr>
          <a:xfrm>
            <a:off x="9281760" y="6541678"/>
            <a:ext cx="1931040" cy="16421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1520">
              <a:lnSpc>
                <a:spcPct val="100000"/>
              </a:lnSpc>
              <a:tabLst>
                <a:tab pos="0" algn="l"/>
              </a:tabLst>
            </a:pPr>
            <a:r>
              <a:rPr lang="en" sz="1067" b="0" u="none" strike="noStrike">
                <a:uFillTx/>
                <a:latin typeface="Calibri"/>
                <a:ea typeface="Calibri"/>
              </a:rPr>
              <a:t>Tavant Proprietary &amp; Confidential</a:t>
            </a:r>
            <a:endParaRPr lang="en-IN" sz="1067" b="0" u="none" strike="noStrike">
              <a:uFillTx/>
              <a:latin typeface="Arial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856DA17-5906-0C4A-93DE-5642B2A8779A}"/>
              </a:ext>
            </a:extLst>
          </p:cNvPr>
          <p:cNvSpPr/>
          <p:nvPr userDrawn="1"/>
        </p:nvSpPr>
        <p:spPr>
          <a:xfrm>
            <a:off x="11547063" y="641909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8C16F2B-9052-204E-90D6-548DAEE090B1}"/>
              </a:ext>
            </a:extLst>
          </p:cNvPr>
          <p:cNvSpPr/>
          <p:nvPr userDrawn="1"/>
        </p:nvSpPr>
        <p:spPr>
          <a:xfrm>
            <a:off x="11547063" y="646557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582CE5C-F123-F943-8CA5-2DA8DDBE7D6E}"/>
              </a:ext>
            </a:extLst>
          </p:cNvPr>
          <p:cNvSpPr txBox="1"/>
          <p:nvPr userDrawn="1"/>
        </p:nvSpPr>
        <p:spPr>
          <a:xfrm>
            <a:off x="11502039" y="6495512"/>
            <a:ext cx="349775" cy="256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954E5BDB-61AA-4049-AE86-82CC72DFC771}" type="slidenum">
              <a:rPr lang="en-US" sz="1067" smtClean="0">
                <a:solidFill>
                  <a:schemeClr val="bg1"/>
                </a:solidFill>
              </a:rPr>
              <a:t>‹#›</a:t>
            </a:fld>
            <a:endParaRPr lang="en-US" sz="1067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3462381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74;p15">
            <a:extLst>
              <a:ext uri="{FF2B5EF4-FFF2-40B4-BE49-F238E27FC236}">
                <a16:creationId xmlns:a16="http://schemas.microsoft.com/office/drawing/2014/main" id="{5C5D8D6D-078A-2146-AA69-A63F6EA27599}"/>
              </a:ext>
            </a:extLst>
          </p:cNvPr>
          <p:cNvPicPr/>
          <p:nvPr userDrawn="1"/>
        </p:nvPicPr>
        <p:blipFill rotWithShape="1">
          <a:blip r:embed="rId2"/>
          <a:srcRect l="51117" t="7968" r="1173" b="191"/>
          <a:stretch/>
        </p:blipFill>
        <p:spPr>
          <a:xfrm>
            <a:off x="6377896" y="49214"/>
            <a:ext cx="5807728" cy="6288276"/>
          </a:xfrm>
          <a:prstGeom prst="rect">
            <a:avLst/>
          </a:prstGeom>
          <a:ln w="0">
            <a:noFill/>
          </a:ln>
        </p:spPr>
      </p:pic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BC504827-5DE1-C243-9569-AA901798D8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1675" y="2547758"/>
            <a:ext cx="3822117" cy="351705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>
              <a:defRPr sz="2400" b="1">
                <a:solidFill>
                  <a:srgbClr val="F77A3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" b="1">
                <a:solidFill>
                  <a:srgbClr val="E97132"/>
                </a:solidFill>
                <a:latin typeface="Calibri"/>
                <a:ea typeface="Calibri"/>
              </a:rPr>
              <a:t>THIS IS YOUR BREAKER SLIDE</a:t>
            </a:r>
            <a:endParaRPr lang="en-IN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094A339C-C731-EF44-AC8B-C7BB3B9DAC0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9760" y="4077071"/>
            <a:ext cx="3278991" cy="1080121"/>
          </a:xfrm>
          <a:prstGeom prst="rect">
            <a:avLst/>
          </a:prstGeom>
        </p:spPr>
        <p:txBody>
          <a:bodyPr lIns="0" anchor="ctr"/>
          <a:lstStyle>
            <a:lvl1pPr marL="0" indent="0">
              <a:spcBef>
                <a:spcPts val="0"/>
              </a:spcBef>
              <a:buNone/>
              <a:defRPr sz="18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700" indent="0">
              <a:buNone/>
              <a:defRPr sz="18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236519" indent="0">
              <a:buNone/>
              <a:defRPr sz="1200"/>
            </a:lvl3pPr>
            <a:lvl4pPr marL="460339" indent="0">
              <a:buNone/>
              <a:defRPr sz="1200"/>
            </a:lvl4pPr>
            <a:lvl5pPr marL="696860" indent="0">
              <a:buNone/>
              <a:defRPr sz="1200"/>
            </a:lvl5pPr>
          </a:lstStyle>
          <a:p>
            <a:pPr>
              <a:lnSpc>
                <a:spcPct val="90000"/>
              </a:lnSpc>
              <a:tabLst>
                <a:tab pos="0" algn="l"/>
              </a:tabLst>
            </a:pPr>
            <a:r>
              <a:rPr lang="en" sz="1800" b="1" u="none" strike="noStrike">
                <a:solidFill>
                  <a:schemeClr val="lt1"/>
                </a:solidFill>
                <a:uFillTx/>
                <a:latin typeface="Calibri"/>
                <a:ea typeface="Calibri"/>
              </a:rPr>
              <a:t>Key Point</a:t>
            </a:r>
            <a:endParaRPr lang="en-IN" sz="18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499"/>
              </a:spcBef>
              <a:tabLst>
                <a:tab pos="0" algn="l"/>
              </a:tabLst>
            </a:pPr>
            <a:r>
              <a:rPr lang="en" sz="1800" b="0" u="none" strike="noStrike">
                <a:solidFill>
                  <a:schemeClr val="lt1"/>
                </a:solidFill>
                <a:uFillTx/>
                <a:latin typeface="Calibri"/>
                <a:ea typeface="Calibri"/>
              </a:rPr>
              <a:t>Second level</a:t>
            </a:r>
            <a:endParaRPr lang="en-IN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2" name="Google Shape;107;p19">
            <a:extLst>
              <a:ext uri="{FF2B5EF4-FFF2-40B4-BE49-F238E27FC236}">
                <a16:creationId xmlns:a16="http://schemas.microsoft.com/office/drawing/2014/main" id="{60C88397-B710-6449-A835-53186FA0E8E7}"/>
              </a:ext>
            </a:extLst>
          </p:cNvPr>
          <p:cNvPicPr/>
          <p:nvPr userDrawn="1"/>
        </p:nvPicPr>
        <p:blipFill>
          <a:blip r:embed="rId3"/>
          <a:stretch/>
        </p:blipFill>
        <p:spPr>
          <a:xfrm>
            <a:off x="-962" y="6362184"/>
            <a:ext cx="12191520" cy="523200"/>
          </a:xfrm>
          <a:prstGeom prst="rect">
            <a:avLst/>
          </a:prstGeom>
          <a:ln w="0">
            <a:noFill/>
          </a:ln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C7580CC4-164C-D146-87F3-967848DBDD73}"/>
              </a:ext>
            </a:extLst>
          </p:cNvPr>
          <p:cNvSpPr/>
          <p:nvPr userDrawn="1"/>
        </p:nvSpPr>
        <p:spPr>
          <a:xfrm>
            <a:off x="11547063" y="641909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26E95E5-034E-4E49-A2DB-A237066EF51A}"/>
              </a:ext>
            </a:extLst>
          </p:cNvPr>
          <p:cNvSpPr/>
          <p:nvPr userDrawn="1"/>
        </p:nvSpPr>
        <p:spPr>
          <a:xfrm>
            <a:off x="11547063" y="646557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pic>
        <p:nvPicPr>
          <p:cNvPr id="18" name="Google Shape;108;p19">
            <a:extLst>
              <a:ext uri="{FF2B5EF4-FFF2-40B4-BE49-F238E27FC236}">
                <a16:creationId xmlns:a16="http://schemas.microsoft.com/office/drawing/2014/main" id="{C417E100-CA2C-564E-975A-811D57EF1697}"/>
              </a:ext>
            </a:extLst>
          </p:cNvPr>
          <p:cNvPicPr/>
          <p:nvPr userDrawn="1"/>
        </p:nvPicPr>
        <p:blipFill>
          <a:blip r:embed="rId4" cstate="print"/>
          <a:stretch/>
        </p:blipFill>
        <p:spPr>
          <a:xfrm>
            <a:off x="389760" y="6451464"/>
            <a:ext cx="1264320" cy="344640"/>
          </a:xfrm>
          <a:prstGeom prst="rect">
            <a:avLst/>
          </a:prstGeom>
          <a:ln w="0">
            <a:noFill/>
          </a:ln>
        </p:spPr>
      </p:pic>
      <p:sp>
        <p:nvSpPr>
          <p:cNvPr id="19" name="Google Shape;109;p19">
            <a:extLst>
              <a:ext uri="{FF2B5EF4-FFF2-40B4-BE49-F238E27FC236}">
                <a16:creationId xmlns:a16="http://schemas.microsoft.com/office/drawing/2014/main" id="{69E40EF9-DB30-6140-8E9F-9C8B602AE4F7}"/>
              </a:ext>
            </a:extLst>
          </p:cNvPr>
          <p:cNvSpPr/>
          <p:nvPr userDrawn="1"/>
        </p:nvSpPr>
        <p:spPr>
          <a:xfrm>
            <a:off x="9281760" y="6541678"/>
            <a:ext cx="1931040" cy="16421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1520">
              <a:lnSpc>
                <a:spcPct val="100000"/>
              </a:lnSpc>
              <a:tabLst>
                <a:tab pos="0" algn="l"/>
              </a:tabLst>
            </a:pPr>
            <a:r>
              <a:rPr lang="en" sz="1067" b="0" u="none" strike="noStrike">
                <a:uFillTx/>
                <a:latin typeface="Calibri"/>
                <a:ea typeface="Calibri"/>
              </a:rPr>
              <a:t>Tavant Proprietary &amp; Confidential</a:t>
            </a:r>
            <a:endParaRPr lang="en-IN" sz="1067" b="0" u="none" strike="noStrike">
              <a:uFillTx/>
              <a:latin typeface="Arial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CD5D0E8-40D8-854A-8D14-EB412DF3A66C}"/>
              </a:ext>
            </a:extLst>
          </p:cNvPr>
          <p:cNvSpPr txBox="1"/>
          <p:nvPr userDrawn="1"/>
        </p:nvSpPr>
        <p:spPr>
          <a:xfrm>
            <a:off x="11502039" y="6495512"/>
            <a:ext cx="349775" cy="256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954E5BDB-61AA-4049-AE86-82CC72DFC771}" type="slidenum">
              <a:rPr lang="en-US" sz="1067" smtClean="0">
                <a:solidFill>
                  <a:schemeClr val="bg1"/>
                </a:solidFill>
              </a:rPr>
              <a:t>‹#›</a:t>
            </a:fld>
            <a:endParaRPr lang="en-US" sz="1067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7653899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83;p16">
            <a:extLst>
              <a:ext uri="{FF2B5EF4-FFF2-40B4-BE49-F238E27FC236}">
                <a16:creationId xmlns:a16="http://schemas.microsoft.com/office/drawing/2014/main" id="{B381CFA4-4653-A944-B576-D620472C2E58}"/>
              </a:ext>
            </a:extLst>
          </p:cNvPr>
          <p:cNvPicPr/>
          <p:nvPr userDrawn="1"/>
        </p:nvPicPr>
        <p:blipFill rotWithShape="1">
          <a:blip r:embed="rId2"/>
          <a:srcRect l="30311" t="8369" r="-25" b="-4"/>
          <a:stretch/>
        </p:blipFill>
        <p:spPr>
          <a:xfrm>
            <a:off x="3708087" y="44624"/>
            <a:ext cx="8499265" cy="6284044"/>
          </a:xfrm>
          <a:prstGeom prst="rect">
            <a:avLst/>
          </a:prstGeom>
          <a:ln w="0">
            <a:noFill/>
          </a:ln>
        </p:spPr>
      </p:pic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65EB5FE7-CCB9-C44F-B74B-E6046D6462F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9760" y="4077071"/>
            <a:ext cx="3278991" cy="1080121"/>
          </a:xfrm>
          <a:prstGeom prst="rect">
            <a:avLst/>
          </a:prstGeom>
        </p:spPr>
        <p:txBody>
          <a:bodyPr lIns="0" anchor="ctr"/>
          <a:lstStyle>
            <a:lvl1pPr marL="0" indent="0">
              <a:spcBef>
                <a:spcPts val="0"/>
              </a:spcBef>
              <a:buNone/>
              <a:defRPr sz="18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700" indent="0">
              <a:buNone/>
              <a:defRPr sz="18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236519" indent="0">
              <a:buNone/>
              <a:defRPr sz="1200"/>
            </a:lvl3pPr>
            <a:lvl4pPr marL="460339" indent="0">
              <a:buNone/>
              <a:defRPr sz="1200"/>
            </a:lvl4pPr>
            <a:lvl5pPr marL="696860" indent="0">
              <a:buNone/>
              <a:defRPr sz="1200"/>
            </a:lvl5pPr>
          </a:lstStyle>
          <a:p>
            <a:pPr>
              <a:lnSpc>
                <a:spcPct val="90000"/>
              </a:lnSpc>
              <a:tabLst>
                <a:tab pos="0" algn="l"/>
              </a:tabLst>
            </a:pPr>
            <a:r>
              <a:rPr lang="en" sz="1800" b="1" u="none" strike="noStrike">
                <a:solidFill>
                  <a:schemeClr val="lt1"/>
                </a:solidFill>
                <a:uFillTx/>
                <a:latin typeface="Calibri"/>
                <a:ea typeface="Calibri"/>
              </a:rPr>
              <a:t>Key Point</a:t>
            </a:r>
            <a:endParaRPr lang="en-IN" sz="18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499"/>
              </a:spcBef>
              <a:tabLst>
                <a:tab pos="0" algn="l"/>
              </a:tabLst>
            </a:pPr>
            <a:r>
              <a:rPr lang="en" sz="1800" b="0" u="none" strike="noStrike">
                <a:solidFill>
                  <a:schemeClr val="lt1"/>
                </a:solidFill>
                <a:uFillTx/>
                <a:latin typeface="Calibri"/>
                <a:ea typeface="Calibri"/>
              </a:rPr>
              <a:t>Second level</a:t>
            </a:r>
            <a:endParaRPr lang="en-IN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B1C49B2D-1F06-6446-9E44-A5B8EB350A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1675" y="2547758"/>
            <a:ext cx="3822117" cy="351705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>
              <a:defRPr sz="2400" b="1">
                <a:solidFill>
                  <a:srgbClr val="F77A3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" b="1">
                <a:solidFill>
                  <a:srgbClr val="E97132"/>
                </a:solidFill>
                <a:latin typeface="Calibri"/>
                <a:ea typeface="Calibri"/>
              </a:rPr>
              <a:t>THIS IS YOUR BREAKER SLIDE</a:t>
            </a:r>
            <a:endParaRPr lang="en-IN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" name="Google Shape;107;p19">
            <a:extLst>
              <a:ext uri="{FF2B5EF4-FFF2-40B4-BE49-F238E27FC236}">
                <a16:creationId xmlns:a16="http://schemas.microsoft.com/office/drawing/2014/main" id="{AB6DCF16-E5E8-9A44-972A-09C2C3281563}"/>
              </a:ext>
            </a:extLst>
          </p:cNvPr>
          <p:cNvPicPr/>
          <p:nvPr userDrawn="1"/>
        </p:nvPicPr>
        <p:blipFill>
          <a:blip r:embed="rId3"/>
          <a:stretch/>
        </p:blipFill>
        <p:spPr>
          <a:xfrm>
            <a:off x="-962" y="6362184"/>
            <a:ext cx="12191520" cy="523200"/>
          </a:xfrm>
          <a:prstGeom prst="rect">
            <a:avLst/>
          </a:prstGeom>
          <a:ln w="0">
            <a:noFill/>
          </a:ln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BC535D3A-CF20-774F-B198-D96775085F64}"/>
              </a:ext>
            </a:extLst>
          </p:cNvPr>
          <p:cNvSpPr/>
          <p:nvPr userDrawn="1"/>
        </p:nvSpPr>
        <p:spPr>
          <a:xfrm>
            <a:off x="11547063" y="641909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DE695A4-0722-884A-9867-163EB04712C5}"/>
              </a:ext>
            </a:extLst>
          </p:cNvPr>
          <p:cNvSpPr/>
          <p:nvPr userDrawn="1"/>
        </p:nvSpPr>
        <p:spPr>
          <a:xfrm>
            <a:off x="11547063" y="646557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pic>
        <p:nvPicPr>
          <p:cNvPr id="16" name="Google Shape;108;p19">
            <a:extLst>
              <a:ext uri="{FF2B5EF4-FFF2-40B4-BE49-F238E27FC236}">
                <a16:creationId xmlns:a16="http://schemas.microsoft.com/office/drawing/2014/main" id="{507B4404-D040-3648-B057-C7BE4CF7C06B}"/>
              </a:ext>
            </a:extLst>
          </p:cNvPr>
          <p:cNvPicPr/>
          <p:nvPr userDrawn="1"/>
        </p:nvPicPr>
        <p:blipFill>
          <a:blip r:embed="rId4" cstate="print"/>
          <a:stretch/>
        </p:blipFill>
        <p:spPr>
          <a:xfrm>
            <a:off x="389760" y="6451464"/>
            <a:ext cx="1264320" cy="344640"/>
          </a:xfrm>
          <a:prstGeom prst="rect">
            <a:avLst/>
          </a:prstGeom>
          <a:ln w="0">
            <a:noFill/>
          </a:ln>
        </p:spPr>
      </p:pic>
      <p:sp>
        <p:nvSpPr>
          <p:cNvPr id="17" name="Google Shape;109;p19">
            <a:extLst>
              <a:ext uri="{FF2B5EF4-FFF2-40B4-BE49-F238E27FC236}">
                <a16:creationId xmlns:a16="http://schemas.microsoft.com/office/drawing/2014/main" id="{6DF6A2E1-5B04-4B41-975E-0DEBB7A15DCD}"/>
              </a:ext>
            </a:extLst>
          </p:cNvPr>
          <p:cNvSpPr/>
          <p:nvPr userDrawn="1"/>
        </p:nvSpPr>
        <p:spPr>
          <a:xfrm>
            <a:off x="9281760" y="6541678"/>
            <a:ext cx="1931040" cy="16421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1520">
              <a:lnSpc>
                <a:spcPct val="100000"/>
              </a:lnSpc>
              <a:tabLst>
                <a:tab pos="0" algn="l"/>
              </a:tabLst>
            </a:pPr>
            <a:r>
              <a:rPr lang="en" sz="1067" b="0" u="none" strike="noStrike">
                <a:uFillTx/>
                <a:latin typeface="Calibri"/>
                <a:ea typeface="Calibri"/>
              </a:rPr>
              <a:t>Tavant Proprietary &amp; Confidential</a:t>
            </a:r>
            <a:endParaRPr lang="en-IN" sz="1067" b="0" u="none" strike="noStrike">
              <a:uFillTx/>
              <a:latin typeface="Arial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F84BF60-351B-2849-8434-CF84E3B9FAE6}"/>
              </a:ext>
            </a:extLst>
          </p:cNvPr>
          <p:cNvSpPr txBox="1"/>
          <p:nvPr userDrawn="1"/>
        </p:nvSpPr>
        <p:spPr>
          <a:xfrm>
            <a:off x="11502039" y="6495512"/>
            <a:ext cx="349775" cy="256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954E5BDB-61AA-4049-AE86-82CC72DFC771}" type="slidenum">
              <a:rPr lang="en-US" sz="1067" smtClean="0">
                <a:solidFill>
                  <a:schemeClr val="bg1"/>
                </a:solidFill>
              </a:rPr>
              <a:t>‹#›</a:t>
            </a:fld>
            <a:endParaRPr lang="en-US" sz="1067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57146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91;p17">
            <a:extLst>
              <a:ext uri="{FF2B5EF4-FFF2-40B4-BE49-F238E27FC236}">
                <a16:creationId xmlns:a16="http://schemas.microsoft.com/office/drawing/2014/main" id="{35D49C55-7167-304C-AD2C-70FEB5FAACAA}"/>
              </a:ext>
            </a:extLst>
          </p:cNvPr>
          <p:cNvPicPr/>
          <p:nvPr userDrawn="1"/>
        </p:nvPicPr>
        <p:blipFill rotWithShape="1">
          <a:blip r:embed="rId2"/>
          <a:srcRect l="47635" t="1" b="7998"/>
          <a:stretch/>
        </p:blipFill>
        <p:spPr>
          <a:xfrm>
            <a:off x="5807968" y="25839"/>
            <a:ext cx="6384032" cy="6309320"/>
          </a:xfrm>
          <a:prstGeom prst="rect">
            <a:avLst/>
          </a:prstGeom>
          <a:ln w="0">
            <a:noFill/>
          </a:ln>
        </p:spPr>
      </p:pic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77D5A4B9-A9C5-FA43-99FC-A7B6A4B2D40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9760" y="4077071"/>
            <a:ext cx="3278991" cy="1080121"/>
          </a:xfrm>
          <a:prstGeom prst="rect">
            <a:avLst/>
          </a:prstGeom>
        </p:spPr>
        <p:txBody>
          <a:bodyPr lIns="0" anchor="ctr"/>
          <a:lstStyle>
            <a:lvl1pPr marL="0" indent="0">
              <a:spcBef>
                <a:spcPts val="0"/>
              </a:spcBef>
              <a:buNone/>
              <a:defRPr sz="18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700" indent="0">
              <a:buNone/>
              <a:defRPr sz="18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236519" indent="0">
              <a:buNone/>
              <a:defRPr sz="1200"/>
            </a:lvl3pPr>
            <a:lvl4pPr marL="460339" indent="0">
              <a:buNone/>
              <a:defRPr sz="1200"/>
            </a:lvl4pPr>
            <a:lvl5pPr marL="696860" indent="0">
              <a:buNone/>
              <a:defRPr sz="1200"/>
            </a:lvl5pPr>
          </a:lstStyle>
          <a:p>
            <a:pPr>
              <a:lnSpc>
                <a:spcPct val="90000"/>
              </a:lnSpc>
              <a:tabLst>
                <a:tab pos="0" algn="l"/>
              </a:tabLst>
            </a:pPr>
            <a:r>
              <a:rPr lang="en" sz="1800" b="1" u="none" strike="noStrike">
                <a:solidFill>
                  <a:schemeClr val="lt1"/>
                </a:solidFill>
                <a:uFillTx/>
                <a:latin typeface="Calibri"/>
                <a:ea typeface="Calibri"/>
              </a:rPr>
              <a:t>Key Point</a:t>
            </a:r>
            <a:endParaRPr lang="en-IN" sz="18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499"/>
              </a:spcBef>
              <a:tabLst>
                <a:tab pos="0" algn="l"/>
              </a:tabLst>
            </a:pPr>
            <a:r>
              <a:rPr lang="en" sz="1800" b="0" u="none" strike="noStrike">
                <a:solidFill>
                  <a:schemeClr val="lt1"/>
                </a:solidFill>
                <a:uFillTx/>
                <a:latin typeface="Calibri"/>
                <a:ea typeface="Calibri"/>
              </a:rPr>
              <a:t>Second level</a:t>
            </a:r>
            <a:endParaRPr lang="en-IN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C67D9DB5-F0AB-6F4F-A719-4311558201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1675" y="2547758"/>
            <a:ext cx="3822117" cy="351705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>
              <a:defRPr sz="2400" b="1">
                <a:solidFill>
                  <a:srgbClr val="F77A3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" b="1">
                <a:solidFill>
                  <a:srgbClr val="E97132"/>
                </a:solidFill>
                <a:latin typeface="Calibri"/>
                <a:ea typeface="Calibri"/>
              </a:rPr>
              <a:t>THIS IS YOUR BREAKER SLIDE</a:t>
            </a:r>
            <a:endParaRPr lang="en-IN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" name="Google Shape;107;p19">
            <a:extLst>
              <a:ext uri="{FF2B5EF4-FFF2-40B4-BE49-F238E27FC236}">
                <a16:creationId xmlns:a16="http://schemas.microsoft.com/office/drawing/2014/main" id="{944BFAD9-2334-1346-B888-5F696A807799}"/>
              </a:ext>
            </a:extLst>
          </p:cNvPr>
          <p:cNvPicPr/>
          <p:nvPr userDrawn="1"/>
        </p:nvPicPr>
        <p:blipFill>
          <a:blip r:embed="rId3"/>
          <a:stretch/>
        </p:blipFill>
        <p:spPr>
          <a:xfrm>
            <a:off x="-962" y="6362184"/>
            <a:ext cx="12191520" cy="523200"/>
          </a:xfrm>
          <a:prstGeom prst="rect">
            <a:avLst/>
          </a:prstGeom>
          <a:ln w="0">
            <a:noFill/>
          </a:ln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2099A479-AEC7-F644-9220-522FC7942D9B}"/>
              </a:ext>
            </a:extLst>
          </p:cNvPr>
          <p:cNvSpPr/>
          <p:nvPr userDrawn="1"/>
        </p:nvSpPr>
        <p:spPr>
          <a:xfrm>
            <a:off x="11547063" y="641909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FB20322-E558-5E43-B90C-AEF722D49614}"/>
              </a:ext>
            </a:extLst>
          </p:cNvPr>
          <p:cNvSpPr/>
          <p:nvPr userDrawn="1"/>
        </p:nvSpPr>
        <p:spPr>
          <a:xfrm>
            <a:off x="11547063" y="646557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pic>
        <p:nvPicPr>
          <p:cNvPr id="11" name="Google Shape;108;p19">
            <a:extLst>
              <a:ext uri="{FF2B5EF4-FFF2-40B4-BE49-F238E27FC236}">
                <a16:creationId xmlns:a16="http://schemas.microsoft.com/office/drawing/2014/main" id="{1B7FDA51-D872-0B43-98E5-4F594F52EE32}"/>
              </a:ext>
            </a:extLst>
          </p:cNvPr>
          <p:cNvPicPr/>
          <p:nvPr userDrawn="1"/>
        </p:nvPicPr>
        <p:blipFill>
          <a:blip r:embed="rId4" cstate="print"/>
          <a:stretch/>
        </p:blipFill>
        <p:spPr>
          <a:xfrm>
            <a:off x="389760" y="6451464"/>
            <a:ext cx="1264320" cy="344640"/>
          </a:xfrm>
          <a:prstGeom prst="rect">
            <a:avLst/>
          </a:prstGeom>
          <a:ln w="0">
            <a:noFill/>
          </a:ln>
        </p:spPr>
      </p:pic>
      <p:sp>
        <p:nvSpPr>
          <p:cNvPr id="16" name="Google Shape;109;p19">
            <a:extLst>
              <a:ext uri="{FF2B5EF4-FFF2-40B4-BE49-F238E27FC236}">
                <a16:creationId xmlns:a16="http://schemas.microsoft.com/office/drawing/2014/main" id="{681AABB5-954B-414C-BF9F-30D40FA3C916}"/>
              </a:ext>
            </a:extLst>
          </p:cNvPr>
          <p:cNvSpPr/>
          <p:nvPr userDrawn="1"/>
        </p:nvSpPr>
        <p:spPr>
          <a:xfrm>
            <a:off x="9281760" y="6541678"/>
            <a:ext cx="1931040" cy="16421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1520">
              <a:lnSpc>
                <a:spcPct val="100000"/>
              </a:lnSpc>
              <a:tabLst>
                <a:tab pos="0" algn="l"/>
              </a:tabLst>
            </a:pPr>
            <a:r>
              <a:rPr lang="en" sz="1067" b="0" u="none" strike="noStrike">
                <a:uFillTx/>
                <a:latin typeface="Calibri"/>
                <a:ea typeface="Calibri"/>
              </a:rPr>
              <a:t>Tavant Proprietary &amp; Confidential</a:t>
            </a:r>
            <a:endParaRPr lang="en-IN" sz="1067" b="0" u="none" strike="noStrike">
              <a:uFillTx/>
              <a:latin typeface="Arial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CB00C47-20BD-6340-A196-D14A89156B6D}"/>
              </a:ext>
            </a:extLst>
          </p:cNvPr>
          <p:cNvSpPr txBox="1"/>
          <p:nvPr userDrawn="1"/>
        </p:nvSpPr>
        <p:spPr>
          <a:xfrm>
            <a:off x="11502039" y="6495512"/>
            <a:ext cx="349775" cy="256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954E5BDB-61AA-4049-AE86-82CC72DFC771}" type="slidenum">
              <a:rPr lang="en-US" sz="1067" smtClean="0">
                <a:solidFill>
                  <a:schemeClr val="bg1"/>
                </a:solidFill>
              </a:rPr>
              <a:t>‹#›</a:t>
            </a:fld>
            <a:endParaRPr lang="en-US" sz="1067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1848901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99;p18">
            <a:extLst>
              <a:ext uri="{FF2B5EF4-FFF2-40B4-BE49-F238E27FC236}">
                <a16:creationId xmlns:a16="http://schemas.microsoft.com/office/drawing/2014/main" id="{AE8165D1-6A41-0745-93BC-280B1045F69A}"/>
              </a:ext>
            </a:extLst>
          </p:cNvPr>
          <p:cNvPicPr/>
          <p:nvPr userDrawn="1"/>
        </p:nvPicPr>
        <p:blipFill rotWithShape="1">
          <a:blip r:embed="rId2"/>
          <a:srcRect l="37401" t="400" b="7598"/>
          <a:stretch/>
        </p:blipFill>
        <p:spPr>
          <a:xfrm>
            <a:off x="4559829" y="44624"/>
            <a:ext cx="7631691" cy="6309320"/>
          </a:xfrm>
          <a:prstGeom prst="rect">
            <a:avLst/>
          </a:prstGeom>
          <a:ln w="0">
            <a:noFill/>
          </a:ln>
        </p:spPr>
      </p:pic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56538A60-E6F3-9143-8645-0D9AA5BA989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9760" y="4077071"/>
            <a:ext cx="3278991" cy="1080121"/>
          </a:xfrm>
          <a:prstGeom prst="rect">
            <a:avLst/>
          </a:prstGeom>
        </p:spPr>
        <p:txBody>
          <a:bodyPr lIns="0" anchor="ctr"/>
          <a:lstStyle>
            <a:lvl1pPr marL="0" indent="0">
              <a:spcBef>
                <a:spcPts val="0"/>
              </a:spcBef>
              <a:buNone/>
              <a:defRPr sz="18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700" indent="0">
              <a:buNone/>
              <a:defRPr sz="18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236519" indent="0">
              <a:buNone/>
              <a:defRPr sz="1200"/>
            </a:lvl3pPr>
            <a:lvl4pPr marL="460339" indent="0">
              <a:buNone/>
              <a:defRPr sz="1200"/>
            </a:lvl4pPr>
            <a:lvl5pPr marL="696860" indent="0">
              <a:buNone/>
              <a:defRPr sz="1200"/>
            </a:lvl5pPr>
          </a:lstStyle>
          <a:p>
            <a:pPr>
              <a:lnSpc>
                <a:spcPct val="90000"/>
              </a:lnSpc>
              <a:tabLst>
                <a:tab pos="0" algn="l"/>
              </a:tabLst>
            </a:pPr>
            <a:r>
              <a:rPr lang="en" sz="1800" b="1" u="none" strike="noStrike">
                <a:solidFill>
                  <a:schemeClr val="lt1"/>
                </a:solidFill>
                <a:uFillTx/>
                <a:latin typeface="Calibri"/>
                <a:ea typeface="Calibri"/>
              </a:rPr>
              <a:t>Key Point</a:t>
            </a:r>
            <a:endParaRPr lang="en-IN" sz="18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499"/>
              </a:spcBef>
              <a:tabLst>
                <a:tab pos="0" algn="l"/>
              </a:tabLst>
            </a:pPr>
            <a:r>
              <a:rPr lang="en" sz="1800" b="0" u="none" strike="noStrike">
                <a:solidFill>
                  <a:schemeClr val="lt1"/>
                </a:solidFill>
                <a:uFillTx/>
                <a:latin typeface="Calibri"/>
                <a:ea typeface="Calibri"/>
              </a:rPr>
              <a:t>Second level</a:t>
            </a:r>
            <a:endParaRPr lang="en-IN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66B66383-C930-684D-8D09-57FA97B15F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1675" y="2547758"/>
            <a:ext cx="3822117" cy="351705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>
              <a:defRPr sz="2400" b="1">
                <a:solidFill>
                  <a:srgbClr val="F77A3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" b="1">
                <a:solidFill>
                  <a:srgbClr val="E97132"/>
                </a:solidFill>
                <a:latin typeface="Calibri"/>
                <a:ea typeface="Calibri"/>
              </a:rPr>
              <a:t>THIS IS YOUR BREAKER SLIDE</a:t>
            </a:r>
            <a:endParaRPr lang="en-IN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" name="Google Shape;107;p19">
            <a:extLst>
              <a:ext uri="{FF2B5EF4-FFF2-40B4-BE49-F238E27FC236}">
                <a16:creationId xmlns:a16="http://schemas.microsoft.com/office/drawing/2014/main" id="{70ED10F0-4513-E64B-A8D3-82356BB9DB24}"/>
              </a:ext>
            </a:extLst>
          </p:cNvPr>
          <p:cNvPicPr/>
          <p:nvPr userDrawn="1"/>
        </p:nvPicPr>
        <p:blipFill>
          <a:blip r:embed="rId3"/>
          <a:stretch/>
        </p:blipFill>
        <p:spPr>
          <a:xfrm>
            <a:off x="-962" y="6362184"/>
            <a:ext cx="12191520" cy="523200"/>
          </a:xfrm>
          <a:prstGeom prst="rect">
            <a:avLst/>
          </a:prstGeom>
          <a:ln w="0">
            <a:noFill/>
          </a:ln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8A9CCFE3-A867-0449-968B-656FFD43921B}"/>
              </a:ext>
            </a:extLst>
          </p:cNvPr>
          <p:cNvSpPr/>
          <p:nvPr userDrawn="1"/>
        </p:nvSpPr>
        <p:spPr>
          <a:xfrm>
            <a:off x="11547063" y="641909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1BB572C-6C47-0847-AF2E-EC37CFA7A30C}"/>
              </a:ext>
            </a:extLst>
          </p:cNvPr>
          <p:cNvSpPr/>
          <p:nvPr userDrawn="1"/>
        </p:nvSpPr>
        <p:spPr>
          <a:xfrm>
            <a:off x="11547063" y="646557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pic>
        <p:nvPicPr>
          <p:cNvPr id="16" name="Google Shape;108;p19">
            <a:extLst>
              <a:ext uri="{FF2B5EF4-FFF2-40B4-BE49-F238E27FC236}">
                <a16:creationId xmlns:a16="http://schemas.microsoft.com/office/drawing/2014/main" id="{9106C6C9-E867-314A-87F9-CFDFCD5DC70D}"/>
              </a:ext>
            </a:extLst>
          </p:cNvPr>
          <p:cNvPicPr/>
          <p:nvPr userDrawn="1"/>
        </p:nvPicPr>
        <p:blipFill>
          <a:blip r:embed="rId4" cstate="print"/>
          <a:stretch/>
        </p:blipFill>
        <p:spPr>
          <a:xfrm>
            <a:off x="389760" y="6451464"/>
            <a:ext cx="1264320" cy="344640"/>
          </a:xfrm>
          <a:prstGeom prst="rect">
            <a:avLst/>
          </a:prstGeom>
          <a:ln w="0">
            <a:noFill/>
          </a:ln>
        </p:spPr>
      </p:pic>
      <p:sp>
        <p:nvSpPr>
          <p:cNvPr id="17" name="Google Shape;109;p19">
            <a:extLst>
              <a:ext uri="{FF2B5EF4-FFF2-40B4-BE49-F238E27FC236}">
                <a16:creationId xmlns:a16="http://schemas.microsoft.com/office/drawing/2014/main" id="{23FE4224-B05B-4F4B-9ED8-B5C68EDA60F5}"/>
              </a:ext>
            </a:extLst>
          </p:cNvPr>
          <p:cNvSpPr/>
          <p:nvPr userDrawn="1"/>
        </p:nvSpPr>
        <p:spPr>
          <a:xfrm>
            <a:off x="9281760" y="6541678"/>
            <a:ext cx="1931040" cy="16421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1520">
              <a:lnSpc>
                <a:spcPct val="100000"/>
              </a:lnSpc>
              <a:tabLst>
                <a:tab pos="0" algn="l"/>
              </a:tabLst>
            </a:pPr>
            <a:r>
              <a:rPr lang="en" sz="1067" b="0" u="none" strike="noStrike">
                <a:uFillTx/>
                <a:latin typeface="Calibri"/>
                <a:ea typeface="Calibri"/>
              </a:rPr>
              <a:t>Tavant Proprietary &amp; Confidential</a:t>
            </a:r>
            <a:endParaRPr lang="en-IN" sz="1067" b="0" u="none" strike="noStrike">
              <a:uFillTx/>
              <a:latin typeface="Arial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F73A18E-4D1B-3E40-87C2-1D7900A2BDB8}"/>
              </a:ext>
            </a:extLst>
          </p:cNvPr>
          <p:cNvSpPr txBox="1"/>
          <p:nvPr userDrawn="1"/>
        </p:nvSpPr>
        <p:spPr>
          <a:xfrm>
            <a:off x="11502039" y="6495512"/>
            <a:ext cx="349775" cy="256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954E5BDB-61AA-4049-AE86-82CC72DFC771}" type="slidenum">
              <a:rPr lang="en-US" sz="1067" smtClean="0">
                <a:solidFill>
                  <a:schemeClr val="bg1"/>
                </a:solidFill>
              </a:rPr>
              <a:t>‹#›</a:t>
            </a:fld>
            <a:endParaRPr lang="en-US" sz="1067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6208146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07;p19">
            <a:extLst>
              <a:ext uri="{FF2B5EF4-FFF2-40B4-BE49-F238E27FC236}">
                <a16:creationId xmlns:a16="http://schemas.microsoft.com/office/drawing/2014/main" id="{590273C4-A7C7-5C43-8E4B-7274AF5C683F}"/>
              </a:ext>
            </a:extLst>
          </p:cNvPr>
          <p:cNvPicPr/>
          <p:nvPr userDrawn="1"/>
        </p:nvPicPr>
        <p:blipFill>
          <a:blip r:embed="rId2"/>
          <a:stretch/>
        </p:blipFill>
        <p:spPr>
          <a:xfrm>
            <a:off x="-962" y="6362184"/>
            <a:ext cx="12191520" cy="523200"/>
          </a:xfrm>
          <a:prstGeom prst="rect">
            <a:avLst/>
          </a:prstGeom>
          <a:ln w="0">
            <a:noFill/>
          </a:ln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71ECD694-DABE-E540-8A67-8F64AAAE13E7}"/>
              </a:ext>
            </a:extLst>
          </p:cNvPr>
          <p:cNvSpPr/>
          <p:nvPr userDrawn="1"/>
        </p:nvSpPr>
        <p:spPr>
          <a:xfrm>
            <a:off x="11547063" y="641909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20B6963-86FF-6248-AC98-1F8DD2EA8768}"/>
              </a:ext>
            </a:extLst>
          </p:cNvPr>
          <p:cNvSpPr/>
          <p:nvPr userDrawn="1"/>
        </p:nvSpPr>
        <p:spPr>
          <a:xfrm>
            <a:off x="11547063" y="646557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pic>
        <p:nvPicPr>
          <p:cNvPr id="8" name="Google Shape;108;p19">
            <a:extLst>
              <a:ext uri="{FF2B5EF4-FFF2-40B4-BE49-F238E27FC236}">
                <a16:creationId xmlns:a16="http://schemas.microsoft.com/office/drawing/2014/main" id="{91D1D0F1-7FC9-F742-A64E-2D732BF64EBF}"/>
              </a:ext>
            </a:extLst>
          </p:cNvPr>
          <p:cNvPicPr/>
          <p:nvPr userDrawn="1"/>
        </p:nvPicPr>
        <p:blipFill>
          <a:blip r:embed="rId3" cstate="print"/>
          <a:stretch/>
        </p:blipFill>
        <p:spPr>
          <a:xfrm>
            <a:off x="389760" y="6451464"/>
            <a:ext cx="1264320" cy="344640"/>
          </a:xfrm>
          <a:prstGeom prst="rect">
            <a:avLst/>
          </a:prstGeom>
          <a:ln w="0">
            <a:noFill/>
          </a:ln>
        </p:spPr>
      </p:pic>
      <p:sp>
        <p:nvSpPr>
          <p:cNvPr id="9" name="Google Shape;109;p19">
            <a:extLst>
              <a:ext uri="{FF2B5EF4-FFF2-40B4-BE49-F238E27FC236}">
                <a16:creationId xmlns:a16="http://schemas.microsoft.com/office/drawing/2014/main" id="{8F73B142-BAE4-884D-ACF4-BBCAD2EE4608}"/>
              </a:ext>
            </a:extLst>
          </p:cNvPr>
          <p:cNvSpPr/>
          <p:nvPr userDrawn="1"/>
        </p:nvSpPr>
        <p:spPr>
          <a:xfrm>
            <a:off x="9281760" y="6541678"/>
            <a:ext cx="1931040" cy="16421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1520">
              <a:lnSpc>
                <a:spcPct val="100000"/>
              </a:lnSpc>
              <a:tabLst>
                <a:tab pos="0" algn="l"/>
              </a:tabLst>
            </a:pPr>
            <a:r>
              <a:rPr lang="en" sz="1067" b="0" u="none" strike="noStrike">
                <a:uFillTx/>
                <a:latin typeface="Calibri"/>
                <a:ea typeface="Calibri"/>
              </a:rPr>
              <a:t>Tavant Proprietary &amp; Confidential</a:t>
            </a:r>
            <a:endParaRPr lang="en-IN" sz="1067" b="0" u="none" strike="noStrike">
              <a:uFillTx/>
              <a:latin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ED98118-2C4C-B841-8271-B0443DA23C75}"/>
              </a:ext>
            </a:extLst>
          </p:cNvPr>
          <p:cNvSpPr txBox="1"/>
          <p:nvPr userDrawn="1"/>
        </p:nvSpPr>
        <p:spPr>
          <a:xfrm>
            <a:off x="11502039" y="6495512"/>
            <a:ext cx="349775" cy="256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954E5BDB-61AA-4049-AE86-82CC72DFC771}" type="slidenum">
              <a:rPr lang="en-US" sz="1067" smtClean="0">
                <a:solidFill>
                  <a:schemeClr val="bg1"/>
                </a:solidFill>
              </a:rPr>
              <a:t>‹#›</a:t>
            </a:fld>
            <a:endParaRPr lang="en-US" sz="1067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7110849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 + Content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Placeholder 1">
            <a:extLst>
              <a:ext uri="{FF2B5EF4-FFF2-40B4-BE49-F238E27FC236}">
                <a16:creationId xmlns:a16="http://schemas.microsoft.com/office/drawing/2014/main" id="{B7808001-0DB4-5547-9CFB-890621A6BD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7374" y="332656"/>
            <a:ext cx="11430286" cy="319012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>
              <a:defRPr sz="2400" b="1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b="1">
                <a:latin typeface="Calibri" panose="020F0502020204030204" pitchFamily="34" charset="0"/>
                <a:cs typeface="Calibri" panose="020F0502020204030204" pitchFamily="34" charset="0"/>
              </a:rPr>
              <a:t>THIS IS YOUR TITLE TRY TO KEEP TO ONE LINE OF MAXIMUM</a:t>
            </a:r>
            <a:endParaRPr lang="en-US" b="1" kern="0">
              <a:solidFill>
                <a:sysClr val="windowText" lastClr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FCDFD485-16C3-2142-95DD-EC4E7D4DBCF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7374" y="657764"/>
            <a:ext cx="11411019" cy="285132"/>
          </a:xfrm>
          <a:prstGeom prst="rect">
            <a:avLst/>
          </a:prstGeom>
        </p:spPr>
        <p:txBody>
          <a:bodyPr lIns="0" anchor="ctr" anchorCtr="0">
            <a:noAutofit/>
          </a:bodyPr>
          <a:lstStyle>
            <a:lvl1pPr marL="0" indent="0" defTabSz="914400">
              <a:spcBef>
                <a:spcPts val="0"/>
              </a:spcBef>
              <a:buFont typeface="Wingdings" charset="2"/>
              <a:buNone/>
              <a:defRPr sz="1800">
                <a:solidFill>
                  <a:srgbClr val="F77A3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700" indent="0">
              <a:buNone/>
              <a:defRPr sz="1800">
                <a:solidFill>
                  <a:schemeClr val="accent1"/>
                </a:solidFill>
              </a:defRPr>
            </a:lvl2pPr>
            <a:lvl3pPr>
              <a:defRPr sz="1800">
                <a:solidFill>
                  <a:schemeClr val="accent1"/>
                </a:solidFill>
              </a:defRPr>
            </a:lvl3pPr>
            <a:lvl4pPr>
              <a:defRPr sz="1800">
                <a:solidFill>
                  <a:schemeClr val="accent1"/>
                </a:solidFill>
              </a:defRPr>
            </a:lvl4pPr>
            <a:lvl5pPr>
              <a:defRPr sz="1800">
                <a:solidFill>
                  <a:schemeClr val="accent1"/>
                </a:solidFill>
              </a:defRPr>
            </a:lvl5pPr>
          </a:lstStyle>
          <a:p>
            <a:pPr marL="0" indent="0" defTabSz="914400">
              <a:spcBef>
                <a:spcPts val="0"/>
              </a:spcBef>
              <a:buFont typeface="Wingdings" charset="2"/>
              <a:buNone/>
            </a:pPr>
            <a:r>
              <a:rPr lang="en-US" sz="1800" kern="0">
                <a:solidFill>
                  <a:srgbClr val="F36F2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This is your optional subtitle Try to keep this to two lines of type maximum if used</a:t>
            </a:r>
          </a:p>
        </p:txBody>
      </p:sp>
      <p:pic>
        <p:nvPicPr>
          <p:cNvPr id="14" name="Google Shape;107;p19">
            <a:extLst>
              <a:ext uri="{FF2B5EF4-FFF2-40B4-BE49-F238E27FC236}">
                <a16:creationId xmlns:a16="http://schemas.microsoft.com/office/drawing/2014/main" id="{C078F8D0-7AEA-CF46-89A1-50DB60309410}"/>
              </a:ext>
            </a:extLst>
          </p:cNvPr>
          <p:cNvPicPr/>
          <p:nvPr userDrawn="1"/>
        </p:nvPicPr>
        <p:blipFill>
          <a:blip r:embed="rId2"/>
          <a:stretch/>
        </p:blipFill>
        <p:spPr>
          <a:xfrm>
            <a:off x="-962" y="6362184"/>
            <a:ext cx="12191520" cy="523200"/>
          </a:xfrm>
          <a:prstGeom prst="rect">
            <a:avLst/>
          </a:prstGeom>
          <a:ln w="0">
            <a:noFill/>
          </a:ln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AC244F20-8581-DC4D-85E1-F52AD2B02347}"/>
              </a:ext>
            </a:extLst>
          </p:cNvPr>
          <p:cNvSpPr/>
          <p:nvPr userDrawn="1"/>
        </p:nvSpPr>
        <p:spPr>
          <a:xfrm>
            <a:off x="11547063" y="641909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E19BDB9-AF73-E746-8F38-BABDD5BB1691}"/>
              </a:ext>
            </a:extLst>
          </p:cNvPr>
          <p:cNvSpPr/>
          <p:nvPr userDrawn="1"/>
        </p:nvSpPr>
        <p:spPr>
          <a:xfrm>
            <a:off x="11547063" y="646557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pic>
        <p:nvPicPr>
          <p:cNvPr id="10" name="Google Shape;108;p19">
            <a:extLst>
              <a:ext uri="{FF2B5EF4-FFF2-40B4-BE49-F238E27FC236}">
                <a16:creationId xmlns:a16="http://schemas.microsoft.com/office/drawing/2014/main" id="{561935EC-19A4-7C46-8D18-02367D6B9297}"/>
              </a:ext>
            </a:extLst>
          </p:cNvPr>
          <p:cNvPicPr/>
          <p:nvPr userDrawn="1"/>
        </p:nvPicPr>
        <p:blipFill>
          <a:blip r:embed="rId3" cstate="print"/>
          <a:stretch/>
        </p:blipFill>
        <p:spPr>
          <a:xfrm>
            <a:off x="275460" y="6451464"/>
            <a:ext cx="1264320" cy="344640"/>
          </a:xfrm>
          <a:prstGeom prst="rect">
            <a:avLst/>
          </a:prstGeom>
          <a:ln w="0">
            <a:noFill/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4006B26-BA4E-E344-81EA-ABF972399762}"/>
              </a:ext>
            </a:extLst>
          </p:cNvPr>
          <p:cNvSpPr txBox="1"/>
          <p:nvPr userDrawn="1"/>
        </p:nvSpPr>
        <p:spPr>
          <a:xfrm>
            <a:off x="11502039" y="6495512"/>
            <a:ext cx="349775" cy="256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954E5BDB-61AA-4049-AE86-82CC72DFC771}" type="slidenum">
              <a:rPr lang="en-US" sz="1067" smtClean="0">
                <a:solidFill>
                  <a:schemeClr val="bg1"/>
                </a:solidFill>
              </a:rPr>
              <a:t>‹#›</a:t>
            </a:fld>
            <a:endParaRPr lang="en-US" sz="1067">
              <a:solidFill>
                <a:schemeClr val="bg1"/>
              </a:solidFill>
            </a:endParaRPr>
          </a:p>
        </p:txBody>
      </p:sp>
      <p:sp>
        <p:nvSpPr>
          <p:cNvPr id="2" name="Google Shape;109;p19">
            <a:extLst>
              <a:ext uri="{FF2B5EF4-FFF2-40B4-BE49-F238E27FC236}">
                <a16:creationId xmlns:a16="http://schemas.microsoft.com/office/drawing/2014/main" id="{05A20922-4FA5-DE35-3DB7-8383A88682C0}"/>
              </a:ext>
            </a:extLst>
          </p:cNvPr>
          <p:cNvSpPr/>
          <p:nvPr userDrawn="1"/>
        </p:nvSpPr>
        <p:spPr>
          <a:xfrm>
            <a:off x="10015412" y="6541678"/>
            <a:ext cx="1931040" cy="16421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1520">
              <a:lnSpc>
                <a:spcPct val="100000"/>
              </a:lnSpc>
              <a:tabLst>
                <a:tab pos="0" algn="l"/>
              </a:tabLst>
            </a:pPr>
            <a:r>
              <a:rPr lang="en" sz="1067" b="0" u="none" strike="noStrike">
                <a:uFillTx/>
                <a:latin typeface="Calibri"/>
                <a:ea typeface="Calibri"/>
              </a:rPr>
              <a:t>Tavant Confidential</a:t>
            </a:r>
            <a:endParaRPr lang="en-IN" sz="1067" b="0" u="none" strike="noStrike"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16494087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67;p14">
            <a:extLst>
              <a:ext uri="{FF2B5EF4-FFF2-40B4-BE49-F238E27FC236}">
                <a16:creationId xmlns:a16="http://schemas.microsoft.com/office/drawing/2014/main" id="{E6A9D285-AC01-0A48-9ED5-D15C52AEEC82}"/>
              </a:ext>
            </a:extLst>
          </p:cNvPr>
          <p:cNvPicPr/>
          <p:nvPr userDrawn="1"/>
        </p:nvPicPr>
        <p:blipFill rotWithShape="1">
          <a:blip r:embed="rId2"/>
          <a:srcRect l="36895" t="4218" r="10891" b="1924"/>
          <a:stretch/>
        </p:blipFill>
        <p:spPr>
          <a:xfrm>
            <a:off x="6847680" y="-27384"/>
            <a:ext cx="5343840" cy="6408712"/>
          </a:xfrm>
          <a:prstGeom prst="rect">
            <a:avLst/>
          </a:prstGeom>
          <a:ln w="0">
            <a:noFill/>
          </a:ln>
        </p:spPr>
      </p:pic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267A270E-5CF5-B446-81CA-84AAFF7D774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0525" y="2000240"/>
            <a:ext cx="5566203" cy="3168650"/>
          </a:xfrm>
        </p:spPr>
        <p:txBody>
          <a:bodyPr lIns="0" tIns="180000" rIns="0" bIns="0"/>
          <a:lstStyle>
            <a:lvl1pPr marL="0" indent="0">
              <a:lnSpc>
                <a:spcPct val="0"/>
              </a:lnSpc>
              <a:spcBef>
                <a:spcPts val="0"/>
              </a:spcBef>
              <a:buNone/>
              <a:defRPr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>
              <a:lnSpc>
                <a:spcPct val="130000"/>
              </a:lnSpc>
              <a:tabLst>
                <a:tab pos="0" algn="l"/>
              </a:tabLst>
            </a:pPr>
            <a:r>
              <a:rPr lang="en" sz="1800">
                <a:solidFill>
                  <a:srgbClr val="222222"/>
                </a:solidFill>
                <a:highlight>
                  <a:srgbClr val="FFFFFF"/>
                </a:highlight>
                <a:latin typeface="Calibri"/>
                <a:ea typeface="Calibri"/>
              </a:rPr>
              <a:t>1. First Talking Point</a:t>
            </a:r>
            <a:endParaRPr lang="en-IN" sz="180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30000"/>
              </a:lnSpc>
              <a:tabLst>
                <a:tab pos="0" algn="l"/>
              </a:tabLst>
            </a:pPr>
            <a:r>
              <a:rPr lang="en" sz="1800">
                <a:solidFill>
                  <a:srgbClr val="222222"/>
                </a:solidFill>
                <a:highlight>
                  <a:srgbClr val="FFFFFF"/>
                </a:highlight>
                <a:latin typeface="Calibri"/>
                <a:ea typeface="Calibri"/>
              </a:rPr>
              <a:t>2. Second Talking Point</a:t>
            </a:r>
            <a:endParaRPr lang="en-IN" sz="180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30000"/>
              </a:lnSpc>
              <a:tabLst>
                <a:tab pos="0" algn="l"/>
              </a:tabLst>
            </a:pPr>
            <a:r>
              <a:rPr lang="en" sz="1800">
                <a:solidFill>
                  <a:srgbClr val="222222"/>
                </a:solidFill>
                <a:highlight>
                  <a:srgbClr val="FFFFFF"/>
                </a:highlight>
                <a:latin typeface="Calibri"/>
                <a:ea typeface="Calibri"/>
              </a:rPr>
              <a:t>3. Third Talking Point</a:t>
            </a:r>
            <a:endParaRPr lang="en-IN" sz="180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30000"/>
              </a:lnSpc>
              <a:tabLst>
                <a:tab pos="0" algn="l"/>
              </a:tabLst>
            </a:pPr>
            <a:r>
              <a:rPr lang="en" sz="1800">
                <a:solidFill>
                  <a:srgbClr val="222222"/>
                </a:solidFill>
                <a:highlight>
                  <a:srgbClr val="FFFFFF"/>
                </a:highlight>
                <a:latin typeface="Calibri"/>
                <a:ea typeface="Calibri"/>
              </a:rPr>
              <a:t>4. Fourth Talking Point</a:t>
            </a:r>
            <a:endParaRPr lang="en-IN" sz="180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30000"/>
              </a:lnSpc>
              <a:tabLst>
                <a:tab pos="0" algn="l"/>
              </a:tabLst>
            </a:pPr>
            <a:r>
              <a:rPr lang="en" sz="1800">
                <a:solidFill>
                  <a:srgbClr val="222222"/>
                </a:solidFill>
                <a:highlight>
                  <a:srgbClr val="FFFFFF"/>
                </a:highlight>
                <a:latin typeface="Calibri"/>
                <a:ea typeface="Calibri"/>
              </a:rPr>
              <a:t>5. Fifth Talking Point</a:t>
            </a:r>
            <a:endParaRPr lang="en-IN" sz="180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30000"/>
              </a:lnSpc>
              <a:tabLst>
                <a:tab pos="0" algn="l"/>
              </a:tabLst>
            </a:pPr>
            <a:r>
              <a:rPr lang="en" sz="1800">
                <a:solidFill>
                  <a:srgbClr val="222222"/>
                </a:solidFill>
                <a:highlight>
                  <a:srgbClr val="FFFFFF"/>
                </a:highlight>
                <a:latin typeface="Calibri"/>
                <a:ea typeface="Calibri"/>
              </a:rPr>
              <a:t>6. Sixth Talking Point</a:t>
            </a:r>
            <a:endParaRPr lang="en-IN" sz="180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691B7F3C-1377-9B4D-AC92-DF000674ED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0240" y="404664"/>
            <a:ext cx="5555053" cy="454826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>
              <a:defRPr sz="1800" b="1">
                <a:solidFill>
                  <a:srgbClr val="F77A3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AGENDA/CONTENT</a:t>
            </a:r>
          </a:p>
        </p:txBody>
      </p:sp>
      <p:pic>
        <p:nvPicPr>
          <p:cNvPr id="8" name="Google Shape;107;p19">
            <a:extLst>
              <a:ext uri="{FF2B5EF4-FFF2-40B4-BE49-F238E27FC236}">
                <a16:creationId xmlns:a16="http://schemas.microsoft.com/office/drawing/2014/main" id="{FC199D98-4CF0-B646-9CD9-D3DD2A0C05FC}"/>
              </a:ext>
            </a:extLst>
          </p:cNvPr>
          <p:cNvPicPr/>
          <p:nvPr userDrawn="1"/>
        </p:nvPicPr>
        <p:blipFill>
          <a:blip r:embed="rId3"/>
          <a:stretch/>
        </p:blipFill>
        <p:spPr>
          <a:xfrm>
            <a:off x="-962" y="6362184"/>
            <a:ext cx="12191520" cy="523200"/>
          </a:xfrm>
          <a:prstGeom prst="rect">
            <a:avLst/>
          </a:prstGeom>
          <a:ln w="0">
            <a:noFill/>
          </a:ln>
        </p:spPr>
      </p:pic>
      <p:pic>
        <p:nvPicPr>
          <p:cNvPr id="9" name="Google Shape;108;p19">
            <a:extLst>
              <a:ext uri="{FF2B5EF4-FFF2-40B4-BE49-F238E27FC236}">
                <a16:creationId xmlns:a16="http://schemas.microsoft.com/office/drawing/2014/main" id="{CB235E1C-4FA0-CA4C-ADD0-D5DCEEE4821E}"/>
              </a:ext>
            </a:extLst>
          </p:cNvPr>
          <p:cNvPicPr/>
          <p:nvPr userDrawn="1"/>
        </p:nvPicPr>
        <p:blipFill>
          <a:blip r:embed="rId4" cstate="print"/>
          <a:stretch/>
        </p:blipFill>
        <p:spPr>
          <a:xfrm>
            <a:off x="389760" y="6451464"/>
            <a:ext cx="1264320" cy="344640"/>
          </a:xfrm>
          <a:prstGeom prst="rect">
            <a:avLst/>
          </a:prstGeom>
          <a:ln w="0">
            <a:noFill/>
          </a:ln>
        </p:spPr>
      </p:pic>
      <p:sp>
        <p:nvSpPr>
          <p:cNvPr id="10" name="Google Shape;109;p19">
            <a:extLst>
              <a:ext uri="{FF2B5EF4-FFF2-40B4-BE49-F238E27FC236}">
                <a16:creationId xmlns:a16="http://schemas.microsoft.com/office/drawing/2014/main" id="{0E9A9147-DE9F-E74D-AA2C-C2867847489F}"/>
              </a:ext>
            </a:extLst>
          </p:cNvPr>
          <p:cNvSpPr/>
          <p:nvPr userDrawn="1"/>
        </p:nvSpPr>
        <p:spPr>
          <a:xfrm>
            <a:off x="9281760" y="6541678"/>
            <a:ext cx="1931040" cy="16421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1520">
              <a:lnSpc>
                <a:spcPct val="100000"/>
              </a:lnSpc>
              <a:tabLst>
                <a:tab pos="0" algn="l"/>
              </a:tabLst>
            </a:pPr>
            <a:r>
              <a:rPr lang="en" sz="1067" b="0" u="none" strike="noStrike">
                <a:uFillTx/>
                <a:latin typeface="Calibri"/>
                <a:ea typeface="Calibri"/>
              </a:rPr>
              <a:t>Tavant Proprietary &amp; Confidential</a:t>
            </a:r>
            <a:endParaRPr lang="en-IN" sz="1067" b="0" u="none" strike="noStrike">
              <a:uFillTx/>
              <a:latin typeface="Arial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856DA17-5906-0C4A-93DE-5642B2A8779A}"/>
              </a:ext>
            </a:extLst>
          </p:cNvPr>
          <p:cNvSpPr/>
          <p:nvPr userDrawn="1"/>
        </p:nvSpPr>
        <p:spPr>
          <a:xfrm>
            <a:off x="11547063" y="641909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8C16F2B-9052-204E-90D6-548DAEE090B1}"/>
              </a:ext>
            </a:extLst>
          </p:cNvPr>
          <p:cNvSpPr/>
          <p:nvPr userDrawn="1"/>
        </p:nvSpPr>
        <p:spPr>
          <a:xfrm>
            <a:off x="11547063" y="646557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582CE5C-F123-F943-8CA5-2DA8DDBE7D6E}"/>
              </a:ext>
            </a:extLst>
          </p:cNvPr>
          <p:cNvSpPr txBox="1"/>
          <p:nvPr userDrawn="1"/>
        </p:nvSpPr>
        <p:spPr>
          <a:xfrm>
            <a:off x="11502039" y="6495512"/>
            <a:ext cx="349775" cy="256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954E5BDB-61AA-4049-AE86-82CC72DFC771}" type="slidenum">
              <a:rPr lang="en-US" sz="1067" smtClean="0">
                <a:solidFill>
                  <a:schemeClr val="bg1"/>
                </a:solidFill>
              </a:rPr>
              <a:t>‹#›</a:t>
            </a:fld>
            <a:endParaRPr lang="en-US" sz="1067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609512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74;p15">
            <a:extLst>
              <a:ext uri="{FF2B5EF4-FFF2-40B4-BE49-F238E27FC236}">
                <a16:creationId xmlns:a16="http://schemas.microsoft.com/office/drawing/2014/main" id="{5C5D8D6D-078A-2146-AA69-A63F6EA27599}"/>
              </a:ext>
            </a:extLst>
          </p:cNvPr>
          <p:cNvPicPr/>
          <p:nvPr userDrawn="1"/>
        </p:nvPicPr>
        <p:blipFill rotWithShape="1">
          <a:blip r:embed="rId2"/>
          <a:srcRect l="51117" t="7968" r="1173" b="191"/>
          <a:stretch/>
        </p:blipFill>
        <p:spPr>
          <a:xfrm>
            <a:off x="6377896" y="49214"/>
            <a:ext cx="5807728" cy="6288276"/>
          </a:xfrm>
          <a:prstGeom prst="rect">
            <a:avLst/>
          </a:prstGeom>
          <a:ln w="0">
            <a:noFill/>
          </a:ln>
        </p:spPr>
      </p:pic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BC504827-5DE1-C243-9569-AA901798D8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1675" y="2547758"/>
            <a:ext cx="3822117" cy="351705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>
              <a:defRPr sz="2400" b="1">
                <a:solidFill>
                  <a:srgbClr val="F77A3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" b="1">
                <a:solidFill>
                  <a:srgbClr val="E97132"/>
                </a:solidFill>
                <a:latin typeface="Calibri"/>
                <a:ea typeface="Calibri"/>
              </a:rPr>
              <a:t>THIS IS YOUR BREAKER SLIDE</a:t>
            </a:r>
            <a:endParaRPr lang="en-IN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094A339C-C731-EF44-AC8B-C7BB3B9DAC0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9760" y="4077071"/>
            <a:ext cx="3278991" cy="1080121"/>
          </a:xfrm>
          <a:prstGeom prst="rect">
            <a:avLst/>
          </a:prstGeom>
        </p:spPr>
        <p:txBody>
          <a:bodyPr lIns="0" anchor="ctr"/>
          <a:lstStyle>
            <a:lvl1pPr marL="0" indent="0">
              <a:spcBef>
                <a:spcPts val="0"/>
              </a:spcBef>
              <a:buNone/>
              <a:defRPr sz="18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700" indent="0">
              <a:buNone/>
              <a:defRPr sz="18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236519" indent="0">
              <a:buNone/>
              <a:defRPr sz="1200"/>
            </a:lvl3pPr>
            <a:lvl4pPr marL="460339" indent="0">
              <a:buNone/>
              <a:defRPr sz="1200"/>
            </a:lvl4pPr>
            <a:lvl5pPr marL="696860" indent="0">
              <a:buNone/>
              <a:defRPr sz="1200"/>
            </a:lvl5pPr>
          </a:lstStyle>
          <a:p>
            <a:pPr>
              <a:lnSpc>
                <a:spcPct val="90000"/>
              </a:lnSpc>
              <a:tabLst>
                <a:tab pos="0" algn="l"/>
              </a:tabLst>
            </a:pPr>
            <a:r>
              <a:rPr lang="en" sz="1800" b="1" u="none" strike="noStrike">
                <a:solidFill>
                  <a:schemeClr val="lt1"/>
                </a:solidFill>
                <a:uFillTx/>
                <a:latin typeface="Calibri"/>
                <a:ea typeface="Calibri"/>
              </a:rPr>
              <a:t>Key Point</a:t>
            </a:r>
            <a:endParaRPr lang="en-IN" sz="18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499"/>
              </a:spcBef>
              <a:tabLst>
                <a:tab pos="0" algn="l"/>
              </a:tabLst>
            </a:pPr>
            <a:r>
              <a:rPr lang="en" sz="1800" b="0" u="none" strike="noStrike">
                <a:solidFill>
                  <a:schemeClr val="lt1"/>
                </a:solidFill>
                <a:uFillTx/>
                <a:latin typeface="Calibri"/>
                <a:ea typeface="Calibri"/>
              </a:rPr>
              <a:t>Second level</a:t>
            </a:r>
            <a:endParaRPr lang="en-IN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2" name="Google Shape;107;p19">
            <a:extLst>
              <a:ext uri="{FF2B5EF4-FFF2-40B4-BE49-F238E27FC236}">
                <a16:creationId xmlns:a16="http://schemas.microsoft.com/office/drawing/2014/main" id="{60C88397-B710-6449-A835-53186FA0E8E7}"/>
              </a:ext>
            </a:extLst>
          </p:cNvPr>
          <p:cNvPicPr/>
          <p:nvPr userDrawn="1"/>
        </p:nvPicPr>
        <p:blipFill>
          <a:blip r:embed="rId3"/>
          <a:stretch/>
        </p:blipFill>
        <p:spPr>
          <a:xfrm>
            <a:off x="-962" y="6362184"/>
            <a:ext cx="12191520" cy="523200"/>
          </a:xfrm>
          <a:prstGeom prst="rect">
            <a:avLst/>
          </a:prstGeom>
          <a:ln w="0">
            <a:noFill/>
          </a:ln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C7580CC4-164C-D146-87F3-967848DBDD73}"/>
              </a:ext>
            </a:extLst>
          </p:cNvPr>
          <p:cNvSpPr/>
          <p:nvPr userDrawn="1"/>
        </p:nvSpPr>
        <p:spPr>
          <a:xfrm>
            <a:off x="11547063" y="641909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26E95E5-034E-4E49-A2DB-A237066EF51A}"/>
              </a:ext>
            </a:extLst>
          </p:cNvPr>
          <p:cNvSpPr/>
          <p:nvPr userDrawn="1"/>
        </p:nvSpPr>
        <p:spPr>
          <a:xfrm>
            <a:off x="11547063" y="646557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pic>
        <p:nvPicPr>
          <p:cNvPr id="18" name="Google Shape;108;p19">
            <a:extLst>
              <a:ext uri="{FF2B5EF4-FFF2-40B4-BE49-F238E27FC236}">
                <a16:creationId xmlns:a16="http://schemas.microsoft.com/office/drawing/2014/main" id="{C417E100-CA2C-564E-975A-811D57EF1697}"/>
              </a:ext>
            </a:extLst>
          </p:cNvPr>
          <p:cNvPicPr/>
          <p:nvPr userDrawn="1"/>
        </p:nvPicPr>
        <p:blipFill>
          <a:blip r:embed="rId4" cstate="print"/>
          <a:stretch/>
        </p:blipFill>
        <p:spPr>
          <a:xfrm>
            <a:off x="389760" y="6451464"/>
            <a:ext cx="1264320" cy="344640"/>
          </a:xfrm>
          <a:prstGeom prst="rect">
            <a:avLst/>
          </a:prstGeom>
          <a:ln w="0">
            <a:noFill/>
          </a:ln>
        </p:spPr>
      </p:pic>
      <p:sp>
        <p:nvSpPr>
          <p:cNvPr id="19" name="Google Shape;109;p19">
            <a:extLst>
              <a:ext uri="{FF2B5EF4-FFF2-40B4-BE49-F238E27FC236}">
                <a16:creationId xmlns:a16="http://schemas.microsoft.com/office/drawing/2014/main" id="{69E40EF9-DB30-6140-8E9F-9C8B602AE4F7}"/>
              </a:ext>
            </a:extLst>
          </p:cNvPr>
          <p:cNvSpPr/>
          <p:nvPr userDrawn="1"/>
        </p:nvSpPr>
        <p:spPr>
          <a:xfrm>
            <a:off x="9281760" y="6541678"/>
            <a:ext cx="1931040" cy="16421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1520">
              <a:lnSpc>
                <a:spcPct val="100000"/>
              </a:lnSpc>
              <a:tabLst>
                <a:tab pos="0" algn="l"/>
              </a:tabLst>
            </a:pPr>
            <a:r>
              <a:rPr lang="en" sz="1067" b="0" u="none" strike="noStrike">
                <a:uFillTx/>
                <a:latin typeface="Calibri"/>
                <a:ea typeface="Calibri"/>
              </a:rPr>
              <a:t>Tavant Proprietary &amp; Confidential</a:t>
            </a:r>
            <a:endParaRPr lang="en-IN" sz="1067" b="0" u="none" strike="noStrike">
              <a:uFillTx/>
              <a:latin typeface="Arial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CD5D0E8-40D8-854A-8D14-EB412DF3A66C}"/>
              </a:ext>
            </a:extLst>
          </p:cNvPr>
          <p:cNvSpPr txBox="1"/>
          <p:nvPr userDrawn="1"/>
        </p:nvSpPr>
        <p:spPr>
          <a:xfrm>
            <a:off x="11502039" y="6495512"/>
            <a:ext cx="349775" cy="256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954E5BDB-61AA-4049-AE86-82CC72DFC771}" type="slidenum">
              <a:rPr lang="en-US" sz="1067" smtClean="0">
                <a:solidFill>
                  <a:schemeClr val="bg1"/>
                </a:solidFill>
              </a:rPr>
              <a:t>‹#›</a:t>
            </a:fld>
            <a:endParaRPr lang="en-US" sz="1067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0388548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83;p16">
            <a:extLst>
              <a:ext uri="{FF2B5EF4-FFF2-40B4-BE49-F238E27FC236}">
                <a16:creationId xmlns:a16="http://schemas.microsoft.com/office/drawing/2014/main" id="{B381CFA4-4653-A944-B576-D620472C2E58}"/>
              </a:ext>
            </a:extLst>
          </p:cNvPr>
          <p:cNvPicPr/>
          <p:nvPr userDrawn="1"/>
        </p:nvPicPr>
        <p:blipFill rotWithShape="1">
          <a:blip r:embed="rId2"/>
          <a:srcRect l="30311" t="8369" r="-25" b="-4"/>
          <a:stretch/>
        </p:blipFill>
        <p:spPr>
          <a:xfrm>
            <a:off x="3708087" y="44624"/>
            <a:ext cx="8499265" cy="6284044"/>
          </a:xfrm>
          <a:prstGeom prst="rect">
            <a:avLst/>
          </a:prstGeom>
          <a:ln w="0">
            <a:noFill/>
          </a:ln>
        </p:spPr>
      </p:pic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65EB5FE7-CCB9-C44F-B74B-E6046D6462F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9760" y="4077071"/>
            <a:ext cx="3278991" cy="1080121"/>
          </a:xfrm>
          <a:prstGeom prst="rect">
            <a:avLst/>
          </a:prstGeom>
        </p:spPr>
        <p:txBody>
          <a:bodyPr lIns="0" anchor="ctr"/>
          <a:lstStyle>
            <a:lvl1pPr marL="0" indent="0">
              <a:spcBef>
                <a:spcPts val="0"/>
              </a:spcBef>
              <a:buNone/>
              <a:defRPr sz="18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700" indent="0">
              <a:buNone/>
              <a:defRPr sz="18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236519" indent="0">
              <a:buNone/>
              <a:defRPr sz="1200"/>
            </a:lvl3pPr>
            <a:lvl4pPr marL="460339" indent="0">
              <a:buNone/>
              <a:defRPr sz="1200"/>
            </a:lvl4pPr>
            <a:lvl5pPr marL="696860" indent="0">
              <a:buNone/>
              <a:defRPr sz="1200"/>
            </a:lvl5pPr>
          </a:lstStyle>
          <a:p>
            <a:pPr>
              <a:lnSpc>
                <a:spcPct val="90000"/>
              </a:lnSpc>
              <a:tabLst>
                <a:tab pos="0" algn="l"/>
              </a:tabLst>
            </a:pPr>
            <a:r>
              <a:rPr lang="en" sz="1800" b="1" u="none" strike="noStrike">
                <a:solidFill>
                  <a:schemeClr val="lt1"/>
                </a:solidFill>
                <a:uFillTx/>
                <a:latin typeface="Calibri"/>
                <a:ea typeface="Calibri"/>
              </a:rPr>
              <a:t>Key Point</a:t>
            </a:r>
            <a:endParaRPr lang="en-IN" sz="18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499"/>
              </a:spcBef>
              <a:tabLst>
                <a:tab pos="0" algn="l"/>
              </a:tabLst>
            </a:pPr>
            <a:r>
              <a:rPr lang="en" sz="1800" b="0" u="none" strike="noStrike">
                <a:solidFill>
                  <a:schemeClr val="lt1"/>
                </a:solidFill>
                <a:uFillTx/>
                <a:latin typeface="Calibri"/>
                <a:ea typeface="Calibri"/>
              </a:rPr>
              <a:t>Second level</a:t>
            </a:r>
            <a:endParaRPr lang="en-IN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B1C49B2D-1F06-6446-9E44-A5B8EB350A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1675" y="2547758"/>
            <a:ext cx="3822117" cy="351705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>
              <a:defRPr sz="2400" b="1">
                <a:solidFill>
                  <a:srgbClr val="F77A3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" b="1">
                <a:solidFill>
                  <a:srgbClr val="E97132"/>
                </a:solidFill>
                <a:latin typeface="Calibri"/>
                <a:ea typeface="Calibri"/>
              </a:rPr>
              <a:t>THIS IS YOUR BREAKER SLIDE</a:t>
            </a:r>
            <a:endParaRPr lang="en-IN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" name="Google Shape;107;p19">
            <a:extLst>
              <a:ext uri="{FF2B5EF4-FFF2-40B4-BE49-F238E27FC236}">
                <a16:creationId xmlns:a16="http://schemas.microsoft.com/office/drawing/2014/main" id="{AB6DCF16-E5E8-9A44-972A-09C2C3281563}"/>
              </a:ext>
            </a:extLst>
          </p:cNvPr>
          <p:cNvPicPr/>
          <p:nvPr userDrawn="1"/>
        </p:nvPicPr>
        <p:blipFill>
          <a:blip r:embed="rId3"/>
          <a:stretch/>
        </p:blipFill>
        <p:spPr>
          <a:xfrm>
            <a:off x="-962" y="6362184"/>
            <a:ext cx="12191520" cy="523200"/>
          </a:xfrm>
          <a:prstGeom prst="rect">
            <a:avLst/>
          </a:prstGeom>
          <a:ln w="0">
            <a:noFill/>
          </a:ln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BC535D3A-CF20-774F-B198-D96775085F64}"/>
              </a:ext>
            </a:extLst>
          </p:cNvPr>
          <p:cNvSpPr/>
          <p:nvPr userDrawn="1"/>
        </p:nvSpPr>
        <p:spPr>
          <a:xfrm>
            <a:off x="11547063" y="641909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DE695A4-0722-884A-9867-163EB04712C5}"/>
              </a:ext>
            </a:extLst>
          </p:cNvPr>
          <p:cNvSpPr/>
          <p:nvPr userDrawn="1"/>
        </p:nvSpPr>
        <p:spPr>
          <a:xfrm>
            <a:off x="11547063" y="646557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pic>
        <p:nvPicPr>
          <p:cNvPr id="16" name="Google Shape;108;p19">
            <a:extLst>
              <a:ext uri="{FF2B5EF4-FFF2-40B4-BE49-F238E27FC236}">
                <a16:creationId xmlns:a16="http://schemas.microsoft.com/office/drawing/2014/main" id="{507B4404-D040-3648-B057-C7BE4CF7C06B}"/>
              </a:ext>
            </a:extLst>
          </p:cNvPr>
          <p:cNvPicPr/>
          <p:nvPr userDrawn="1"/>
        </p:nvPicPr>
        <p:blipFill>
          <a:blip r:embed="rId4" cstate="print"/>
          <a:stretch/>
        </p:blipFill>
        <p:spPr>
          <a:xfrm>
            <a:off x="389760" y="6451464"/>
            <a:ext cx="1264320" cy="344640"/>
          </a:xfrm>
          <a:prstGeom prst="rect">
            <a:avLst/>
          </a:prstGeom>
          <a:ln w="0">
            <a:noFill/>
          </a:ln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CF84BF60-351B-2849-8434-CF84E3B9FAE6}"/>
              </a:ext>
            </a:extLst>
          </p:cNvPr>
          <p:cNvSpPr txBox="1"/>
          <p:nvPr userDrawn="1"/>
        </p:nvSpPr>
        <p:spPr>
          <a:xfrm>
            <a:off x="11502039" y="6495512"/>
            <a:ext cx="349775" cy="256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954E5BDB-61AA-4049-AE86-82CC72DFC771}" type="slidenum">
              <a:rPr lang="en-US" sz="1067" smtClean="0">
                <a:solidFill>
                  <a:schemeClr val="bg1"/>
                </a:solidFill>
              </a:rPr>
              <a:t>‹#›</a:t>
            </a:fld>
            <a:endParaRPr lang="en-US" sz="1067">
              <a:solidFill>
                <a:schemeClr val="bg1"/>
              </a:solidFill>
            </a:endParaRPr>
          </a:p>
        </p:txBody>
      </p:sp>
      <p:sp>
        <p:nvSpPr>
          <p:cNvPr id="2" name="Google Shape;109;p19">
            <a:extLst>
              <a:ext uri="{FF2B5EF4-FFF2-40B4-BE49-F238E27FC236}">
                <a16:creationId xmlns:a16="http://schemas.microsoft.com/office/drawing/2014/main" id="{1DE95804-9DA3-C989-4412-94ED16AC0BBD}"/>
              </a:ext>
            </a:extLst>
          </p:cNvPr>
          <p:cNvSpPr/>
          <p:nvPr userDrawn="1"/>
        </p:nvSpPr>
        <p:spPr>
          <a:xfrm>
            <a:off x="9570518" y="6541454"/>
            <a:ext cx="1931040" cy="1646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1520" algn="ctr">
              <a:lnSpc>
                <a:spcPct val="100000"/>
              </a:lnSpc>
              <a:tabLst>
                <a:tab pos="0" algn="l"/>
              </a:tabLst>
            </a:pPr>
            <a:r>
              <a:rPr lang="en-IN" sz="1070" b="0" i="0" kern="120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Tavant Confidential</a:t>
            </a:r>
            <a:endParaRPr lang="en-IN" sz="1070" b="0" u="none" strike="noStrike"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623105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91;p17">
            <a:extLst>
              <a:ext uri="{FF2B5EF4-FFF2-40B4-BE49-F238E27FC236}">
                <a16:creationId xmlns:a16="http://schemas.microsoft.com/office/drawing/2014/main" id="{35D49C55-7167-304C-AD2C-70FEB5FAACAA}"/>
              </a:ext>
            </a:extLst>
          </p:cNvPr>
          <p:cNvPicPr/>
          <p:nvPr userDrawn="1"/>
        </p:nvPicPr>
        <p:blipFill rotWithShape="1">
          <a:blip r:embed="rId2"/>
          <a:srcRect l="47635" t="1" b="7998"/>
          <a:stretch/>
        </p:blipFill>
        <p:spPr>
          <a:xfrm>
            <a:off x="5807968" y="25839"/>
            <a:ext cx="6384032" cy="6309320"/>
          </a:xfrm>
          <a:prstGeom prst="rect">
            <a:avLst/>
          </a:prstGeom>
          <a:ln w="0">
            <a:noFill/>
          </a:ln>
        </p:spPr>
      </p:pic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77D5A4B9-A9C5-FA43-99FC-A7B6A4B2D40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9760" y="4077071"/>
            <a:ext cx="3278991" cy="1080121"/>
          </a:xfrm>
          <a:prstGeom prst="rect">
            <a:avLst/>
          </a:prstGeom>
        </p:spPr>
        <p:txBody>
          <a:bodyPr lIns="0" anchor="ctr"/>
          <a:lstStyle>
            <a:lvl1pPr marL="0" indent="0">
              <a:spcBef>
                <a:spcPts val="0"/>
              </a:spcBef>
              <a:buNone/>
              <a:defRPr sz="18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700" indent="0">
              <a:buNone/>
              <a:defRPr sz="18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236519" indent="0">
              <a:buNone/>
              <a:defRPr sz="1200"/>
            </a:lvl3pPr>
            <a:lvl4pPr marL="460339" indent="0">
              <a:buNone/>
              <a:defRPr sz="1200"/>
            </a:lvl4pPr>
            <a:lvl5pPr marL="696860" indent="0">
              <a:buNone/>
              <a:defRPr sz="1200"/>
            </a:lvl5pPr>
          </a:lstStyle>
          <a:p>
            <a:pPr>
              <a:lnSpc>
                <a:spcPct val="90000"/>
              </a:lnSpc>
              <a:tabLst>
                <a:tab pos="0" algn="l"/>
              </a:tabLst>
            </a:pPr>
            <a:r>
              <a:rPr lang="en" sz="1800" b="1" u="none" strike="noStrike">
                <a:solidFill>
                  <a:schemeClr val="lt1"/>
                </a:solidFill>
                <a:uFillTx/>
                <a:latin typeface="Calibri"/>
                <a:ea typeface="Calibri"/>
              </a:rPr>
              <a:t>Key Point</a:t>
            </a:r>
            <a:endParaRPr lang="en-IN" sz="18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499"/>
              </a:spcBef>
              <a:tabLst>
                <a:tab pos="0" algn="l"/>
              </a:tabLst>
            </a:pPr>
            <a:r>
              <a:rPr lang="en" sz="1800" b="0" u="none" strike="noStrike">
                <a:solidFill>
                  <a:schemeClr val="lt1"/>
                </a:solidFill>
                <a:uFillTx/>
                <a:latin typeface="Calibri"/>
                <a:ea typeface="Calibri"/>
              </a:rPr>
              <a:t>Second level</a:t>
            </a:r>
            <a:endParaRPr lang="en-IN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C67D9DB5-F0AB-6F4F-A719-4311558201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1675" y="2547758"/>
            <a:ext cx="3822117" cy="351705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>
              <a:defRPr sz="2400" b="1">
                <a:solidFill>
                  <a:srgbClr val="F77A3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" b="1">
                <a:solidFill>
                  <a:srgbClr val="E97132"/>
                </a:solidFill>
                <a:latin typeface="Calibri"/>
                <a:ea typeface="Calibri"/>
              </a:rPr>
              <a:t>THIS IS YOUR BREAKER SLIDE</a:t>
            </a:r>
            <a:endParaRPr lang="en-IN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" name="Google Shape;107;p19">
            <a:extLst>
              <a:ext uri="{FF2B5EF4-FFF2-40B4-BE49-F238E27FC236}">
                <a16:creationId xmlns:a16="http://schemas.microsoft.com/office/drawing/2014/main" id="{944BFAD9-2334-1346-B888-5F696A807799}"/>
              </a:ext>
            </a:extLst>
          </p:cNvPr>
          <p:cNvPicPr/>
          <p:nvPr userDrawn="1"/>
        </p:nvPicPr>
        <p:blipFill>
          <a:blip r:embed="rId3"/>
          <a:stretch/>
        </p:blipFill>
        <p:spPr>
          <a:xfrm>
            <a:off x="-962" y="6362184"/>
            <a:ext cx="12191520" cy="523200"/>
          </a:xfrm>
          <a:prstGeom prst="rect">
            <a:avLst/>
          </a:prstGeom>
          <a:ln w="0">
            <a:noFill/>
          </a:ln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2099A479-AEC7-F644-9220-522FC7942D9B}"/>
              </a:ext>
            </a:extLst>
          </p:cNvPr>
          <p:cNvSpPr/>
          <p:nvPr userDrawn="1"/>
        </p:nvSpPr>
        <p:spPr>
          <a:xfrm>
            <a:off x="11547063" y="641909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FB20322-E558-5E43-B90C-AEF722D49614}"/>
              </a:ext>
            </a:extLst>
          </p:cNvPr>
          <p:cNvSpPr/>
          <p:nvPr userDrawn="1"/>
        </p:nvSpPr>
        <p:spPr>
          <a:xfrm>
            <a:off x="11547063" y="646557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pic>
        <p:nvPicPr>
          <p:cNvPr id="11" name="Google Shape;108;p19">
            <a:extLst>
              <a:ext uri="{FF2B5EF4-FFF2-40B4-BE49-F238E27FC236}">
                <a16:creationId xmlns:a16="http://schemas.microsoft.com/office/drawing/2014/main" id="{1B7FDA51-D872-0B43-98E5-4F594F52EE32}"/>
              </a:ext>
            </a:extLst>
          </p:cNvPr>
          <p:cNvPicPr/>
          <p:nvPr userDrawn="1"/>
        </p:nvPicPr>
        <p:blipFill>
          <a:blip r:embed="rId4" cstate="print"/>
          <a:stretch/>
        </p:blipFill>
        <p:spPr>
          <a:xfrm>
            <a:off x="389760" y="6451464"/>
            <a:ext cx="1264320" cy="344640"/>
          </a:xfrm>
          <a:prstGeom prst="rect">
            <a:avLst/>
          </a:prstGeom>
          <a:ln w="0">
            <a:noFill/>
          </a:ln>
        </p:spPr>
      </p:pic>
      <p:sp>
        <p:nvSpPr>
          <p:cNvPr id="16" name="Google Shape;109;p19">
            <a:extLst>
              <a:ext uri="{FF2B5EF4-FFF2-40B4-BE49-F238E27FC236}">
                <a16:creationId xmlns:a16="http://schemas.microsoft.com/office/drawing/2014/main" id="{681AABB5-954B-414C-BF9F-30D40FA3C916}"/>
              </a:ext>
            </a:extLst>
          </p:cNvPr>
          <p:cNvSpPr/>
          <p:nvPr userDrawn="1"/>
        </p:nvSpPr>
        <p:spPr>
          <a:xfrm>
            <a:off x="9281760" y="6541678"/>
            <a:ext cx="1931040" cy="16421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1520">
              <a:lnSpc>
                <a:spcPct val="100000"/>
              </a:lnSpc>
              <a:tabLst>
                <a:tab pos="0" algn="l"/>
              </a:tabLst>
            </a:pPr>
            <a:r>
              <a:rPr lang="en" sz="1067" b="0" u="none" strike="noStrike">
                <a:uFillTx/>
                <a:latin typeface="Calibri"/>
                <a:ea typeface="Calibri"/>
              </a:rPr>
              <a:t>Tavant Proprietary &amp; Confidential</a:t>
            </a:r>
            <a:endParaRPr lang="en-IN" sz="1067" b="0" u="none" strike="noStrike">
              <a:uFillTx/>
              <a:latin typeface="Arial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CB00C47-20BD-6340-A196-D14A89156B6D}"/>
              </a:ext>
            </a:extLst>
          </p:cNvPr>
          <p:cNvSpPr txBox="1"/>
          <p:nvPr userDrawn="1"/>
        </p:nvSpPr>
        <p:spPr>
          <a:xfrm>
            <a:off x="11502039" y="6495512"/>
            <a:ext cx="349775" cy="256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954E5BDB-61AA-4049-AE86-82CC72DFC771}" type="slidenum">
              <a:rPr lang="en-US" sz="1067" smtClean="0">
                <a:solidFill>
                  <a:schemeClr val="bg1"/>
                </a:solidFill>
              </a:rPr>
              <a:t>‹#›</a:t>
            </a:fld>
            <a:endParaRPr lang="en-US" sz="1067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3309124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99;p18">
            <a:extLst>
              <a:ext uri="{FF2B5EF4-FFF2-40B4-BE49-F238E27FC236}">
                <a16:creationId xmlns:a16="http://schemas.microsoft.com/office/drawing/2014/main" id="{AE8165D1-6A41-0745-93BC-280B1045F69A}"/>
              </a:ext>
            </a:extLst>
          </p:cNvPr>
          <p:cNvPicPr/>
          <p:nvPr userDrawn="1"/>
        </p:nvPicPr>
        <p:blipFill rotWithShape="1">
          <a:blip r:embed="rId2"/>
          <a:srcRect l="37401" t="400" b="7598"/>
          <a:stretch/>
        </p:blipFill>
        <p:spPr>
          <a:xfrm>
            <a:off x="4559829" y="44624"/>
            <a:ext cx="7631691" cy="6309320"/>
          </a:xfrm>
          <a:prstGeom prst="rect">
            <a:avLst/>
          </a:prstGeom>
          <a:ln w="0">
            <a:noFill/>
          </a:ln>
        </p:spPr>
      </p:pic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56538A60-E6F3-9143-8645-0D9AA5BA989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9760" y="4077071"/>
            <a:ext cx="3278991" cy="1080121"/>
          </a:xfrm>
          <a:prstGeom prst="rect">
            <a:avLst/>
          </a:prstGeom>
        </p:spPr>
        <p:txBody>
          <a:bodyPr lIns="0" anchor="ctr"/>
          <a:lstStyle>
            <a:lvl1pPr marL="0" indent="0">
              <a:spcBef>
                <a:spcPts val="0"/>
              </a:spcBef>
              <a:buNone/>
              <a:defRPr sz="18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700" indent="0">
              <a:buNone/>
              <a:defRPr sz="18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236519" indent="0">
              <a:buNone/>
              <a:defRPr sz="1200"/>
            </a:lvl3pPr>
            <a:lvl4pPr marL="460339" indent="0">
              <a:buNone/>
              <a:defRPr sz="1200"/>
            </a:lvl4pPr>
            <a:lvl5pPr marL="696860" indent="0">
              <a:buNone/>
              <a:defRPr sz="1200"/>
            </a:lvl5pPr>
          </a:lstStyle>
          <a:p>
            <a:pPr>
              <a:lnSpc>
                <a:spcPct val="90000"/>
              </a:lnSpc>
              <a:tabLst>
                <a:tab pos="0" algn="l"/>
              </a:tabLst>
            </a:pPr>
            <a:r>
              <a:rPr lang="en" sz="1800" b="1" u="none" strike="noStrike">
                <a:solidFill>
                  <a:schemeClr val="lt1"/>
                </a:solidFill>
                <a:uFillTx/>
                <a:latin typeface="Calibri"/>
                <a:ea typeface="Calibri"/>
              </a:rPr>
              <a:t>Key Point</a:t>
            </a:r>
            <a:endParaRPr lang="en-IN" sz="18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499"/>
              </a:spcBef>
              <a:tabLst>
                <a:tab pos="0" algn="l"/>
              </a:tabLst>
            </a:pPr>
            <a:r>
              <a:rPr lang="en" sz="1800" b="0" u="none" strike="noStrike">
                <a:solidFill>
                  <a:schemeClr val="lt1"/>
                </a:solidFill>
                <a:uFillTx/>
                <a:latin typeface="Calibri"/>
                <a:ea typeface="Calibri"/>
              </a:rPr>
              <a:t>Second level</a:t>
            </a:r>
            <a:endParaRPr lang="en-IN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66B66383-C930-684D-8D09-57FA97B15F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1675" y="2547758"/>
            <a:ext cx="3822117" cy="351705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>
              <a:defRPr sz="2400" b="1">
                <a:solidFill>
                  <a:srgbClr val="F77A3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" b="1">
                <a:solidFill>
                  <a:srgbClr val="E97132"/>
                </a:solidFill>
                <a:latin typeface="Calibri"/>
                <a:ea typeface="Calibri"/>
              </a:rPr>
              <a:t>THIS IS YOUR BREAKER SLIDE</a:t>
            </a:r>
            <a:endParaRPr lang="en-IN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" name="Google Shape;107;p19">
            <a:extLst>
              <a:ext uri="{FF2B5EF4-FFF2-40B4-BE49-F238E27FC236}">
                <a16:creationId xmlns:a16="http://schemas.microsoft.com/office/drawing/2014/main" id="{70ED10F0-4513-E64B-A8D3-82356BB9DB24}"/>
              </a:ext>
            </a:extLst>
          </p:cNvPr>
          <p:cNvPicPr/>
          <p:nvPr userDrawn="1"/>
        </p:nvPicPr>
        <p:blipFill>
          <a:blip r:embed="rId3"/>
          <a:stretch/>
        </p:blipFill>
        <p:spPr>
          <a:xfrm>
            <a:off x="-962" y="6362184"/>
            <a:ext cx="12191520" cy="523200"/>
          </a:xfrm>
          <a:prstGeom prst="rect">
            <a:avLst/>
          </a:prstGeom>
          <a:ln w="0">
            <a:noFill/>
          </a:ln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8A9CCFE3-A867-0449-968B-656FFD43921B}"/>
              </a:ext>
            </a:extLst>
          </p:cNvPr>
          <p:cNvSpPr/>
          <p:nvPr userDrawn="1"/>
        </p:nvSpPr>
        <p:spPr>
          <a:xfrm>
            <a:off x="11547063" y="641909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1BB572C-6C47-0847-AF2E-EC37CFA7A30C}"/>
              </a:ext>
            </a:extLst>
          </p:cNvPr>
          <p:cNvSpPr/>
          <p:nvPr userDrawn="1"/>
        </p:nvSpPr>
        <p:spPr>
          <a:xfrm>
            <a:off x="11547063" y="646557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pic>
        <p:nvPicPr>
          <p:cNvPr id="16" name="Google Shape;108;p19">
            <a:extLst>
              <a:ext uri="{FF2B5EF4-FFF2-40B4-BE49-F238E27FC236}">
                <a16:creationId xmlns:a16="http://schemas.microsoft.com/office/drawing/2014/main" id="{9106C6C9-E867-314A-87F9-CFDFCD5DC70D}"/>
              </a:ext>
            </a:extLst>
          </p:cNvPr>
          <p:cNvPicPr/>
          <p:nvPr userDrawn="1"/>
        </p:nvPicPr>
        <p:blipFill>
          <a:blip r:embed="rId4" cstate="print"/>
          <a:stretch/>
        </p:blipFill>
        <p:spPr>
          <a:xfrm>
            <a:off x="389760" y="6451464"/>
            <a:ext cx="1264320" cy="344640"/>
          </a:xfrm>
          <a:prstGeom prst="rect">
            <a:avLst/>
          </a:prstGeom>
          <a:ln w="0">
            <a:noFill/>
          </a:ln>
        </p:spPr>
      </p:pic>
      <p:sp>
        <p:nvSpPr>
          <p:cNvPr id="17" name="Google Shape;109;p19">
            <a:extLst>
              <a:ext uri="{FF2B5EF4-FFF2-40B4-BE49-F238E27FC236}">
                <a16:creationId xmlns:a16="http://schemas.microsoft.com/office/drawing/2014/main" id="{23FE4224-B05B-4F4B-9ED8-B5C68EDA60F5}"/>
              </a:ext>
            </a:extLst>
          </p:cNvPr>
          <p:cNvSpPr/>
          <p:nvPr userDrawn="1"/>
        </p:nvSpPr>
        <p:spPr>
          <a:xfrm>
            <a:off x="9281760" y="6541678"/>
            <a:ext cx="1931040" cy="16421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1520">
              <a:lnSpc>
                <a:spcPct val="100000"/>
              </a:lnSpc>
              <a:tabLst>
                <a:tab pos="0" algn="l"/>
              </a:tabLst>
            </a:pPr>
            <a:r>
              <a:rPr lang="en" sz="1067" b="0" u="none" strike="noStrike">
                <a:uFillTx/>
                <a:latin typeface="Calibri"/>
                <a:ea typeface="Calibri"/>
              </a:rPr>
              <a:t>Tavant Proprietary &amp; Confidential</a:t>
            </a:r>
            <a:endParaRPr lang="en-IN" sz="1067" b="0" u="none" strike="noStrike">
              <a:uFillTx/>
              <a:latin typeface="Arial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F73A18E-4D1B-3E40-87C2-1D7900A2BDB8}"/>
              </a:ext>
            </a:extLst>
          </p:cNvPr>
          <p:cNvSpPr txBox="1"/>
          <p:nvPr userDrawn="1"/>
        </p:nvSpPr>
        <p:spPr>
          <a:xfrm>
            <a:off x="11502039" y="6495512"/>
            <a:ext cx="349775" cy="256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954E5BDB-61AA-4049-AE86-82CC72DFC771}" type="slidenum">
              <a:rPr lang="en-US" sz="1067" smtClean="0">
                <a:solidFill>
                  <a:schemeClr val="bg1"/>
                </a:solidFill>
              </a:rPr>
              <a:t>‹#›</a:t>
            </a:fld>
            <a:endParaRPr lang="en-US" sz="1067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5429443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 + Content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Placeholder 1">
            <a:extLst>
              <a:ext uri="{FF2B5EF4-FFF2-40B4-BE49-F238E27FC236}">
                <a16:creationId xmlns:a16="http://schemas.microsoft.com/office/drawing/2014/main" id="{B7808001-0DB4-5547-9CFB-890621A6BD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7374" y="332656"/>
            <a:ext cx="11430286" cy="319012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>
              <a:defRPr sz="2400" b="1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b="1">
                <a:latin typeface="Calibri" panose="020F0502020204030204" pitchFamily="34" charset="0"/>
                <a:cs typeface="Calibri" panose="020F0502020204030204" pitchFamily="34" charset="0"/>
              </a:rPr>
              <a:t>THIS IS YOUR TITLE TRY TO KEEP TO ONE LINE OF MAXIMUM</a:t>
            </a:r>
            <a:endParaRPr lang="en-US" b="1" kern="0">
              <a:solidFill>
                <a:sysClr val="windowText" lastClr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FCDFD485-16C3-2142-95DD-EC4E7D4DBCF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7374" y="657764"/>
            <a:ext cx="11411019" cy="285132"/>
          </a:xfrm>
          <a:prstGeom prst="rect">
            <a:avLst/>
          </a:prstGeom>
        </p:spPr>
        <p:txBody>
          <a:bodyPr lIns="0" anchor="ctr" anchorCtr="0">
            <a:noAutofit/>
          </a:bodyPr>
          <a:lstStyle>
            <a:lvl1pPr marL="0" indent="0" defTabSz="914400">
              <a:spcBef>
                <a:spcPts val="0"/>
              </a:spcBef>
              <a:buFont typeface="Wingdings" charset="2"/>
              <a:buNone/>
              <a:defRPr sz="1800">
                <a:solidFill>
                  <a:srgbClr val="F77A3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700" indent="0">
              <a:buNone/>
              <a:defRPr sz="1800">
                <a:solidFill>
                  <a:schemeClr val="accent1"/>
                </a:solidFill>
              </a:defRPr>
            </a:lvl2pPr>
            <a:lvl3pPr>
              <a:defRPr sz="1800">
                <a:solidFill>
                  <a:schemeClr val="accent1"/>
                </a:solidFill>
              </a:defRPr>
            </a:lvl3pPr>
            <a:lvl4pPr>
              <a:defRPr sz="1800">
                <a:solidFill>
                  <a:schemeClr val="accent1"/>
                </a:solidFill>
              </a:defRPr>
            </a:lvl4pPr>
            <a:lvl5pPr>
              <a:defRPr sz="1800">
                <a:solidFill>
                  <a:schemeClr val="accent1"/>
                </a:solidFill>
              </a:defRPr>
            </a:lvl5pPr>
          </a:lstStyle>
          <a:p>
            <a:pPr marL="0" indent="0" defTabSz="914400">
              <a:spcBef>
                <a:spcPts val="0"/>
              </a:spcBef>
              <a:buFont typeface="Wingdings" charset="2"/>
              <a:buNone/>
            </a:pPr>
            <a:r>
              <a:rPr lang="en-US" sz="1800" kern="0">
                <a:solidFill>
                  <a:srgbClr val="F36F2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This is your optional subtitle Try to keep this to two lines of type maximum if used</a:t>
            </a:r>
          </a:p>
        </p:txBody>
      </p:sp>
      <p:pic>
        <p:nvPicPr>
          <p:cNvPr id="14" name="Google Shape;107;p19">
            <a:extLst>
              <a:ext uri="{FF2B5EF4-FFF2-40B4-BE49-F238E27FC236}">
                <a16:creationId xmlns:a16="http://schemas.microsoft.com/office/drawing/2014/main" id="{C078F8D0-7AEA-CF46-89A1-50DB60309410}"/>
              </a:ext>
            </a:extLst>
          </p:cNvPr>
          <p:cNvPicPr/>
          <p:nvPr userDrawn="1"/>
        </p:nvPicPr>
        <p:blipFill>
          <a:blip r:embed="rId2"/>
          <a:stretch/>
        </p:blipFill>
        <p:spPr>
          <a:xfrm>
            <a:off x="-962" y="6362184"/>
            <a:ext cx="12191520" cy="523200"/>
          </a:xfrm>
          <a:prstGeom prst="rect">
            <a:avLst/>
          </a:prstGeom>
          <a:ln w="0">
            <a:noFill/>
          </a:ln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AC244F20-8581-DC4D-85E1-F52AD2B02347}"/>
              </a:ext>
            </a:extLst>
          </p:cNvPr>
          <p:cNvSpPr/>
          <p:nvPr userDrawn="1"/>
        </p:nvSpPr>
        <p:spPr>
          <a:xfrm>
            <a:off x="11547063" y="641909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E19BDB9-AF73-E746-8F38-BABDD5BB1691}"/>
              </a:ext>
            </a:extLst>
          </p:cNvPr>
          <p:cNvSpPr/>
          <p:nvPr userDrawn="1"/>
        </p:nvSpPr>
        <p:spPr>
          <a:xfrm>
            <a:off x="11547063" y="646557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pic>
        <p:nvPicPr>
          <p:cNvPr id="10" name="Google Shape;108;p19">
            <a:extLst>
              <a:ext uri="{FF2B5EF4-FFF2-40B4-BE49-F238E27FC236}">
                <a16:creationId xmlns:a16="http://schemas.microsoft.com/office/drawing/2014/main" id="{561935EC-19A4-7C46-8D18-02367D6B9297}"/>
              </a:ext>
            </a:extLst>
          </p:cNvPr>
          <p:cNvPicPr/>
          <p:nvPr userDrawn="1"/>
        </p:nvPicPr>
        <p:blipFill>
          <a:blip r:embed="rId3" cstate="print"/>
          <a:stretch/>
        </p:blipFill>
        <p:spPr>
          <a:xfrm>
            <a:off x="275460" y="6451464"/>
            <a:ext cx="1264320" cy="344640"/>
          </a:xfrm>
          <a:prstGeom prst="rect">
            <a:avLst/>
          </a:prstGeom>
          <a:ln w="0">
            <a:noFill/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4006B26-BA4E-E344-81EA-ABF972399762}"/>
              </a:ext>
            </a:extLst>
          </p:cNvPr>
          <p:cNvSpPr txBox="1"/>
          <p:nvPr userDrawn="1"/>
        </p:nvSpPr>
        <p:spPr>
          <a:xfrm>
            <a:off x="11502039" y="6495512"/>
            <a:ext cx="349775" cy="256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954E5BDB-61AA-4049-AE86-82CC72DFC771}" type="slidenum">
              <a:rPr lang="en-US" sz="1067" smtClean="0">
                <a:solidFill>
                  <a:schemeClr val="bg1"/>
                </a:solidFill>
              </a:rPr>
              <a:t>‹#›</a:t>
            </a:fld>
            <a:endParaRPr lang="en-US" sz="1067">
              <a:solidFill>
                <a:schemeClr val="bg1"/>
              </a:solidFill>
            </a:endParaRPr>
          </a:p>
        </p:txBody>
      </p:sp>
      <p:sp>
        <p:nvSpPr>
          <p:cNvPr id="2" name="Google Shape;109;p19">
            <a:extLst>
              <a:ext uri="{FF2B5EF4-FFF2-40B4-BE49-F238E27FC236}">
                <a16:creationId xmlns:a16="http://schemas.microsoft.com/office/drawing/2014/main" id="{2286C138-A35A-7CE3-66F5-37C9A710D84B}"/>
              </a:ext>
            </a:extLst>
          </p:cNvPr>
          <p:cNvSpPr/>
          <p:nvPr userDrawn="1"/>
        </p:nvSpPr>
        <p:spPr>
          <a:xfrm>
            <a:off x="9570518" y="6541454"/>
            <a:ext cx="1931040" cy="1646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1520" algn="ctr">
              <a:lnSpc>
                <a:spcPct val="100000"/>
              </a:lnSpc>
              <a:tabLst>
                <a:tab pos="0" algn="l"/>
              </a:tabLst>
            </a:pPr>
            <a:r>
              <a:rPr lang="en-IN" sz="1070" b="0" i="0" kern="120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Tavant Confidential</a:t>
            </a:r>
            <a:endParaRPr lang="en-IN" sz="1070" b="0" u="none" strike="noStrike"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0083587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389C89B3-BF86-B546-8000-EB53625B8D7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8826" t="4629" r="24184" b="36391"/>
          <a:stretch/>
        </p:blipFill>
        <p:spPr>
          <a:xfrm>
            <a:off x="932689" y="0"/>
            <a:ext cx="11259310" cy="68580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805743D5-D835-3A43-9A81-9267331DF0E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bg1">
                  <a:alpha val="8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bject 4">
            <a:extLst>
              <a:ext uri="{FF2B5EF4-FFF2-40B4-BE49-F238E27FC236}">
                <a16:creationId xmlns:a16="http://schemas.microsoft.com/office/drawing/2014/main" id="{2A0AEEF9-5500-F245-8FDD-D51686BCECAB}"/>
              </a:ext>
            </a:extLst>
          </p:cNvPr>
          <p:cNvSpPr txBox="1"/>
          <p:nvPr/>
        </p:nvSpPr>
        <p:spPr>
          <a:xfrm>
            <a:off x="10190895" y="6503768"/>
            <a:ext cx="1497900" cy="13602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8659" algn="r"/>
            <a:r>
              <a:rPr lang="en-US" sz="800">
                <a:solidFill>
                  <a:schemeClr val="bg1">
                    <a:lumMod val="75000"/>
                  </a:schemeClr>
                </a:solidFill>
                <a:latin typeface="Calibri regular"/>
                <a:ea typeface="Roboto Light" panose="02000000000000000000" pitchFamily="2" charset="0"/>
                <a:cs typeface="Futura Book"/>
              </a:rPr>
              <a:t>Tavant &amp; Customer Confidential</a:t>
            </a: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DCFAA974-D16F-CE46-9C8E-4D7FFAD579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39541" y="6465237"/>
            <a:ext cx="1229868" cy="196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37F1B782-BC10-7840-8ADD-D2112445CD33}"/>
              </a:ext>
            </a:extLst>
          </p:cNvPr>
          <p:cNvSpPr/>
          <p:nvPr/>
        </p:nvSpPr>
        <p:spPr>
          <a:xfrm>
            <a:off x="11757660" y="6465237"/>
            <a:ext cx="194799" cy="194799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800"/>
          </a:p>
        </p:txBody>
      </p:sp>
      <p:pic>
        <p:nvPicPr>
          <p:cNvPr id="16" name="Picture 15" descr="Shape&#10;&#10;Description automatically generated with low confidence">
            <a:extLst>
              <a:ext uri="{FF2B5EF4-FFF2-40B4-BE49-F238E27FC236}">
                <a16:creationId xmlns:a16="http://schemas.microsoft.com/office/drawing/2014/main" id="{46577264-DEDF-4041-8B6B-92EDABBB407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809514" y="1"/>
            <a:ext cx="1382485" cy="119367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10E5335-8E26-3546-B8B7-6C7EDE42B619}"/>
              </a:ext>
            </a:extLst>
          </p:cNvPr>
          <p:cNvSpPr txBox="1"/>
          <p:nvPr userDrawn="1"/>
        </p:nvSpPr>
        <p:spPr>
          <a:xfrm>
            <a:off x="11701812" y="6454914"/>
            <a:ext cx="30649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954E5BDB-61AA-4049-AE86-82CC72DFC771}" type="slidenum">
              <a:rPr lang="en-US" sz="800" smtClean="0">
                <a:solidFill>
                  <a:schemeClr val="bg1"/>
                </a:solidFill>
              </a:rPr>
              <a:t>‹#›</a:t>
            </a:fld>
            <a:endParaRPr lang="en-US" sz="800">
              <a:solidFill>
                <a:schemeClr val="bg1"/>
              </a:solidFill>
            </a:endParaRP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40D8962D-CAD5-5E45-A140-FB6450D176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9539" y="292211"/>
            <a:ext cx="10733261" cy="359457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60352201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REAKER SLID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83;p16">
            <a:extLst>
              <a:ext uri="{FF2B5EF4-FFF2-40B4-BE49-F238E27FC236}">
                <a16:creationId xmlns:a16="http://schemas.microsoft.com/office/drawing/2014/main" id="{B381CFA4-4653-A944-B576-D620472C2E58}"/>
              </a:ext>
            </a:extLst>
          </p:cNvPr>
          <p:cNvPicPr/>
          <p:nvPr userDrawn="1"/>
        </p:nvPicPr>
        <p:blipFill rotWithShape="1">
          <a:blip r:embed="rId2"/>
          <a:srcRect l="30311" t="8369" r="-25" b="-4"/>
          <a:stretch/>
        </p:blipFill>
        <p:spPr>
          <a:xfrm>
            <a:off x="3692735" y="44624"/>
            <a:ext cx="8499265" cy="6284044"/>
          </a:xfrm>
          <a:prstGeom prst="rect">
            <a:avLst/>
          </a:prstGeom>
          <a:ln w="0">
            <a:noFill/>
          </a:ln>
        </p:spPr>
      </p:pic>
      <p:pic>
        <p:nvPicPr>
          <p:cNvPr id="12" name="Google Shape;107;p19">
            <a:extLst>
              <a:ext uri="{FF2B5EF4-FFF2-40B4-BE49-F238E27FC236}">
                <a16:creationId xmlns:a16="http://schemas.microsoft.com/office/drawing/2014/main" id="{AB6DCF16-E5E8-9A44-972A-09C2C3281563}"/>
              </a:ext>
            </a:extLst>
          </p:cNvPr>
          <p:cNvPicPr/>
          <p:nvPr userDrawn="1"/>
        </p:nvPicPr>
        <p:blipFill>
          <a:blip r:embed="rId3"/>
          <a:stretch/>
        </p:blipFill>
        <p:spPr>
          <a:xfrm>
            <a:off x="-962" y="6362184"/>
            <a:ext cx="12191520" cy="523200"/>
          </a:xfrm>
          <a:prstGeom prst="rect">
            <a:avLst/>
          </a:prstGeom>
          <a:ln w="0">
            <a:noFill/>
          </a:ln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BC535D3A-CF20-774F-B198-D96775085F64}"/>
              </a:ext>
            </a:extLst>
          </p:cNvPr>
          <p:cNvSpPr/>
          <p:nvPr userDrawn="1"/>
        </p:nvSpPr>
        <p:spPr>
          <a:xfrm>
            <a:off x="11547063" y="641909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DE695A4-0722-884A-9867-163EB04712C5}"/>
              </a:ext>
            </a:extLst>
          </p:cNvPr>
          <p:cNvSpPr/>
          <p:nvPr userDrawn="1"/>
        </p:nvSpPr>
        <p:spPr>
          <a:xfrm>
            <a:off x="11547063" y="646557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F84BF60-351B-2849-8434-CF84E3B9FAE6}"/>
              </a:ext>
            </a:extLst>
          </p:cNvPr>
          <p:cNvSpPr txBox="1"/>
          <p:nvPr userDrawn="1"/>
        </p:nvSpPr>
        <p:spPr>
          <a:xfrm>
            <a:off x="11502039" y="6495512"/>
            <a:ext cx="349775" cy="256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954E5BDB-61AA-4049-AE86-82CC72DFC771}" type="slidenum">
              <a:rPr lang="en-US" sz="1067" smtClean="0">
                <a:solidFill>
                  <a:schemeClr val="bg1"/>
                </a:solidFill>
              </a:rPr>
              <a:t>‹#›</a:t>
            </a:fld>
            <a:endParaRPr lang="en-US" sz="1067">
              <a:solidFill>
                <a:schemeClr val="bg1"/>
              </a:solidFill>
            </a:endParaRP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3BF4C7B0-F6C2-C743-9FBD-CAF725A4051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1675" y="3284985"/>
            <a:ext cx="3822117" cy="1368151"/>
          </a:xfrm>
          <a:prstGeom prst="rect">
            <a:avLst/>
          </a:prstGeom>
        </p:spPr>
        <p:txBody>
          <a:bodyPr tIns="46800" rIns="90000" bIns="46800" anchor="t" anchorCtr="0"/>
          <a:lstStyle>
            <a:lvl1pPr marL="0" indent="0" algn="l">
              <a:lnSpc>
                <a:spcPct val="90000"/>
              </a:lnSpc>
              <a:spcAft>
                <a:spcPts val="1000"/>
              </a:spcAft>
              <a:buClr>
                <a:srgbClr val="F36F26"/>
              </a:buClr>
              <a:buSzPct val="100000"/>
              <a:buFont typeface="+mj-lt"/>
              <a:buNone/>
              <a:tabLst/>
              <a:defRPr b="0" kern="1200" baseline="0">
                <a:solidFill>
                  <a:schemeClr val="bg1"/>
                </a:solidFill>
              </a:defRPr>
            </a:lvl1pPr>
            <a:lvl2pPr marL="630000" indent="-165600">
              <a:lnSpc>
                <a:spcPct val="90000"/>
              </a:lnSpc>
              <a:spcBef>
                <a:spcPts val="500"/>
              </a:spcBef>
              <a:spcAft>
                <a:spcPts val="1000"/>
              </a:spcAft>
              <a:buClr>
                <a:srgbClr val="F36F26"/>
              </a:buClr>
              <a:buFont typeface="Wingdings" pitchFamily="2" charset="2"/>
              <a:buChar char="§"/>
              <a:tabLst/>
              <a:defRPr sz="1600" kern="1200" baseline="0">
                <a:solidFill>
                  <a:schemeClr val="bg1"/>
                </a:solidFill>
              </a:defRPr>
            </a:lvl2pPr>
            <a:lvl3pPr marL="630000" indent="-165600">
              <a:lnSpc>
                <a:spcPct val="90000"/>
              </a:lnSpc>
              <a:spcBef>
                <a:spcPts val="500"/>
              </a:spcBef>
              <a:spcAft>
                <a:spcPts val="1000"/>
              </a:spcAft>
              <a:buClr>
                <a:srgbClr val="F36F26"/>
              </a:buClr>
              <a:buFont typeface="Calibri" panose="020F0502020204030204" pitchFamily="34" charset="0"/>
              <a:buChar char="‒"/>
              <a:tabLst/>
              <a:defRPr sz="1400" kern="1200" baseline="0">
                <a:solidFill>
                  <a:schemeClr val="bg1"/>
                </a:solidFill>
              </a:defRPr>
            </a:lvl3pPr>
            <a:lvl4pPr marL="630000" indent="-165600">
              <a:lnSpc>
                <a:spcPct val="90000"/>
              </a:lnSpc>
              <a:spcBef>
                <a:spcPts val="500"/>
              </a:spcBef>
              <a:spcAft>
                <a:spcPts val="1000"/>
              </a:spcAft>
              <a:buClr>
                <a:srgbClr val="F36F26"/>
              </a:buClr>
              <a:buFont typeface="Calibri" panose="020F0502020204030204" pitchFamily="34" charset="0"/>
              <a:buChar char="●"/>
              <a:tabLst/>
              <a:defRPr sz="1400" kern="1200" baseline="0">
                <a:solidFill>
                  <a:schemeClr val="bg1"/>
                </a:solidFill>
              </a:defRPr>
            </a:lvl4pPr>
            <a:lvl5pPr marL="630000" indent="-165600">
              <a:lnSpc>
                <a:spcPct val="90000"/>
              </a:lnSpc>
              <a:spcBef>
                <a:spcPts val="500"/>
              </a:spcBef>
              <a:spcAft>
                <a:spcPts val="1000"/>
              </a:spcAft>
              <a:buFont typeface=".Hiragino Kaku Gothic Interface W3"/>
              <a:buChar char="▫"/>
              <a:tabLst/>
              <a:defRPr sz="1400" kern="120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Key Point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Google Shape;109;p19">
            <a:extLst>
              <a:ext uri="{FF2B5EF4-FFF2-40B4-BE49-F238E27FC236}">
                <a16:creationId xmlns:a16="http://schemas.microsoft.com/office/drawing/2014/main" id="{C21593A5-CB27-9A4A-9C1D-432396E02FF0}"/>
              </a:ext>
            </a:extLst>
          </p:cNvPr>
          <p:cNvSpPr/>
          <p:nvPr userDrawn="1"/>
        </p:nvSpPr>
        <p:spPr>
          <a:xfrm>
            <a:off x="10185529" y="6541678"/>
            <a:ext cx="1931040" cy="1646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1520">
              <a:lnSpc>
                <a:spcPct val="100000"/>
              </a:lnSpc>
              <a:tabLst>
                <a:tab pos="0" algn="l"/>
              </a:tabLst>
            </a:pPr>
            <a:r>
              <a:rPr lang="en-IN" sz="1070" b="0" i="0" kern="120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Tavant Confidential</a:t>
            </a:r>
            <a:endParaRPr lang="en-IN" sz="1070" b="0" u="none" strike="noStrike"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itle Placeholder 1">
            <a:extLst>
              <a:ext uri="{FF2B5EF4-FFF2-40B4-BE49-F238E27FC236}">
                <a16:creationId xmlns:a16="http://schemas.microsoft.com/office/drawing/2014/main" id="{F9996841-9264-A54A-BB39-065AFAADA1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1674" y="2543175"/>
            <a:ext cx="5344607" cy="428625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>
              <a:defRPr sz="2400" b="1">
                <a:solidFill>
                  <a:srgbClr val="F77A33"/>
                </a:solidFill>
                <a:latin typeface="+mj-lt"/>
                <a:cs typeface="Calibri" panose="020F0502020204030204" pitchFamily="34" charset="0"/>
              </a:defRPr>
            </a:lvl1pPr>
          </a:lstStyle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US"/>
              <a:t>THIS IS YOUR BREAKER SLIDE TITLE</a:t>
            </a:r>
            <a:endParaRPr lang="en-IN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" name="Google Shape;108;p19">
            <a:extLst>
              <a:ext uri="{FF2B5EF4-FFF2-40B4-BE49-F238E27FC236}">
                <a16:creationId xmlns:a16="http://schemas.microsoft.com/office/drawing/2014/main" id="{7ED8FF4F-09D3-6946-9373-9711E224135D}"/>
              </a:ext>
            </a:extLst>
          </p:cNvPr>
          <p:cNvPicPr/>
          <p:nvPr userDrawn="1"/>
        </p:nvPicPr>
        <p:blipFill>
          <a:blip r:embed="rId4" cstate="print"/>
          <a:stretch/>
        </p:blipFill>
        <p:spPr>
          <a:xfrm>
            <a:off x="265064" y="6462185"/>
            <a:ext cx="1264320" cy="344640"/>
          </a:xfrm>
          <a:prstGeom prst="rect">
            <a:avLst/>
          </a:prstGeom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79034057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83;p16">
            <a:extLst>
              <a:ext uri="{FF2B5EF4-FFF2-40B4-BE49-F238E27FC236}">
                <a16:creationId xmlns:a16="http://schemas.microsoft.com/office/drawing/2014/main" id="{B381CFA4-4653-A944-B576-D620472C2E58}"/>
              </a:ext>
            </a:extLst>
          </p:cNvPr>
          <p:cNvPicPr/>
          <p:nvPr userDrawn="1"/>
        </p:nvPicPr>
        <p:blipFill rotWithShape="1">
          <a:blip r:embed="rId2"/>
          <a:srcRect l="30311" t="8369" r="-25" b="-4"/>
          <a:stretch/>
        </p:blipFill>
        <p:spPr>
          <a:xfrm>
            <a:off x="3708087" y="44624"/>
            <a:ext cx="8499265" cy="6284044"/>
          </a:xfrm>
          <a:prstGeom prst="rect">
            <a:avLst/>
          </a:prstGeom>
          <a:ln w="0">
            <a:noFill/>
          </a:ln>
        </p:spPr>
      </p:pic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65EB5FE7-CCB9-C44F-B74B-E6046D6462F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9760" y="4077071"/>
            <a:ext cx="3278991" cy="1080121"/>
          </a:xfrm>
          <a:prstGeom prst="rect">
            <a:avLst/>
          </a:prstGeom>
        </p:spPr>
        <p:txBody>
          <a:bodyPr lIns="0" anchor="ctr"/>
          <a:lstStyle>
            <a:lvl1pPr marL="0" indent="0">
              <a:spcBef>
                <a:spcPts val="0"/>
              </a:spcBef>
              <a:buNone/>
              <a:defRPr sz="18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700" indent="0">
              <a:buNone/>
              <a:defRPr sz="18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236519" indent="0">
              <a:buNone/>
              <a:defRPr sz="1200"/>
            </a:lvl3pPr>
            <a:lvl4pPr marL="460339" indent="0">
              <a:buNone/>
              <a:defRPr sz="1200"/>
            </a:lvl4pPr>
            <a:lvl5pPr marL="696860" indent="0">
              <a:buNone/>
              <a:defRPr sz="1200"/>
            </a:lvl5pPr>
          </a:lstStyle>
          <a:p>
            <a:pPr>
              <a:lnSpc>
                <a:spcPct val="90000"/>
              </a:lnSpc>
              <a:tabLst>
                <a:tab pos="0" algn="l"/>
              </a:tabLst>
            </a:pPr>
            <a:r>
              <a:rPr lang="en" sz="1800" b="1" u="none" strike="noStrike">
                <a:solidFill>
                  <a:schemeClr val="lt1"/>
                </a:solidFill>
                <a:uFillTx/>
                <a:latin typeface="Calibri"/>
                <a:ea typeface="Calibri"/>
              </a:rPr>
              <a:t>Key Point</a:t>
            </a:r>
            <a:endParaRPr lang="en-IN" sz="18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499"/>
              </a:spcBef>
              <a:tabLst>
                <a:tab pos="0" algn="l"/>
              </a:tabLst>
            </a:pPr>
            <a:r>
              <a:rPr lang="en" sz="1800" b="0" u="none" strike="noStrike">
                <a:solidFill>
                  <a:schemeClr val="lt1"/>
                </a:solidFill>
                <a:uFillTx/>
                <a:latin typeface="Calibri"/>
                <a:ea typeface="Calibri"/>
              </a:rPr>
              <a:t>Second level</a:t>
            </a:r>
            <a:endParaRPr lang="en-IN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B1C49B2D-1F06-6446-9E44-A5B8EB350A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1675" y="2547758"/>
            <a:ext cx="3822117" cy="351705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>
              <a:defRPr sz="2400" b="1">
                <a:solidFill>
                  <a:srgbClr val="F77A3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" b="1">
                <a:solidFill>
                  <a:srgbClr val="E97132"/>
                </a:solidFill>
                <a:latin typeface="Calibri"/>
                <a:ea typeface="Calibri"/>
              </a:rPr>
              <a:t>THIS IS YOUR BREAKER SLIDE</a:t>
            </a:r>
            <a:endParaRPr lang="en-IN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" name="Google Shape;107;p19">
            <a:extLst>
              <a:ext uri="{FF2B5EF4-FFF2-40B4-BE49-F238E27FC236}">
                <a16:creationId xmlns:a16="http://schemas.microsoft.com/office/drawing/2014/main" id="{AB6DCF16-E5E8-9A44-972A-09C2C3281563}"/>
              </a:ext>
            </a:extLst>
          </p:cNvPr>
          <p:cNvPicPr/>
          <p:nvPr userDrawn="1"/>
        </p:nvPicPr>
        <p:blipFill>
          <a:blip r:embed="rId3"/>
          <a:stretch/>
        </p:blipFill>
        <p:spPr>
          <a:xfrm>
            <a:off x="-962" y="6362184"/>
            <a:ext cx="12191520" cy="523200"/>
          </a:xfrm>
          <a:prstGeom prst="rect">
            <a:avLst/>
          </a:prstGeom>
          <a:ln w="0">
            <a:noFill/>
          </a:ln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BC535D3A-CF20-774F-B198-D96775085F64}"/>
              </a:ext>
            </a:extLst>
          </p:cNvPr>
          <p:cNvSpPr/>
          <p:nvPr userDrawn="1"/>
        </p:nvSpPr>
        <p:spPr>
          <a:xfrm>
            <a:off x="11547063" y="641909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DE695A4-0722-884A-9867-163EB04712C5}"/>
              </a:ext>
            </a:extLst>
          </p:cNvPr>
          <p:cNvSpPr/>
          <p:nvPr userDrawn="1"/>
        </p:nvSpPr>
        <p:spPr>
          <a:xfrm>
            <a:off x="11547063" y="646557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pic>
        <p:nvPicPr>
          <p:cNvPr id="16" name="Google Shape;108;p19">
            <a:extLst>
              <a:ext uri="{FF2B5EF4-FFF2-40B4-BE49-F238E27FC236}">
                <a16:creationId xmlns:a16="http://schemas.microsoft.com/office/drawing/2014/main" id="{507B4404-D040-3648-B057-C7BE4CF7C06B}"/>
              </a:ext>
            </a:extLst>
          </p:cNvPr>
          <p:cNvPicPr/>
          <p:nvPr userDrawn="1"/>
        </p:nvPicPr>
        <p:blipFill>
          <a:blip r:embed="rId4" cstate="print"/>
          <a:stretch/>
        </p:blipFill>
        <p:spPr>
          <a:xfrm>
            <a:off x="389760" y="6451464"/>
            <a:ext cx="1264320" cy="344640"/>
          </a:xfrm>
          <a:prstGeom prst="rect">
            <a:avLst/>
          </a:prstGeom>
          <a:ln w="0">
            <a:noFill/>
          </a:ln>
        </p:spPr>
      </p:pic>
      <p:sp>
        <p:nvSpPr>
          <p:cNvPr id="17" name="Google Shape;109;p19">
            <a:extLst>
              <a:ext uri="{FF2B5EF4-FFF2-40B4-BE49-F238E27FC236}">
                <a16:creationId xmlns:a16="http://schemas.microsoft.com/office/drawing/2014/main" id="{6DF6A2E1-5B04-4B41-975E-0DEBB7A15DCD}"/>
              </a:ext>
            </a:extLst>
          </p:cNvPr>
          <p:cNvSpPr/>
          <p:nvPr userDrawn="1"/>
        </p:nvSpPr>
        <p:spPr>
          <a:xfrm>
            <a:off x="10111101" y="6541678"/>
            <a:ext cx="1931040" cy="16421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1520">
              <a:lnSpc>
                <a:spcPct val="100000"/>
              </a:lnSpc>
              <a:tabLst>
                <a:tab pos="0" algn="l"/>
              </a:tabLst>
            </a:pPr>
            <a:r>
              <a:rPr lang="en" sz="1067" b="0" u="none" strike="noStrike">
                <a:uFillTx/>
                <a:latin typeface="Calibri"/>
                <a:ea typeface="Calibri"/>
              </a:rPr>
              <a:t>Tavant Confidential</a:t>
            </a:r>
            <a:endParaRPr lang="en-IN" sz="1067" b="0" u="none" strike="noStrike">
              <a:uFillTx/>
              <a:latin typeface="Arial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F84BF60-351B-2849-8434-CF84E3B9FAE6}"/>
              </a:ext>
            </a:extLst>
          </p:cNvPr>
          <p:cNvSpPr txBox="1"/>
          <p:nvPr userDrawn="1"/>
        </p:nvSpPr>
        <p:spPr>
          <a:xfrm>
            <a:off x="11502039" y="6495512"/>
            <a:ext cx="349775" cy="256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954E5BDB-61AA-4049-AE86-82CC72DFC771}" type="slidenum">
              <a:rPr lang="en-US" sz="1067" smtClean="0">
                <a:solidFill>
                  <a:schemeClr val="bg1"/>
                </a:solidFill>
              </a:rPr>
              <a:t>‹#›</a:t>
            </a:fld>
            <a:endParaRPr lang="en-US" sz="1067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8983612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 + Content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Placeholder 1">
            <a:extLst>
              <a:ext uri="{FF2B5EF4-FFF2-40B4-BE49-F238E27FC236}">
                <a16:creationId xmlns:a16="http://schemas.microsoft.com/office/drawing/2014/main" id="{B7808001-0DB4-5547-9CFB-890621A6BD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7374" y="332656"/>
            <a:ext cx="11430286" cy="319012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>
              <a:defRPr sz="2400" b="1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b="1">
                <a:latin typeface="Calibri" panose="020F0502020204030204" pitchFamily="34" charset="0"/>
                <a:cs typeface="Calibri" panose="020F0502020204030204" pitchFamily="34" charset="0"/>
              </a:rPr>
              <a:t>THIS IS YOUR TITLE TRY TO KEEP TO ONE LINE OF MAXIMUM</a:t>
            </a:r>
            <a:endParaRPr lang="en-US" b="1" kern="0">
              <a:solidFill>
                <a:sysClr val="windowText" lastClr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FCDFD485-16C3-2142-95DD-EC4E7D4DBCF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7374" y="657764"/>
            <a:ext cx="11411019" cy="285132"/>
          </a:xfrm>
          <a:prstGeom prst="rect">
            <a:avLst/>
          </a:prstGeom>
        </p:spPr>
        <p:txBody>
          <a:bodyPr lIns="0" anchor="ctr" anchorCtr="0">
            <a:noAutofit/>
          </a:bodyPr>
          <a:lstStyle>
            <a:lvl1pPr marL="0" indent="0" defTabSz="914400">
              <a:spcBef>
                <a:spcPts val="0"/>
              </a:spcBef>
              <a:buFont typeface="Wingdings" charset="2"/>
              <a:buNone/>
              <a:defRPr sz="1800">
                <a:solidFill>
                  <a:srgbClr val="F77A3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700" indent="0">
              <a:buNone/>
              <a:defRPr sz="1800">
                <a:solidFill>
                  <a:schemeClr val="accent1"/>
                </a:solidFill>
              </a:defRPr>
            </a:lvl2pPr>
            <a:lvl3pPr>
              <a:defRPr sz="1800">
                <a:solidFill>
                  <a:schemeClr val="accent1"/>
                </a:solidFill>
              </a:defRPr>
            </a:lvl3pPr>
            <a:lvl4pPr>
              <a:defRPr sz="1800">
                <a:solidFill>
                  <a:schemeClr val="accent1"/>
                </a:solidFill>
              </a:defRPr>
            </a:lvl4pPr>
            <a:lvl5pPr>
              <a:defRPr sz="1800">
                <a:solidFill>
                  <a:schemeClr val="accent1"/>
                </a:solidFill>
              </a:defRPr>
            </a:lvl5pPr>
          </a:lstStyle>
          <a:p>
            <a:pPr marL="0" indent="0" defTabSz="914400">
              <a:spcBef>
                <a:spcPts val="0"/>
              </a:spcBef>
              <a:buFont typeface="Wingdings" charset="2"/>
              <a:buNone/>
            </a:pPr>
            <a:r>
              <a:rPr lang="en-US" sz="1800" kern="0">
                <a:solidFill>
                  <a:srgbClr val="F36F2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This is your optional subtitle Try to keep this to two lines of type maximum if used</a:t>
            </a:r>
          </a:p>
        </p:txBody>
      </p:sp>
      <p:pic>
        <p:nvPicPr>
          <p:cNvPr id="14" name="Google Shape;107;p19">
            <a:extLst>
              <a:ext uri="{FF2B5EF4-FFF2-40B4-BE49-F238E27FC236}">
                <a16:creationId xmlns:a16="http://schemas.microsoft.com/office/drawing/2014/main" id="{C078F8D0-7AEA-CF46-89A1-50DB60309410}"/>
              </a:ext>
            </a:extLst>
          </p:cNvPr>
          <p:cNvPicPr/>
          <p:nvPr userDrawn="1"/>
        </p:nvPicPr>
        <p:blipFill>
          <a:blip r:embed="rId2"/>
          <a:stretch/>
        </p:blipFill>
        <p:spPr>
          <a:xfrm>
            <a:off x="-962" y="6362184"/>
            <a:ext cx="12191520" cy="523200"/>
          </a:xfrm>
          <a:prstGeom prst="rect">
            <a:avLst/>
          </a:prstGeom>
          <a:ln w="0">
            <a:noFill/>
          </a:ln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AC244F20-8581-DC4D-85E1-F52AD2B02347}"/>
              </a:ext>
            </a:extLst>
          </p:cNvPr>
          <p:cNvSpPr/>
          <p:nvPr userDrawn="1"/>
        </p:nvSpPr>
        <p:spPr>
          <a:xfrm>
            <a:off x="11547063" y="641909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E19BDB9-AF73-E746-8F38-BABDD5BB1691}"/>
              </a:ext>
            </a:extLst>
          </p:cNvPr>
          <p:cNvSpPr/>
          <p:nvPr userDrawn="1"/>
        </p:nvSpPr>
        <p:spPr>
          <a:xfrm>
            <a:off x="11547063" y="646557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pic>
        <p:nvPicPr>
          <p:cNvPr id="10" name="Google Shape;108;p19">
            <a:extLst>
              <a:ext uri="{FF2B5EF4-FFF2-40B4-BE49-F238E27FC236}">
                <a16:creationId xmlns:a16="http://schemas.microsoft.com/office/drawing/2014/main" id="{561935EC-19A4-7C46-8D18-02367D6B9297}"/>
              </a:ext>
            </a:extLst>
          </p:cNvPr>
          <p:cNvPicPr/>
          <p:nvPr userDrawn="1"/>
        </p:nvPicPr>
        <p:blipFill>
          <a:blip r:embed="rId3" cstate="print"/>
          <a:stretch/>
        </p:blipFill>
        <p:spPr>
          <a:xfrm>
            <a:off x="275460" y="6451464"/>
            <a:ext cx="1264320" cy="344640"/>
          </a:xfrm>
          <a:prstGeom prst="rect">
            <a:avLst/>
          </a:prstGeom>
          <a:ln w="0">
            <a:noFill/>
          </a:ln>
        </p:spPr>
      </p:pic>
      <p:sp>
        <p:nvSpPr>
          <p:cNvPr id="11" name="Google Shape;109;p19">
            <a:extLst>
              <a:ext uri="{FF2B5EF4-FFF2-40B4-BE49-F238E27FC236}">
                <a16:creationId xmlns:a16="http://schemas.microsoft.com/office/drawing/2014/main" id="{1BDDB297-4717-4D4A-A9FF-8E1DA0472F7C}"/>
              </a:ext>
            </a:extLst>
          </p:cNvPr>
          <p:cNvSpPr/>
          <p:nvPr userDrawn="1"/>
        </p:nvSpPr>
        <p:spPr>
          <a:xfrm>
            <a:off x="10153636" y="6541678"/>
            <a:ext cx="1931040" cy="16421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1520">
              <a:lnSpc>
                <a:spcPct val="100000"/>
              </a:lnSpc>
              <a:tabLst>
                <a:tab pos="0" algn="l"/>
              </a:tabLst>
            </a:pPr>
            <a:r>
              <a:rPr lang="en" sz="1067" b="0" u="none" strike="noStrike">
                <a:uFillTx/>
                <a:latin typeface="Calibri"/>
                <a:ea typeface="Calibri"/>
              </a:rPr>
              <a:t>Tavant Confidential</a:t>
            </a:r>
            <a:endParaRPr lang="en-IN" sz="1067" b="0" u="none" strike="noStrike">
              <a:uFillTx/>
              <a:latin typeface="Arial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4006B26-BA4E-E344-81EA-ABF972399762}"/>
              </a:ext>
            </a:extLst>
          </p:cNvPr>
          <p:cNvSpPr txBox="1"/>
          <p:nvPr userDrawn="1"/>
        </p:nvSpPr>
        <p:spPr>
          <a:xfrm>
            <a:off x="11502039" y="6495512"/>
            <a:ext cx="349775" cy="256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954E5BDB-61AA-4049-AE86-82CC72DFC771}" type="slidenum">
              <a:rPr lang="en-US" sz="1067" smtClean="0">
                <a:solidFill>
                  <a:schemeClr val="bg1"/>
                </a:solidFill>
              </a:rPr>
              <a:t>‹#›</a:t>
            </a:fld>
            <a:endParaRPr lang="en-US" sz="1067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9303452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REAKER SLID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83;p16">
            <a:extLst>
              <a:ext uri="{FF2B5EF4-FFF2-40B4-BE49-F238E27FC236}">
                <a16:creationId xmlns:a16="http://schemas.microsoft.com/office/drawing/2014/main" id="{B381CFA4-4653-A944-B576-D620472C2E58}"/>
              </a:ext>
            </a:extLst>
          </p:cNvPr>
          <p:cNvPicPr/>
          <p:nvPr userDrawn="1"/>
        </p:nvPicPr>
        <p:blipFill rotWithShape="1">
          <a:blip r:embed="rId2"/>
          <a:srcRect l="30311" t="8369" r="-25" b="-4"/>
          <a:stretch/>
        </p:blipFill>
        <p:spPr>
          <a:xfrm>
            <a:off x="3692735" y="44624"/>
            <a:ext cx="8499265" cy="6284044"/>
          </a:xfrm>
          <a:prstGeom prst="rect">
            <a:avLst/>
          </a:prstGeom>
          <a:ln w="0">
            <a:noFill/>
          </a:ln>
        </p:spPr>
      </p:pic>
      <p:pic>
        <p:nvPicPr>
          <p:cNvPr id="12" name="Google Shape;107;p19">
            <a:extLst>
              <a:ext uri="{FF2B5EF4-FFF2-40B4-BE49-F238E27FC236}">
                <a16:creationId xmlns:a16="http://schemas.microsoft.com/office/drawing/2014/main" id="{AB6DCF16-E5E8-9A44-972A-09C2C3281563}"/>
              </a:ext>
            </a:extLst>
          </p:cNvPr>
          <p:cNvPicPr/>
          <p:nvPr userDrawn="1"/>
        </p:nvPicPr>
        <p:blipFill>
          <a:blip r:embed="rId3"/>
          <a:stretch/>
        </p:blipFill>
        <p:spPr>
          <a:xfrm>
            <a:off x="-962" y="6362184"/>
            <a:ext cx="12191520" cy="523200"/>
          </a:xfrm>
          <a:prstGeom prst="rect">
            <a:avLst/>
          </a:prstGeom>
          <a:ln w="0">
            <a:noFill/>
          </a:ln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BC535D3A-CF20-774F-B198-D96775085F64}"/>
              </a:ext>
            </a:extLst>
          </p:cNvPr>
          <p:cNvSpPr/>
          <p:nvPr userDrawn="1"/>
        </p:nvSpPr>
        <p:spPr>
          <a:xfrm>
            <a:off x="11547063" y="641909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DE695A4-0722-884A-9867-163EB04712C5}"/>
              </a:ext>
            </a:extLst>
          </p:cNvPr>
          <p:cNvSpPr/>
          <p:nvPr userDrawn="1"/>
        </p:nvSpPr>
        <p:spPr>
          <a:xfrm>
            <a:off x="11547063" y="646557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F84BF60-351B-2849-8434-CF84E3B9FAE6}"/>
              </a:ext>
            </a:extLst>
          </p:cNvPr>
          <p:cNvSpPr txBox="1"/>
          <p:nvPr userDrawn="1"/>
        </p:nvSpPr>
        <p:spPr>
          <a:xfrm>
            <a:off x="11502039" y="6495512"/>
            <a:ext cx="349775" cy="256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954E5BDB-61AA-4049-AE86-82CC72DFC771}" type="slidenum">
              <a:rPr lang="en-US" sz="1067" smtClean="0">
                <a:solidFill>
                  <a:schemeClr val="bg1"/>
                </a:solidFill>
              </a:rPr>
              <a:t>‹#›</a:t>
            </a:fld>
            <a:endParaRPr lang="en-US" sz="1067">
              <a:solidFill>
                <a:schemeClr val="bg1"/>
              </a:solidFill>
            </a:endParaRP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3BF4C7B0-F6C2-C743-9FBD-CAF725A4051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1675" y="3284985"/>
            <a:ext cx="3822117" cy="1368151"/>
          </a:xfrm>
          <a:prstGeom prst="rect">
            <a:avLst/>
          </a:prstGeom>
        </p:spPr>
        <p:txBody>
          <a:bodyPr tIns="46800" rIns="90000" bIns="46800" anchor="t" anchorCtr="0"/>
          <a:lstStyle>
            <a:lvl1pPr marL="0" indent="0" algn="l">
              <a:lnSpc>
                <a:spcPct val="90000"/>
              </a:lnSpc>
              <a:spcAft>
                <a:spcPts val="1000"/>
              </a:spcAft>
              <a:buClr>
                <a:srgbClr val="F36F26"/>
              </a:buClr>
              <a:buSzPct val="100000"/>
              <a:buFont typeface="+mj-lt"/>
              <a:buNone/>
              <a:tabLst/>
              <a:defRPr b="0" kern="1200" baseline="0">
                <a:solidFill>
                  <a:schemeClr val="bg1"/>
                </a:solidFill>
              </a:defRPr>
            </a:lvl1pPr>
            <a:lvl2pPr marL="630000" indent="-165600">
              <a:lnSpc>
                <a:spcPct val="90000"/>
              </a:lnSpc>
              <a:spcBef>
                <a:spcPts val="500"/>
              </a:spcBef>
              <a:spcAft>
                <a:spcPts val="1000"/>
              </a:spcAft>
              <a:buClr>
                <a:srgbClr val="F36F26"/>
              </a:buClr>
              <a:buFont typeface="Wingdings" pitchFamily="2" charset="2"/>
              <a:buChar char="§"/>
              <a:tabLst/>
              <a:defRPr sz="1600" kern="1200" baseline="0">
                <a:solidFill>
                  <a:schemeClr val="bg1"/>
                </a:solidFill>
              </a:defRPr>
            </a:lvl2pPr>
            <a:lvl3pPr marL="630000" indent="-165600">
              <a:lnSpc>
                <a:spcPct val="90000"/>
              </a:lnSpc>
              <a:spcBef>
                <a:spcPts val="500"/>
              </a:spcBef>
              <a:spcAft>
                <a:spcPts val="1000"/>
              </a:spcAft>
              <a:buClr>
                <a:srgbClr val="F36F26"/>
              </a:buClr>
              <a:buFont typeface="Calibri" panose="020F0502020204030204" pitchFamily="34" charset="0"/>
              <a:buChar char="‒"/>
              <a:tabLst/>
              <a:defRPr sz="1400" kern="1200" baseline="0">
                <a:solidFill>
                  <a:schemeClr val="bg1"/>
                </a:solidFill>
              </a:defRPr>
            </a:lvl3pPr>
            <a:lvl4pPr marL="630000" indent="-165600">
              <a:lnSpc>
                <a:spcPct val="90000"/>
              </a:lnSpc>
              <a:spcBef>
                <a:spcPts val="500"/>
              </a:spcBef>
              <a:spcAft>
                <a:spcPts val="1000"/>
              </a:spcAft>
              <a:buClr>
                <a:srgbClr val="F36F26"/>
              </a:buClr>
              <a:buFont typeface="Calibri" panose="020F0502020204030204" pitchFamily="34" charset="0"/>
              <a:buChar char="●"/>
              <a:tabLst/>
              <a:defRPr sz="1400" kern="1200" baseline="0">
                <a:solidFill>
                  <a:schemeClr val="bg1"/>
                </a:solidFill>
              </a:defRPr>
            </a:lvl4pPr>
            <a:lvl5pPr marL="630000" indent="-165600">
              <a:lnSpc>
                <a:spcPct val="90000"/>
              </a:lnSpc>
              <a:spcBef>
                <a:spcPts val="500"/>
              </a:spcBef>
              <a:spcAft>
                <a:spcPts val="1000"/>
              </a:spcAft>
              <a:buFont typeface=".Hiragino Kaku Gothic Interface W3"/>
              <a:buChar char="▫"/>
              <a:tabLst/>
              <a:defRPr sz="1400" kern="120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Key Point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Google Shape;109;p19">
            <a:extLst>
              <a:ext uri="{FF2B5EF4-FFF2-40B4-BE49-F238E27FC236}">
                <a16:creationId xmlns:a16="http://schemas.microsoft.com/office/drawing/2014/main" id="{C21593A5-CB27-9A4A-9C1D-432396E02FF0}"/>
              </a:ext>
            </a:extLst>
          </p:cNvPr>
          <p:cNvSpPr/>
          <p:nvPr userDrawn="1"/>
        </p:nvSpPr>
        <p:spPr>
          <a:xfrm>
            <a:off x="10153634" y="6541678"/>
            <a:ext cx="1931040" cy="1646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1520">
              <a:lnSpc>
                <a:spcPct val="100000"/>
              </a:lnSpc>
              <a:tabLst>
                <a:tab pos="0" algn="l"/>
              </a:tabLst>
            </a:pPr>
            <a:r>
              <a:rPr lang="en-IN" sz="1070" b="0" i="0" kern="120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Tavant Confidential</a:t>
            </a:r>
            <a:endParaRPr lang="en-IN" sz="1070" b="0" u="none" strike="noStrike"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itle Placeholder 1">
            <a:extLst>
              <a:ext uri="{FF2B5EF4-FFF2-40B4-BE49-F238E27FC236}">
                <a16:creationId xmlns:a16="http://schemas.microsoft.com/office/drawing/2014/main" id="{F9996841-9264-A54A-BB39-065AFAADA1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1674" y="2543175"/>
            <a:ext cx="5344607" cy="428625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>
              <a:defRPr sz="2400" b="1">
                <a:solidFill>
                  <a:srgbClr val="F77A33"/>
                </a:solidFill>
                <a:latin typeface="+mj-lt"/>
                <a:cs typeface="Calibri" panose="020F0502020204030204" pitchFamily="34" charset="0"/>
              </a:defRPr>
            </a:lvl1pPr>
          </a:lstStyle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US"/>
              <a:t>THIS IS YOUR BREAKER SLIDE TITLE</a:t>
            </a:r>
            <a:endParaRPr lang="en-IN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" name="Google Shape;108;p19">
            <a:extLst>
              <a:ext uri="{FF2B5EF4-FFF2-40B4-BE49-F238E27FC236}">
                <a16:creationId xmlns:a16="http://schemas.microsoft.com/office/drawing/2014/main" id="{7ED8FF4F-09D3-6946-9373-9711E224135D}"/>
              </a:ext>
            </a:extLst>
          </p:cNvPr>
          <p:cNvPicPr/>
          <p:nvPr userDrawn="1"/>
        </p:nvPicPr>
        <p:blipFill>
          <a:blip r:embed="rId4" cstate="print"/>
          <a:stretch/>
        </p:blipFill>
        <p:spPr>
          <a:xfrm>
            <a:off x="265064" y="6462185"/>
            <a:ext cx="1264320" cy="344640"/>
          </a:xfrm>
          <a:prstGeom prst="rect">
            <a:avLst/>
          </a:prstGeom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1833429263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389C89B3-BF86-B546-8000-EB53625B8D7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8826" t="4629" r="24184" b="36391"/>
          <a:stretch/>
        </p:blipFill>
        <p:spPr>
          <a:xfrm>
            <a:off x="932689" y="0"/>
            <a:ext cx="11259310" cy="68580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805743D5-D835-3A43-9A81-9267331DF0E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bg1">
                  <a:alpha val="8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bject 4">
            <a:extLst>
              <a:ext uri="{FF2B5EF4-FFF2-40B4-BE49-F238E27FC236}">
                <a16:creationId xmlns:a16="http://schemas.microsoft.com/office/drawing/2014/main" id="{2A0AEEF9-5500-F245-8FDD-D51686BCECAB}"/>
              </a:ext>
            </a:extLst>
          </p:cNvPr>
          <p:cNvSpPr txBox="1"/>
          <p:nvPr/>
        </p:nvSpPr>
        <p:spPr>
          <a:xfrm>
            <a:off x="10190895" y="6503768"/>
            <a:ext cx="1497900" cy="13602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8659" algn="r"/>
            <a:r>
              <a:rPr lang="en-US" sz="800">
                <a:solidFill>
                  <a:schemeClr val="bg1">
                    <a:lumMod val="75000"/>
                  </a:schemeClr>
                </a:solidFill>
                <a:latin typeface="Calibri regular"/>
                <a:ea typeface="Roboto Light" panose="02000000000000000000" pitchFamily="2" charset="0"/>
                <a:cs typeface="Futura Book"/>
              </a:rPr>
              <a:t>Tavant &amp; Customer Confidential</a:t>
            </a: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DCFAA974-D16F-CE46-9C8E-4D7FFAD579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39541" y="6465237"/>
            <a:ext cx="1229868" cy="196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37F1B782-BC10-7840-8ADD-D2112445CD33}"/>
              </a:ext>
            </a:extLst>
          </p:cNvPr>
          <p:cNvSpPr/>
          <p:nvPr/>
        </p:nvSpPr>
        <p:spPr>
          <a:xfrm>
            <a:off x="11757660" y="6465237"/>
            <a:ext cx="194799" cy="194799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800"/>
          </a:p>
        </p:txBody>
      </p:sp>
      <p:pic>
        <p:nvPicPr>
          <p:cNvPr id="16" name="Picture 15" descr="Shape&#10;&#10;Description automatically generated with low confidence">
            <a:extLst>
              <a:ext uri="{FF2B5EF4-FFF2-40B4-BE49-F238E27FC236}">
                <a16:creationId xmlns:a16="http://schemas.microsoft.com/office/drawing/2014/main" id="{46577264-DEDF-4041-8B6B-92EDABBB407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809514" y="1"/>
            <a:ext cx="1382485" cy="119367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10E5335-8E26-3546-B8B7-6C7EDE42B619}"/>
              </a:ext>
            </a:extLst>
          </p:cNvPr>
          <p:cNvSpPr txBox="1"/>
          <p:nvPr userDrawn="1"/>
        </p:nvSpPr>
        <p:spPr>
          <a:xfrm>
            <a:off x="11701812" y="6454914"/>
            <a:ext cx="30649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954E5BDB-61AA-4049-AE86-82CC72DFC771}" type="slidenum">
              <a:rPr lang="en-US" sz="800" smtClean="0">
                <a:solidFill>
                  <a:schemeClr val="bg1"/>
                </a:solidFill>
              </a:rPr>
              <a:t>‹#›</a:t>
            </a:fld>
            <a:endParaRPr lang="en-US" sz="8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4204459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7;p19">
            <a:extLst>
              <a:ext uri="{FF2B5EF4-FFF2-40B4-BE49-F238E27FC236}">
                <a16:creationId xmlns:a16="http://schemas.microsoft.com/office/drawing/2014/main" id="{EB642119-D1DA-2A41-9E40-D8B8ED072025}"/>
              </a:ext>
            </a:extLst>
          </p:cNvPr>
          <p:cNvPicPr/>
          <p:nvPr userDrawn="1"/>
        </p:nvPicPr>
        <p:blipFill>
          <a:blip r:embed="rId2"/>
          <a:stretch/>
        </p:blipFill>
        <p:spPr>
          <a:xfrm>
            <a:off x="-962" y="6362184"/>
            <a:ext cx="12191520" cy="523200"/>
          </a:xfrm>
          <a:prstGeom prst="rect">
            <a:avLst/>
          </a:prstGeom>
          <a:ln w="0">
            <a:noFill/>
          </a:ln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67BE79E2-C9BE-0B45-B7B9-B90FF6DB172F}"/>
              </a:ext>
            </a:extLst>
          </p:cNvPr>
          <p:cNvSpPr/>
          <p:nvPr userDrawn="1"/>
        </p:nvSpPr>
        <p:spPr>
          <a:xfrm>
            <a:off x="11547063" y="641909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EF44AC2-DA98-DF49-8A31-93632B2FB633}"/>
              </a:ext>
            </a:extLst>
          </p:cNvPr>
          <p:cNvSpPr/>
          <p:nvPr userDrawn="1"/>
        </p:nvSpPr>
        <p:spPr>
          <a:xfrm>
            <a:off x="11547063" y="646557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A0E174B-16EF-5F4F-BAA8-928FE02C1800}"/>
              </a:ext>
            </a:extLst>
          </p:cNvPr>
          <p:cNvSpPr txBox="1"/>
          <p:nvPr userDrawn="1"/>
        </p:nvSpPr>
        <p:spPr>
          <a:xfrm>
            <a:off x="11502039" y="6495512"/>
            <a:ext cx="349775" cy="256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954E5BDB-61AA-4049-AE86-82CC72DFC771}" type="slidenum">
              <a:rPr lang="en-US" sz="1067" smtClean="0">
                <a:solidFill>
                  <a:schemeClr val="bg1"/>
                </a:solidFill>
              </a:rPr>
              <a:t>‹#›</a:t>
            </a:fld>
            <a:endParaRPr lang="en-US" sz="1067">
              <a:solidFill>
                <a:schemeClr val="bg1"/>
              </a:solidFill>
            </a:endParaRP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C3C79DDA-FD12-054C-B80F-F314FC7465A2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326056" y="980727"/>
            <a:ext cx="11539888" cy="5098325"/>
          </a:xfrm>
          <a:prstGeom prst="rect">
            <a:avLst/>
          </a:prstGeom>
        </p:spPr>
        <p:txBody>
          <a:bodyPr tIns="46800" rIns="90000" bIns="46800"/>
          <a:lstStyle>
            <a:lvl1pPr marL="274320" indent="-274320">
              <a:lnSpc>
                <a:spcPct val="90000"/>
              </a:lnSpc>
              <a:spcBef>
                <a:spcPts val="1000"/>
              </a:spcBef>
              <a:buClr>
                <a:srgbClr val="FF8909"/>
              </a:buClr>
              <a:buSzPct val="100000"/>
              <a:buFont typeface="Wingdings" panose="05000000000000000000" pitchFamily="2" charset="2"/>
              <a:buChar char="§"/>
              <a:defRPr sz="1800" kern="1200" baseline="0">
                <a:latin typeface="+mn-lt"/>
                <a:ea typeface="Roboto" pitchFamily="2" charset="0"/>
                <a:cs typeface="Roboto" pitchFamily="2" charset="0"/>
              </a:defRPr>
            </a:lvl1pPr>
            <a:lvl2pPr marL="457200" indent="-182880">
              <a:lnSpc>
                <a:spcPct val="90000"/>
              </a:lnSpc>
              <a:spcBef>
                <a:spcPts val="500"/>
              </a:spcBef>
              <a:buClr>
                <a:srgbClr val="FF8909"/>
              </a:buClr>
              <a:buFont typeface="Calibri" panose="020F0502020204030204" pitchFamily="34" charset="0"/>
              <a:buChar char="‒"/>
              <a:defRPr sz="1600" kern="1200" baseline="0">
                <a:solidFill>
                  <a:schemeClr val="bg2"/>
                </a:solidFill>
                <a:latin typeface="+mj-lt"/>
                <a:ea typeface="Roboto" pitchFamily="2" charset="0"/>
                <a:cs typeface="Roboto" pitchFamily="2" charset="0"/>
              </a:defRPr>
            </a:lvl2pPr>
            <a:lvl3pPr marL="731520" indent="-182880">
              <a:lnSpc>
                <a:spcPct val="90000"/>
              </a:lnSpc>
              <a:spcBef>
                <a:spcPts val="500"/>
              </a:spcBef>
              <a:buClr>
                <a:srgbClr val="FF8909"/>
              </a:buClr>
              <a:buFontTx/>
              <a:buChar char="•"/>
              <a:defRPr sz="1400" kern="1200" baseline="0">
                <a:solidFill>
                  <a:schemeClr val="bg2"/>
                </a:solidFill>
                <a:latin typeface="+mj-lt"/>
                <a:ea typeface="Roboto" pitchFamily="2" charset="0"/>
                <a:cs typeface="Roboto" pitchFamily="2" charset="0"/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D160F419-F562-CB44-AA36-DF4A19AB3AA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4739" y="339472"/>
            <a:ext cx="11542522" cy="359457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>
              <a:defRPr sz="2400" b="1">
                <a:latin typeface="+mj-lt"/>
                <a:cs typeface="Calibri" panose="020F0502020204030204" pitchFamily="34" charset="0"/>
              </a:defRPr>
            </a:lvl1pPr>
          </a:lstStyle>
          <a:p>
            <a:r>
              <a:rPr lang="en-US"/>
              <a:t>THIS IS YOUR TITLE – KEEP IT TO ONE LINE MAXIMUM</a:t>
            </a:r>
          </a:p>
        </p:txBody>
      </p:sp>
      <p:pic>
        <p:nvPicPr>
          <p:cNvPr id="11" name="Google Shape;108;p19">
            <a:extLst>
              <a:ext uri="{FF2B5EF4-FFF2-40B4-BE49-F238E27FC236}">
                <a16:creationId xmlns:a16="http://schemas.microsoft.com/office/drawing/2014/main" id="{5D066C0B-9CAF-D84D-B3D4-BFBB4F704C28}"/>
              </a:ext>
            </a:extLst>
          </p:cNvPr>
          <p:cNvPicPr/>
          <p:nvPr userDrawn="1"/>
        </p:nvPicPr>
        <p:blipFill>
          <a:blip r:embed="rId3" cstate="print"/>
          <a:stretch/>
        </p:blipFill>
        <p:spPr>
          <a:xfrm>
            <a:off x="265064" y="6462185"/>
            <a:ext cx="1264320" cy="344640"/>
          </a:xfrm>
          <a:prstGeom prst="rect">
            <a:avLst/>
          </a:prstGeom>
          <a:ln w="0">
            <a:noFill/>
          </a:ln>
        </p:spPr>
      </p:pic>
      <p:sp>
        <p:nvSpPr>
          <p:cNvPr id="3" name="Google Shape;109;p19">
            <a:extLst>
              <a:ext uri="{FF2B5EF4-FFF2-40B4-BE49-F238E27FC236}">
                <a16:creationId xmlns:a16="http://schemas.microsoft.com/office/drawing/2014/main" id="{12D0DA56-4CD1-6604-87ED-341C0343014C}"/>
              </a:ext>
            </a:extLst>
          </p:cNvPr>
          <p:cNvSpPr/>
          <p:nvPr userDrawn="1"/>
        </p:nvSpPr>
        <p:spPr>
          <a:xfrm>
            <a:off x="10015412" y="6541678"/>
            <a:ext cx="1931040" cy="16421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1520">
              <a:lnSpc>
                <a:spcPct val="100000"/>
              </a:lnSpc>
              <a:tabLst>
                <a:tab pos="0" algn="l"/>
              </a:tabLst>
            </a:pPr>
            <a:r>
              <a:rPr lang="en" sz="1067" b="0" u="none" strike="noStrike">
                <a:uFillTx/>
                <a:latin typeface="Calibri"/>
                <a:ea typeface="Calibri"/>
              </a:rPr>
              <a:t>Tavant Confidential</a:t>
            </a:r>
            <a:endParaRPr lang="en-IN" sz="1067" b="0" u="none" strike="noStrike"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62821398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 - Grey"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7;p19">
            <a:extLst>
              <a:ext uri="{FF2B5EF4-FFF2-40B4-BE49-F238E27FC236}">
                <a16:creationId xmlns:a16="http://schemas.microsoft.com/office/drawing/2014/main" id="{EB642119-D1DA-2A41-9E40-D8B8ED072025}"/>
              </a:ext>
            </a:extLst>
          </p:cNvPr>
          <p:cNvPicPr/>
          <p:nvPr userDrawn="1"/>
        </p:nvPicPr>
        <p:blipFill>
          <a:blip r:embed="rId2"/>
          <a:stretch/>
        </p:blipFill>
        <p:spPr>
          <a:xfrm>
            <a:off x="-962" y="6362184"/>
            <a:ext cx="12191520" cy="523200"/>
          </a:xfrm>
          <a:prstGeom prst="rect">
            <a:avLst/>
          </a:prstGeom>
          <a:ln w="0">
            <a:noFill/>
          </a:ln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67BE79E2-C9BE-0B45-B7B9-B90FF6DB172F}"/>
              </a:ext>
            </a:extLst>
          </p:cNvPr>
          <p:cNvSpPr/>
          <p:nvPr userDrawn="1"/>
        </p:nvSpPr>
        <p:spPr>
          <a:xfrm>
            <a:off x="11547063" y="641909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EF44AC2-DA98-DF49-8A31-93632B2FB633}"/>
              </a:ext>
            </a:extLst>
          </p:cNvPr>
          <p:cNvSpPr/>
          <p:nvPr userDrawn="1"/>
        </p:nvSpPr>
        <p:spPr>
          <a:xfrm>
            <a:off x="11547063" y="646557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A0E174B-16EF-5F4F-BAA8-928FE02C1800}"/>
              </a:ext>
            </a:extLst>
          </p:cNvPr>
          <p:cNvSpPr txBox="1"/>
          <p:nvPr userDrawn="1"/>
        </p:nvSpPr>
        <p:spPr>
          <a:xfrm>
            <a:off x="11502039" y="6495512"/>
            <a:ext cx="349775" cy="256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954E5BDB-61AA-4049-AE86-82CC72DFC771}" type="slidenum">
              <a:rPr lang="en-US" sz="1067" smtClean="0">
                <a:solidFill>
                  <a:schemeClr val="bg1"/>
                </a:solidFill>
              </a:rPr>
              <a:t>‹#›</a:t>
            </a:fld>
            <a:endParaRPr lang="en-US" sz="1067">
              <a:solidFill>
                <a:schemeClr val="bg1"/>
              </a:solidFill>
            </a:endParaRPr>
          </a:p>
        </p:txBody>
      </p:sp>
      <p:sp>
        <p:nvSpPr>
          <p:cNvPr id="13" name="Google Shape;109;p19">
            <a:extLst>
              <a:ext uri="{FF2B5EF4-FFF2-40B4-BE49-F238E27FC236}">
                <a16:creationId xmlns:a16="http://schemas.microsoft.com/office/drawing/2014/main" id="{383F7148-1946-CB41-9C4B-9ABFEB5D817D}"/>
              </a:ext>
            </a:extLst>
          </p:cNvPr>
          <p:cNvSpPr/>
          <p:nvPr userDrawn="1"/>
        </p:nvSpPr>
        <p:spPr>
          <a:xfrm>
            <a:off x="9951617" y="6541678"/>
            <a:ext cx="1931040" cy="1646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1520">
              <a:lnSpc>
                <a:spcPct val="100000"/>
              </a:lnSpc>
              <a:tabLst>
                <a:tab pos="0" algn="l"/>
              </a:tabLst>
            </a:pPr>
            <a:r>
              <a:rPr lang="en-IN" sz="1070" b="0" i="0" kern="120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Tavant Confidential</a:t>
            </a:r>
            <a:endParaRPr lang="en-IN" sz="1070" b="0" u="none" strike="noStrike"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99514E-6A92-4F1B-BF99-08F4220E1F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4739" y="339472"/>
            <a:ext cx="11542522" cy="359457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>
              <a:defRPr sz="2400" b="1" baseline="0">
                <a:solidFill>
                  <a:schemeClr val="bg1"/>
                </a:solidFill>
                <a:latin typeface="+mj-lt"/>
                <a:cs typeface="Calibri" panose="020F0502020204030204" pitchFamily="34" charset="0"/>
              </a:defRPr>
            </a:lvl1pPr>
          </a:lstStyle>
          <a:p>
            <a:r>
              <a:rPr lang="en-US"/>
              <a:t>THIS IS YOUR TITLE – KEEP IT TO ONE LINE MAXIMUM</a:t>
            </a:r>
          </a:p>
        </p:txBody>
      </p:sp>
      <p:pic>
        <p:nvPicPr>
          <p:cNvPr id="11" name="Google Shape;108;p19">
            <a:extLst>
              <a:ext uri="{FF2B5EF4-FFF2-40B4-BE49-F238E27FC236}">
                <a16:creationId xmlns:a16="http://schemas.microsoft.com/office/drawing/2014/main" id="{4D85C159-335C-6F46-A7D6-8ABC1BE5D4E9}"/>
              </a:ext>
            </a:extLst>
          </p:cNvPr>
          <p:cNvPicPr/>
          <p:nvPr userDrawn="1"/>
        </p:nvPicPr>
        <p:blipFill>
          <a:blip r:embed="rId3" cstate="print"/>
          <a:stretch/>
        </p:blipFill>
        <p:spPr>
          <a:xfrm>
            <a:off x="265064" y="6462185"/>
            <a:ext cx="1264320" cy="344640"/>
          </a:xfrm>
          <a:prstGeom prst="rect">
            <a:avLst/>
          </a:prstGeom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1700164389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67;p14">
            <a:extLst>
              <a:ext uri="{FF2B5EF4-FFF2-40B4-BE49-F238E27FC236}">
                <a16:creationId xmlns:a16="http://schemas.microsoft.com/office/drawing/2014/main" id="{E6A9D285-AC01-0A48-9ED5-D15C52AEEC82}"/>
              </a:ext>
            </a:extLst>
          </p:cNvPr>
          <p:cNvPicPr/>
          <p:nvPr userDrawn="1"/>
        </p:nvPicPr>
        <p:blipFill rotWithShape="1">
          <a:blip r:embed="rId2"/>
          <a:srcRect l="36895" t="4218" r="10891" b="1924"/>
          <a:stretch/>
        </p:blipFill>
        <p:spPr>
          <a:xfrm>
            <a:off x="6847680" y="-27384"/>
            <a:ext cx="5343840" cy="6408712"/>
          </a:xfrm>
          <a:prstGeom prst="rect">
            <a:avLst/>
          </a:prstGeom>
          <a:ln w="0">
            <a:noFill/>
          </a:ln>
        </p:spPr>
      </p:pic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267A270E-5CF5-B446-81CA-84AAFF7D774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0525" y="2000240"/>
            <a:ext cx="5566203" cy="3168650"/>
          </a:xfrm>
        </p:spPr>
        <p:txBody>
          <a:bodyPr lIns="0" tIns="180000" rIns="0" bIns="0"/>
          <a:lstStyle>
            <a:lvl1pPr marL="0" indent="0">
              <a:lnSpc>
                <a:spcPct val="0"/>
              </a:lnSpc>
              <a:spcBef>
                <a:spcPts val="0"/>
              </a:spcBef>
              <a:buNone/>
              <a:defRPr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>
              <a:lnSpc>
                <a:spcPct val="130000"/>
              </a:lnSpc>
              <a:tabLst>
                <a:tab pos="0" algn="l"/>
              </a:tabLst>
            </a:pPr>
            <a:r>
              <a:rPr lang="en" sz="1800">
                <a:solidFill>
                  <a:srgbClr val="222222"/>
                </a:solidFill>
                <a:highlight>
                  <a:srgbClr val="FFFFFF"/>
                </a:highlight>
                <a:latin typeface="Calibri"/>
                <a:ea typeface="Calibri"/>
              </a:rPr>
              <a:t>1. First Talking Point</a:t>
            </a:r>
            <a:endParaRPr lang="en-IN" sz="180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30000"/>
              </a:lnSpc>
              <a:tabLst>
                <a:tab pos="0" algn="l"/>
              </a:tabLst>
            </a:pPr>
            <a:r>
              <a:rPr lang="en" sz="1800">
                <a:solidFill>
                  <a:srgbClr val="222222"/>
                </a:solidFill>
                <a:highlight>
                  <a:srgbClr val="FFFFFF"/>
                </a:highlight>
                <a:latin typeface="Calibri"/>
                <a:ea typeface="Calibri"/>
              </a:rPr>
              <a:t>2. Second Talking Point</a:t>
            </a:r>
            <a:endParaRPr lang="en-IN" sz="180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30000"/>
              </a:lnSpc>
              <a:tabLst>
                <a:tab pos="0" algn="l"/>
              </a:tabLst>
            </a:pPr>
            <a:r>
              <a:rPr lang="en" sz="1800">
                <a:solidFill>
                  <a:srgbClr val="222222"/>
                </a:solidFill>
                <a:highlight>
                  <a:srgbClr val="FFFFFF"/>
                </a:highlight>
                <a:latin typeface="Calibri"/>
                <a:ea typeface="Calibri"/>
              </a:rPr>
              <a:t>3. Third Talking Point</a:t>
            </a:r>
            <a:endParaRPr lang="en-IN" sz="180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30000"/>
              </a:lnSpc>
              <a:tabLst>
                <a:tab pos="0" algn="l"/>
              </a:tabLst>
            </a:pPr>
            <a:r>
              <a:rPr lang="en" sz="1800">
                <a:solidFill>
                  <a:srgbClr val="222222"/>
                </a:solidFill>
                <a:highlight>
                  <a:srgbClr val="FFFFFF"/>
                </a:highlight>
                <a:latin typeface="Calibri"/>
                <a:ea typeface="Calibri"/>
              </a:rPr>
              <a:t>4. Fourth Talking Point</a:t>
            </a:r>
            <a:endParaRPr lang="en-IN" sz="180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30000"/>
              </a:lnSpc>
              <a:tabLst>
                <a:tab pos="0" algn="l"/>
              </a:tabLst>
            </a:pPr>
            <a:r>
              <a:rPr lang="en" sz="1800">
                <a:solidFill>
                  <a:srgbClr val="222222"/>
                </a:solidFill>
                <a:highlight>
                  <a:srgbClr val="FFFFFF"/>
                </a:highlight>
                <a:latin typeface="Calibri"/>
                <a:ea typeface="Calibri"/>
              </a:rPr>
              <a:t>5. Fifth Talking Point</a:t>
            </a:r>
            <a:endParaRPr lang="en-IN" sz="180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30000"/>
              </a:lnSpc>
              <a:tabLst>
                <a:tab pos="0" algn="l"/>
              </a:tabLst>
            </a:pPr>
            <a:r>
              <a:rPr lang="en" sz="1800">
                <a:solidFill>
                  <a:srgbClr val="222222"/>
                </a:solidFill>
                <a:highlight>
                  <a:srgbClr val="FFFFFF"/>
                </a:highlight>
                <a:latin typeface="Calibri"/>
                <a:ea typeface="Calibri"/>
              </a:rPr>
              <a:t>6. Sixth Talking Point</a:t>
            </a:r>
            <a:endParaRPr lang="en-IN" sz="180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691B7F3C-1377-9B4D-AC92-DF000674ED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0240" y="404664"/>
            <a:ext cx="5555053" cy="454826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>
              <a:defRPr sz="1800" b="1">
                <a:solidFill>
                  <a:srgbClr val="F77A3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AGENDA/CONTENT</a:t>
            </a:r>
          </a:p>
        </p:txBody>
      </p:sp>
      <p:pic>
        <p:nvPicPr>
          <p:cNvPr id="8" name="Google Shape;107;p19">
            <a:extLst>
              <a:ext uri="{FF2B5EF4-FFF2-40B4-BE49-F238E27FC236}">
                <a16:creationId xmlns:a16="http://schemas.microsoft.com/office/drawing/2014/main" id="{FC199D98-4CF0-B646-9CD9-D3DD2A0C05FC}"/>
              </a:ext>
            </a:extLst>
          </p:cNvPr>
          <p:cNvPicPr/>
          <p:nvPr userDrawn="1"/>
        </p:nvPicPr>
        <p:blipFill>
          <a:blip r:embed="rId3"/>
          <a:stretch/>
        </p:blipFill>
        <p:spPr>
          <a:xfrm>
            <a:off x="-962" y="6362184"/>
            <a:ext cx="12191520" cy="523200"/>
          </a:xfrm>
          <a:prstGeom prst="rect">
            <a:avLst/>
          </a:prstGeom>
          <a:ln w="0">
            <a:noFill/>
          </a:ln>
        </p:spPr>
      </p:pic>
      <p:pic>
        <p:nvPicPr>
          <p:cNvPr id="9" name="Google Shape;108;p19">
            <a:extLst>
              <a:ext uri="{FF2B5EF4-FFF2-40B4-BE49-F238E27FC236}">
                <a16:creationId xmlns:a16="http://schemas.microsoft.com/office/drawing/2014/main" id="{CB235E1C-4FA0-CA4C-ADD0-D5DCEEE4821E}"/>
              </a:ext>
            </a:extLst>
          </p:cNvPr>
          <p:cNvPicPr/>
          <p:nvPr userDrawn="1"/>
        </p:nvPicPr>
        <p:blipFill>
          <a:blip r:embed="rId4" cstate="print"/>
          <a:stretch/>
        </p:blipFill>
        <p:spPr>
          <a:xfrm>
            <a:off x="389760" y="6451464"/>
            <a:ext cx="1264320" cy="344640"/>
          </a:xfrm>
          <a:prstGeom prst="rect">
            <a:avLst/>
          </a:prstGeom>
          <a:ln w="0">
            <a:noFill/>
          </a:ln>
        </p:spPr>
      </p:pic>
      <p:sp>
        <p:nvSpPr>
          <p:cNvPr id="10" name="Google Shape;109;p19">
            <a:extLst>
              <a:ext uri="{FF2B5EF4-FFF2-40B4-BE49-F238E27FC236}">
                <a16:creationId xmlns:a16="http://schemas.microsoft.com/office/drawing/2014/main" id="{0E9A9147-DE9F-E74D-AA2C-C2867847489F}"/>
              </a:ext>
            </a:extLst>
          </p:cNvPr>
          <p:cNvSpPr/>
          <p:nvPr userDrawn="1"/>
        </p:nvSpPr>
        <p:spPr>
          <a:xfrm>
            <a:off x="9281760" y="6541678"/>
            <a:ext cx="1931040" cy="16421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1520">
              <a:lnSpc>
                <a:spcPct val="100000"/>
              </a:lnSpc>
              <a:tabLst>
                <a:tab pos="0" algn="l"/>
              </a:tabLst>
            </a:pPr>
            <a:r>
              <a:rPr lang="en" sz="1067" b="0" u="none" strike="noStrike">
                <a:uFillTx/>
                <a:latin typeface="Calibri"/>
                <a:ea typeface="Calibri"/>
              </a:rPr>
              <a:t>Tavant Proprietary &amp; Confidential</a:t>
            </a:r>
            <a:endParaRPr lang="en-IN" sz="1067" b="0" u="none" strike="noStrike">
              <a:uFillTx/>
              <a:latin typeface="Arial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856DA17-5906-0C4A-93DE-5642B2A8779A}"/>
              </a:ext>
            </a:extLst>
          </p:cNvPr>
          <p:cNvSpPr/>
          <p:nvPr userDrawn="1"/>
        </p:nvSpPr>
        <p:spPr>
          <a:xfrm>
            <a:off x="11547063" y="641909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8C16F2B-9052-204E-90D6-548DAEE090B1}"/>
              </a:ext>
            </a:extLst>
          </p:cNvPr>
          <p:cNvSpPr/>
          <p:nvPr userDrawn="1"/>
        </p:nvSpPr>
        <p:spPr>
          <a:xfrm>
            <a:off x="11547063" y="646557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582CE5C-F123-F943-8CA5-2DA8DDBE7D6E}"/>
              </a:ext>
            </a:extLst>
          </p:cNvPr>
          <p:cNvSpPr txBox="1"/>
          <p:nvPr userDrawn="1"/>
        </p:nvSpPr>
        <p:spPr>
          <a:xfrm>
            <a:off x="11502039" y="6495512"/>
            <a:ext cx="349775" cy="256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954E5BDB-61AA-4049-AE86-82CC72DFC771}" type="slidenum">
              <a:rPr lang="en-US" sz="1067" smtClean="0">
                <a:solidFill>
                  <a:schemeClr val="bg1"/>
                </a:solidFill>
              </a:rPr>
              <a:t>‹#›</a:t>
            </a:fld>
            <a:endParaRPr lang="en-US" sz="1067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2237412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74;p15">
            <a:extLst>
              <a:ext uri="{FF2B5EF4-FFF2-40B4-BE49-F238E27FC236}">
                <a16:creationId xmlns:a16="http://schemas.microsoft.com/office/drawing/2014/main" id="{5C5D8D6D-078A-2146-AA69-A63F6EA27599}"/>
              </a:ext>
            </a:extLst>
          </p:cNvPr>
          <p:cNvPicPr/>
          <p:nvPr userDrawn="1"/>
        </p:nvPicPr>
        <p:blipFill rotWithShape="1">
          <a:blip r:embed="rId2"/>
          <a:srcRect l="51117" t="7968" r="1173" b="191"/>
          <a:stretch/>
        </p:blipFill>
        <p:spPr>
          <a:xfrm>
            <a:off x="6377896" y="49214"/>
            <a:ext cx="5807728" cy="6288276"/>
          </a:xfrm>
          <a:prstGeom prst="rect">
            <a:avLst/>
          </a:prstGeom>
          <a:ln w="0">
            <a:noFill/>
          </a:ln>
        </p:spPr>
      </p:pic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BC504827-5DE1-C243-9569-AA901798D8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1675" y="2547758"/>
            <a:ext cx="3822117" cy="351705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>
              <a:defRPr sz="2400" b="1">
                <a:solidFill>
                  <a:srgbClr val="F77A3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" b="1">
                <a:solidFill>
                  <a:srgbClr val="E97132"/>
                </a:solidFill>
                <a:latin typeface="Calibri"/>
                <a:ea typeface="Calibri"/>
              </a:rPr>
              <a:t>THIS IS YOUR BREAKER SLIDE</a:t>
            </a:r>
            <a:endParaRPr lang="en-IN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094A339C-C731-EF44-AC8B-C7BB3B9DAC0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9760" y="4077071"/>
            <a:ext cx="3278991" cy="1080121"/>
          </a:xfrm>
          <a:prstGeom prst="rect">
            <a:avLst/>
          </a:prstGeom>
        </p:spPr>
        <p:txBody>
          <a:bodyPr lIns="0" anchor="ctr"/>
          <a:lstStyle>
            <a:lvl1pPr marL="0" indent="0">
              <a:spcBef>
                <a:spcPts val="0"/>
              </a:spcBef>
              <a:buNone/>
              <a:defRPr sz="18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700" indent="0">
              <a:buNone/>
              <a:defRPr sz="18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236519" indent="0">
              <a:buNone/>
              <a:defRPr sz="1200"/>
            </a:lvl3pPr>
            <a:lvl4pPr marL="460339" indent="0">
              <a:buNone/>
              <a:defRPr sz="1200"/>
            </a:lvl4pPr>
            <a:lvl5pPr marL="696860" indent="0">
              <a:buNone/>
              <a:defRPr sz="1200"/>
            </a:lvl5pPr>
          </a:lstStyle>
          <a:p>
            <a:pPr>
              <a:lnSpc>
                <a:spcPct val="90000"/>
              </a:lnSpc>
              <a:tabLst>
                <a:tab pos="0" algn="l"/>
              </a:tabLst>
            </a:pPr>
            <a:r>
              <a:rPr lang="en" sz="1800" b="1" u="none" strike="noStrike">
                <a:solidFill>
                  <a:schemeClr val="lt1"/>
                </a:solidFill>
                <a:uFillTx/>
                <a:latin typeface="Calibri"/>
                <a:ea typeface="Calibri"/>
              </a:rPr>
              <a:t>Key Point</a:t>
            </a:r>
            <a:endParaRPr lang="en-IN" sz="18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499"/>
              </a:spcBef>
              <a:tabLst>
                <a:tab pos="0" algn="l"/>
              </a:tabLst>
            </a:pPr>
            <a:r>
              <a:rPr lang="en" sz="1800" b="0" u="none" strike="noStrike">
                <a:solidFill>
                  <a:schemeClr val="lt1"/>
                </a:solidFill>
                <a:uFillTx/>
                <a:latin typeface="Calibri"/>
                <a:ea typeface="Calibri"/>
              </a:rPr>
              <a:t>Second level</a:t>
            </a:r>
            <a:endParaRPr lang="en-IN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2" name="Google Shape;107;p19">
            <a:extLst>
              <a:ext uri="{FF2B5EF4-FFF2-40B4-BE49-F238E27FC236}">
                <a16:creationId xmlns:a16="http://schemas.microsoft.com/office/drawing/2014/main" id="{60C88397-B710-6449-A835-53186FA0E8E7}"/>
              </a:ext>
            </a:extLst>
          </p:cNvPr>
          <p:cNvPicPr/>
          <p:nvPr userDrawn="1"/>
        </p:nvPicPr>
        <p:blipFill>
          <a:blip r:embed="rId3"/>
          <a:stretch/>
        </p:blipFill>
        <p:spPr>
          <a:xfrm>
            <a:off x="-962" y="6362184"/>
            <a:ext cx="12191520" cy="523200"/>
          </a:xfrm>
          <a:prstGeom prst="rect">
            <a:avLst/>
          </a:prstGeom>
          <a:ln w="0">
            <a:noFill/>
          </a:ln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C7580CC4-164C-D146-87F3-967848DBDD73}"/>
              </a:ext>
            </a:extLst>
          </p:cNvPr>
          <p:cNvSpPr/>
          <p:nvPr userDrawn="1"/>
        </p:nvSpPr>
        <p:spPr>
          <a:xfrm>
            <a:off x="11547063" y="641909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26E95E5-034E-4E49-A2DB-A237066EF51A}"/>
              </a:ext>
            </a:extLst>
          </p:cNvPr>
          <p:cNvSpPr/>
          <p:nvPr userDrawn="1"/>
        </p:nvSpPr>
        <p:spPr>
          <a:xfrm>
            <a:off x="11547063" y="646557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pic>
        <p:nvPicPr>
          <p:cNvPr id="18" name="Google Shape;108;p19">
            <a:extLst>
              <a:ext uri="{FF2B5EF4-FFF2-40B4-BE49-F238E27FC236}">
                <a16:creationId xmlns:a16="http://schemas.microsoft.com/office/drawing/2014/main" id="{C417E100-CA2C-564E-975A-811D57EF1697}"/>
              </a:ext>
            </a:extLst>
          </p:cNvPr>
          <p:cNvPicPr/>
          <p:nvPr userDrawn="1"/>
        </p:nvPicPr>
        <p:blipFill>
          <a:blip r:embed="rId4" cstate="print"/>
          <a:stretch/>
        </p:blipFill>
        <p:spPr>
          <a:xfrm>
            <a:off x="389760" y="6451464"/>
            <a:ext cx="1264320" cy="344640"/>
          </a:xfrm>
          <a:prstGeom prst="rect">
            <a:avLst/>
          </a:prstGeom>
          <a:ln w="0">
            <a:noFill/>
          </a:ln>
        </p:spPr>
      </p:pic>
      <p:sp>
        <p:nvSpPr>
          <p:cNvPr id="19" name="Google Shape;109;p19">
            <a:extLst>
              <a:ext uri="{FF2B5EF4-FFF2-40B4-BE49-F238E27FC236}">
                <a16:creationId xmlns:a16="http://schemas.microsoft.com/office/drawing/2014/main" id="{69E40EF9-DB30-6140-8E9F-9C8B602AE4F7}"/>
              </a:ext>
            </a:extLst>
          </p:cNvPr>
          <p:cNvSpPr/>
          <p:nvPr userDrawn="1"/>
        </p:nvSpPr>
        <p:spPr>
          <a:xfrm>
            <a:off x="9281760" y="6541678"/>
            <a:ext cx="1931040" cy="16421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1520">
              <a:lnSpc>
                <a:spcPct val="100000"/>
              </a:lnSpc>
              <a:tabLst>
                <a:tab pos="0" algn="l"/>
              </a:tabLst>
            </a:pPr>
            <a:r>
              <a:rPr lang="en" sz="1067" b="0" u="none" strike="noStrike">
                <a:uFillTx/>
                <a:latin typeface="Calibri"/>
                <a:ea typeface="Calibri"/>
              </a:rPr>
              <a:t>Tavant Proprietary &amp; Confidential</a:t>
            </a:r>
            <a:endParaRPr lang="en-IN" sz="1067" b="0" u="none" strike="noStrike">
              <a:uFillTx/>
              <a:latin typeface="Arial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CD5D0E8-40D8-854A-8D14-EB412DF3A66C}"/>
              </a:ext>
            </a:extLst>
          </p:cNvPr>
          <p:cNvSpPr txBox="1"/>
          <p:nvPr userDrawn="1"/>
        </p:nvSpPr>
        <p:spPr>
          <a:xfrm>
            <a:off x="11502039" y="6495512"/>
            <a:ext cx="349775" cy="256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954E5BDB-61AA-4049-AE86-82CC72DFC771}" type="slidenum">
              <a:rPr lang="en-US" sz="1067" smtClean="0">
                <a:solidFill>
                  <a:schemeClr val="bg1"/>
                </a:solidFill>
              </a:rPr>
              <a:t>‹#›</a:t>
            </a:fld>
            <a:endParaRPr lang="en-US" sz="1067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142563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83;p16">
            <a:extLst>
              <a:ext uri="{FF2B5EF4-FFF2-40B4-BE49-F238E27FC236}">
                <a16:creationId xmlns:a16="http://schemas.microsoft.com/office/drawing/2014/main" id="{B381CFA4-4653-A944-B576-D620472C2E58}"/>
              </a:ext>
            </a:extLst>
          </p:cNvPr>
          <p:cNvPicPr/>
          <p:nvPr userDrawn="1"/>
        </p:nvPicPr>
        <p:blipFill rotWithShape="1">
          <a:blip r:embed="rId2"/>
          <a:srcRect l="30311" t="8369" r="-25" b="-4"/>
          <a:stretch/>
        </p:blipFill>
        <p:spPr>
          <a:xfrm>
            <a:off x="3708087" y="44624"/>
            <a:ext cx="8499265" cy="6284044"/>
          </a:xfrm>
          <a:prstGeom prst="rect">
            <a:avLst/>
          </a:prstGeom>
          <a:ln w="0">
            <a:noFill/>
          </a:ln>
        </p:spPr>
      </p:pic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65EB5FE7-CCB9-C44F-B74B-E6046D6462F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9760" y="4077071"/>
            <a:ext cx="3278991" cy="1080121"/>
          </a:xfrm>
          <a:prstGeom prst="rect">
            <a:avLst/>
          </a:prstGeom>
        </p:spPr>
        <p:txBody>
          <a:bodyPr lIns="0" anchor="ctr"/>
          <a:lstStyle>
            <a:lvl1pPr marL="0" indent="0">
              <a:spcBef>
                <a:spcPts val="0"/>
              </a:spcBef>
              <a:buNone/>
              <a:defRPr sz="18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700" indent="0">
              <a:buNone/>
              <a:defRPr sz="18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236519" indent="0">
              <a:buNone/>
              <a:defRPr sz="1200"/>
            </a:lvl3pPr>
            <a:lvl4pPr marL="460339" indent="0">
              <a:buNone/>
              <a:defRPr sz="1200"/>
            </a:lvl4pPr>
            <a:lvl5pPr marL="696860" indent="0">
              <a:buNone/>
              <a:defRPr sz="1200"/>
            </a:lvl5pPr>
          </a:lstStyle>
          <a:p>
            <a:pPr>
              <a:lnSpc>
                <a:spcPct val="90000"/>
              </a:lnSpc>
              <a:tabLst>
                <a:tab pos="0" algn="l"/>
              </a:tabLst>
            </a:pPr>
            <a:r>
              <a:rPr lang="en" sz="1800" b="1" u="none" strike="noStrike">
                <a:solidFill>
                  <a:schemeClr val="lt1"/>
                </a:solidFill>
                <a:uFillTx/>
                <a:latin typeface="Calibri"/>
                <a:ea typeface="Calibri"/>
              </a:rPr>
              <a:t>Key Point</a:t>
            </a:r>
            <a:endParaRPr lang="en-IN" sz="18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499"/>
              </a:spcBef>
              <a:tabLst>
                <a:tab pos="0" algn="l"/>
              </a:tabLst>
            </a:pPr>
            <a:r>
              <a:rPr lang="en" sz="1800" b="0" u="none" strike="noStrike">
                <a:solidFill>
                  <a:schemeClr val="lt1"/>
                </a:solidFill>
                <a:uFillTx/>
                <a:latin typeface="Calibri"/>
                <a:ea typeface="Calibri"/>
              </a:rPr>
              <a:t>Second level</a:t>
            </a:r>
            <a:endParaRPr lang="en-IN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B1C49B2D-1F06-6446-9E44-A5B8EB350A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1675" y="2547758"/>
            <a:ext cx="3822117" cy="351705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>
              <a:defRPr sz="2400" b="1">
                <a:solidFill>
                  <a:srgbClr val="F77A3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" b="1">
                <a:solidFill>
                  <a:srgbClr val="E97132"/>
                </a:solidFill>
                <a:latin typeface="Calibri"/>
                <a:ea typeface="Calibri"/>
              </a:rPr>
              <a:t>THIS IS YOUR BREAKER SLIDE</a:t>
            </a:r>
            <a:endParaRPr lang="en-IN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" name="Google Shape;107;p19">
            <a:extLst>
              <a:ext uri="{FF2B5EF4-FFF2-40B4-BE49-F238E27FC236}">
                <a16:creationId xmlns:a16="http://schemas.microsoft.com/office/drawing/2014/main" id="{AB6DCF16-E5E8-9A44-972A-09C2C3281563}"/>
              </a:ext>
            </a:extLst>
          </p:cNvPr>
          <p:cNvPicPr/>
          <p:nvPr userDrawn="1"/>
        </p:nvPicPr>
        <p:blipFill>
          <a:blip r:embed="rId3"/>
          <a:stretch/>
        </p:blipFill>
        <p:spPr>
          <a:xfrm>
            <a:off x="-962" y="6362184"/>
            <a:ext cx="12191520" cy="523200"/>
          </a:xfrm>
          <a:prstGeom prst="rect">
            <a:avLst/>
          </a:prstGeom>
          <a:ln w="0">
            <a:noFill/>
          </a:ln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BC535D3A-CF20-774F-B198-D96775085F64}"/>
              </a:ext>
            </a:extLst>
          </p:cNvPr>
          <p:cNvSpPr/>
          <p:nvPr userDrawn="1"/>
        </p:nvSpPr>
        <p:spPr>
          <a:xfrm>
            <a:off x="11547063" y="641909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DE695A4-0722-884A-9867-163EB04712C5}"/>
              </a:ext>
            </a:extLst>
          </p:cNvPr>
          <p:cNvSpPr/>
          <p:nvPr userDrawn="1"/>
        </p:nvSpPr>
        <p:spPr>
          <a:xfrm>
            <a:off x="11547063" y="646557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pic>
        <p:nvPicPr>
          <p:cNvPr id="16" name="Google Shape;108;p19">
            <a:extLst>
              <a:ext uri="{FF2B5EF4-FFF2-40B4-BE49-F238E27FC236}">
                <a16:creationId xmlns:a16="http://schemas.microsoft.com/office/drawing/2014/main" id="{507B4404-D040-3648-B057-C7BE4CF7C06B}"/>
              </a:ext>
            </a:extLst>
          </p:cNvPr>
          <p:cNvPicPr/>
          <p:nvPr userDrawn="1"/>
        </p:nvPicPr>
        <p:blipFill>
          <a:blip r:embed="rId4" cstate="print"/>
          <a:stretch/>
        </p:blipFill>
        <p:spPr>
          <a:xfrm>
            <a:off x="389760" y="6451464"/>
            <a:ext cx="1264320" cy="344640"/>
          </a:xfrm>
          <a:prstGeom prst="rect">
            <a:avLst/>
          </a:prstGeom>
          <a:ln w="0">
            <a:noFill/>
          </a:ln>
        </p:spPr>
      </p:pic>
      <p:sp>
        <p:nvSpPr>
          <p:cNvPr id="17" name="Google Shape;109;p19">
            <a:extLst>
              <a:ext uri="{FF2B5EF4-FFF2-40B4-BE49-F238E27FC236}">
                <a16:creationId xmlns:a16="http://schemas.microsoft.com/office/drawing/2014/main" id="{6DF6A2E1-5B04-4B41-975E-0DEBB7A15DCD}"/>
              </a:ext>
            </a:extLst>
          </p:cNvPr>
          <p:cNvSpPr/>
          <p:nvPr userDrawn="1"/>
        </p:nvSpPr>
        <p:spPr>
          <a:xfrm>
            <a:off x="9281760" y="6541678"/>
            <a:ext cx="1931040" cy="16421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1520">
              <a:lnSpc>
                <a:spcPct val="100000"/>
              </a:lnSpc>
              <a:tabLst>
                <a:tab pos="0" algn="l"/>
              </a:tabLst>
            </a:pPr>
            <a:r>
              <a:rPr lang="en" sz="1067" b="0" u="none" strike="noStrike">
                <a:uFillTx/>
                <a:latin typeface="Calibri"/>
                <a:ea typeface="Calibri"/>
              </a:rPr>
              <a:t>Tavant Proprietary &amp; Confidential</a:t>
            </a:r>
            <a:endParaRPr lang="en-IN" sz="1067" b="0" u="none" strike="noStrike">
              <a:uFillTx/>
              <a:latin typeface="Arial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F84BF60-351B-2849-8434-CF84E3B9FAE6}"/>
              </a:ext>
            </a:extLst>
          </p:cNvPr>
          <p:cNvSpPr txBox="1"/>
          <p:nvPr userDrawn="1"/>
        </p:nvSpPr>
        <p:spPr>
          <a:xfrm>
            <a:off x="11502039" y="6495512"/>
            <a:ext cx="349775" cy="256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954E5BDB-61AA-4049-AE86-82CC72DFC771}" type="slidenum">
              <a:rPr lang="en-US" sz="1067" smtClean="0">
                <a:solidFill>
                  <a:schemeClr val="bg1"/>
                </a:solidFill>
              </a:rPr>
              <a:t>‹#›</a:t>
            </a:fld>
            <a:endParaRPr lang="en-US" sz="1067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2852846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">
    <p:bg>
      <p:bgPr>
        <a:solidFill>
          <a:srgbClr val="C02EB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91;p17">
            <a:extLst>
              <a:ext uri="{FF2B5EF4-FFF2-40B4-BE49-F238E27FC236}">
                <a16:creationId xmlns:a16="http://schemas.microsoft.com/office/drawing/2014/main" id="{35D49C55-7167-304C-AD2C-70FEB5FAACAA}"/>
              </a:ext>
            </a:extLst>
          </p:cNvPr>
          <p:cNvPicPr/>
          <p:nvPr userDrawn="1"/>
        </p:nvPicPr>
        <p:blipFill rotWithShape="1">
          <a:blip r:embed="rId2"/>
          <a:srcRect l="47635" t="1" b="7998"/>
          <a:stretch/>
        </p:blipFill>
        <p:spPr>
          <a:xfrm>
            <a:off x="5807968" y="15206"/>
            <a:ext cx="6384032" cy="6346978"/>
          </a:xfrm>
          <a:prstGeom prst="rect">
            <a:avLst/>
          </a:prstGeom>
          <a:ln w="0">
            <a:noFill/>
          </a:ln>
        </p:spPr>
      </p:pic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77D5A4B9-A9C5-FA43-99FC-A7B6A4B2D40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9760" y="4077071"/>
            <a:ext cx="3278991" cy="1080121"/>
          </a:xfrm>
          <a:prstGeom prst="rect">
            <a:avLst/>
          </a:prstGeom>
        </p:spPr>
        <p:txBody>
          <a:bodyPr lIns="0" anchor="ctr"/>
          <a:lstStyle>
            <a:lvl1pPr marL="0" indent="0">
              <a:spcBef>
                <a:spcPts val="0"/>
              </a:spcBef>
              <a:buNone/>
              <a:defRPr sz="18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700" indent="0">
              <a:buNone/>
              <a:defRPr sz="18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236519" indent="0">
              <a:buNone/>
              <a:defRPr sz="1200"/>
            </a:lvl3pPr>
            <a:lvl4pPr marL="460339" indent="0">
              <a:buNone/>
              <a:defRPr sz="1200"/>
            </a:lvl4pPr>
            <a:lvl5pPr marL="696860" indent="0">
              <a:buNone/>
              <a:defRPr sz="1200"/>
            </a:lvl5pPr>
          </a:lstStyle>
          <a:p>
            <a:pPr>
              <a:lnSpc>
                <a:spcPct val="90000"/>
              </a:lnSpc>
              <a:tabLst>
                <a:tab pos="0" algn="l"/>
              </a:tabLst>
            </a:pPr>
            <a:r>
              <a:rPr lang="en" sz="1800" b="1" u="none" strike="noStrike">
                <a:solidFill>
                  <a:schemeClr val="lt1"/>
                </a:solidFill>
                <a:uFillTx/>
                <a:latin typeface="Calibri"/>
                <a:ea typeface="Calibri"/>
              </a:rPr>
              <a:t>Key Point</a:t>
            </a:r>
            <a:endParaRPr lang="en-IN" sz="18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499"/>
              </a:spcBef>
              <a:tabLst>
                <a:tab pos="0" algn="l"/>
              </a:tabLst>
            </a:pPr>
            <a:r>
              <a:rPr lang="en" sz="1800" b="0" u="none" strike="noStrike">
                <a:solidFill>
                  <a:schemeClr val="lt1"/>
                </a:solidFill>
                <a:uFillTx/>
                <a:latin typeface="Calibri"/>
                <a:ea typeface="Calibri"/>
              </a:rPr>
              <a:t>Second level</a:t>
            </a:r>
            <a:endParaRPr lang="en-IN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C67D9DB5-F0AB-6F4F-A719-4311558201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1675" y="2547758"/>
            <a:ext cx="3822117" cy="351705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>
              <a:defRPr sz="24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" b="1">
                <a:solidFill>
                  <a:srgbClr val="E97132"/>
                </a:solidFill>
                <a:latin typeface="Calibri"/>
                <a:ea typeface="Calibri"/>
              </a:rPr>
              <a:t>THIS IS YOUR BREAKER SLIDE</a:t>
            </a:r>
            <a:endParaRPr lang="en-IN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" name="Google Shape;107;p19">
            <a:extLst>
              <a:ext uri="{FF2B5EF4-FFF2-40B4-BE49-F238E27FC236}">
                <a16:creationId xmlns:a16="http://schemas.microsoft.com/office/drawing/2014/main" id="{944BFAD9-2334-1346-B888-5F696A807799}"/>
              </a:ext>
            </a:extLst>
          </p:cNvPr>
          <p:cNvPicPr/>
          <p:nvPr userDrawn="1"/>
        </p:nvPicPr>
        <p:blipFill>
          <a:blip r:embed="rId3"/>
          <a:stretch/>
        </p:blipFill>
        <p:spPr>
          <a:xfrm>
            <a:off x="-962" y="6362184"/>
            <a:ext cx="12191520" cy="523200"/>
          </a:xfrm>
          <a:prstGeom prst="rect">
            <a:avLst/>
          </a:prstGeom>
          <a:ln w="0">
            <a:noFill/>
          </a:ln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2099A479-AEC7-F644-9220-522FC7942D9B}"/>
              </a:ext>
            </a:extLst>
          </p:cNvPr>
          <p:cNvSpPr/>
          <p:nvPr userDrawn="1"/>
        </p:nvSpPr>
        <p:spPr>
          <a:xfrm>
            <a:off x="11547063" y="641909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FB20322-E558-5E43-B90C-AEF722D49614}"/>
              </a:ext>
            </a:extLst>
          </p:cNvPr>
          <p:cNvSpPr/>
          <p:nvPr userDrawn="1"/>
        </p:nvSpPr>
        <p:spPr>
          <a:xfrm>
            <a:off x="11547063" y="646557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pic>
        <p:nvPicPr>
          <p:cNvPr id="11" name="Google Shape;108;p19">
            <a:extLst>
              <a:ext uri="{FF2B5EF4-FFF2-40B4-BE49-F238E27FC236}">
                <a16:creationId xmlns:a16="http://schemas.microsoft.com/office/drawing/2014/main" id="{1B7FDA51-D872-0B43-98E5-4F594F52EE32}"/>
              </a:ext>
            </a:extLst>
          </p:cNvPr>
          <p:cNvPicPr/>
          <p:nvPr userDrawn="1"/>
        </p:nvPicPr>
        <p:blipFill>
          <a:blip r:embed="rId4" cstate="print"/>
          <a:stretch/>
        </p:blipFill>
        <p:spPr>
          <a:xfrm>
            <a:off x="389760" y="6451464"/>
            <a:ext cx="1264320" cy="344640"/>
          </a:xfrm>
          <a:prstGeom prst="rect">
            <a:avLst/>
          </a:prstGeom>
          <a:ln w="0">
            <a:noFill/>
          </a:ln>
        </p:spPr>
      </p:pic>
      <p:sp>
        <p:nvSpPr>
          <p:cNvPr id="16" name="Google Shape;109;p19">
            <a:extLst>
              <a:ext uri="{FF2B5EF4-FFF2-40B4-BE49-F238E27FC236}">
                <a16:creationId xmlns:a16="http://schemas.microsoft.com/office/drawing/2014/main" id="{681AABB5-954B-414C-BF9F-30D40FA3C916}"/>
              </a:ext>
            </a:extLst>
          </p:cNvPr>
          <p:cNvSpPr/>
          <p:nvPr userDrawn="1"/>
        </p:nvSpPr>
        <p:spPr>
          <a:xfrm>
            <a:off x="9281760" y="6541678"/>
            <a:ext cx="1931040" cy="16421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1520">
              <a:lnSpc>
                <a:spcPct val="100000"/>
              </a:lnSpc>
              <a:tabLst>
                <a:tab pos="0" algn="l"/>
              </a:tabLst>
            </a:pPr>
            <a:r>
              <a:rPr lang="en" sz="1067" b="0" u="none" strike="noStrike">
                <a:uFillTx/>
                <a:latin typeface="Calibri"/>
                <a:ea typeface="Calibri"/>
              </a:rPr>
              <a:t>Tavant Proprietary &amp; Confidential</a:t>
            </a:r>
            <a:endParaRPr lang="en-IN" sz="1067" b="0" u="none" strike="noStrike">
              <a:uFillTx/>
              <a:latin typeface="Arial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CB00C47-20BD-6340-A196-D14A89156B6D}"/>
              </a:ext>
            </a:extLst>
          </p:cNvPr>
          <p:cNvSpPr txBox="1"/>
          <p:nvPr userDrawn="1"/>
        </p:nvSpPr>
        <p:spPr>
          <a:xfrm>
            <a:off x="11502039" y="6495512"/>
            <a:ext cx="349775" cy="256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954E5BDB-61AA-4049-AE86-82CC72DFC771}" type="slidenum">
              <a:rPr lang="en-US" sz="1067" smtClean="0">
                <a:solidFill>
                  <a:schemeClr val="bg1"/>
                </a:solidFill>
              </a:rPr>
              <a:t>‹#›</a:t>
            </a:fld>
            <a:endParaRPr lang="en-US" sz="1067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1608098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99;p18">
            <a:extLst>
              <a:ext uri="{FF2B5EF4-FFF2-40B4-BE49-F238E27FC236}">
                <a16:creationId xmlns:a16="http://schemas.microsoft.com/office/drawing/2014/main" id="{AE8165D1-6A41-0745-93BC-280B1045F69A}"/>
              </a:ext>
            </a:extLst>
          </p:cNvPr>
          <p:cNvPicPr/>
          <p:nvPr userDrawn="1"/>
        </p:nvPicPr>
        <p:blipFill rotWithShape="1">
          <a:blip r:embed="rId2"/>
          <a:srcRect l="37401" t="400" b="7598"/>
          <a:stretch/>
        </p:blipFill>
        <p:spPr>
          <a:xfrm>
            <a:off x="4559829" y="44624"/>
            <a:ext cx="7631691" cy="6309320"/>
          </a:xfrm>
          <a:prstGeom prst="rect">
            <a:avLst/>
          </a:prstGeom>
          <a:ln w="0">
            <a:noFill/>
          </a:ln>
        </p:spPr>
      </p:pic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56538A60-E6F3-9143-8645-0D9AA5BA989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9760" y="4077071"/>
            <a:ext cx="3278991" cy="1080121"/>
          </a:xfrm>
          <a:prstGeom prst="rect">
            <a:avLst/>
          </a:prstGeom>
        </p:spPr>
        <p:txBody>
          <a:bodyPr lIns="0" anchor="ctr"/>
          <a:lstStyle>
            <a:lvl1pPr marL="0" indent="0">
              <a:spcBef>
                <a:spcPts val="0"/>
              </a:spcBef>
              <a:buNone/>
              <a:defRPr sz="18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700" indent="0">
              <a:buNone/>
              <a:defRPr sz="18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236519" indent="0">
              <a:buNone/>
              <a:defRPr sz="1200"/>
            </a:lvl3pPr>
            <a:lvl4pPr marL="460339" indent="0">
              <a:buNone/>
              <a:defRPr sz="1200"/>
            </a:lvl4pPr>
            <a:lvl5pPr marL="696860" indent="0">
              <a:buNone/>
              <a:defRPr sz="1200"/>
            </a:lvl5pPr>
          </a:lstStyle>
          <a:p>
            <a:pPr>
              <a:lnSpc>
                <a:spcPct val="90000"/>
              </a:lnSpc>
              <a:tabLst>
                <a:tab pos="0" algn="l"/>
              </a:tabLst>
            </a:pPr>
            <a:r>
              <a:rPr lang="en" sz="1800" b="1" u="none" strike="noStrike">
                <a:solidFill>
                  <a:schemeClr val="lt1"/>
                </a:solidFill>
                <a:uFillTx/>
                <a:latin typeface="Calibri"/>
                <a:ea typeface="Calibri"/>
              </a:rPr>
              <a:t>Key Point</a:t>
            </a:r>
            <a:endParaRPr lang="en-IN" sz="18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499"/>
              </a:spcBef>
              <a:tabLst>
                <a:tab pos="0" algn="l"/>
              </a:tabLst>
            </a:pPr>
            <a:r>
              <a:rPr lang="en" sz="1800" b="0" u="none" strike="noStrike">
                <a:solidFill>
                  <a:schemeClr val="lt1"/>
                </a:solidFill>
                <a:uFillTx/>
                <a:latin typeface="Calibri"/>
                <a:ea typeface="Calibri"/>
              </a:rPr>
              <a:t>Second level</a:t>
            </a:r>
            <a:endParaRPr lang="en-IN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66B66383-C930-684D-8D09-57FA97B15F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1675" y="2547758"/>
            <a:ext cx="3822117" cy="351705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>
              <a:defRPr sz="2400" b="1">
                <a:solidFill>
                  <a:srgbClr val="F77A3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" b="1">
                <a:solidFill>
                  <a:srgbClr val="E97132"/>
                </a:solidFill>
                <a:latin typeface="Calibri"/>
                <a:ea typeface="Calibri"/>
              </a:rPr>
              <a:t>THIS IS YOUR BREAKER SLIDE</a:t>
            </a:r>
            <a:endParaRPr lang="en-IN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" name="Google Shape;107;p19">
            <a:extLst>
              <a:ext uri="{FF2B5EF4-FFF2-40B4-BE49-F238E27FC236}">
                <a16:creationId xmlns:a16="http://schemas.microsoft.com/office/drawing/2014/main" id="{70ED10F0-4513-E64B-A8D3-82356BB9DB24}"/>
              </a:ext>
            </a:extLst>
          </p:cNvPr>
          <p:cNvPicPr/>
          <p:nvPr userDrawn="1"/>
        </p:nvPicPr>
        <p:blipFill>
          <a:blip r:embed="rId3"/>
          <a:stretch/>
        </p:blipFill>
        <p:spPr>
          <a:xfrm>
            <a:off x="-962" y="6362184"/>
            <a:ext cx="12191520" cy="523200"/>
          </a:xfrm>
          <a:prstGeom prst="rect">
            <a:avLst/>
          </a:prstGeom>
          <a:ln w="0">
            <a:noFill/>
          </a:ln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8A9CCFE3-A867-0449-968B-656FFD43921B}"/>
              </a:ext>
            </a:extLst>
          </p:cNvPr>
          <p:cNvSpPr/>
          <p:nvPr userDrawn="1"/>
        </p:nvSpPr>
        <p:spPr>
          <a:xfrm>
            <a:off x="11547063" y="641909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1BB572C-6C47-0847-AF2E-EC37CFA7A30C}"/>
              </a:ext>
            </a:extLst>
          </p:cNvPr>
          <p:cNvSpPr/>
          <p:nvPr userDrawn="1"/>
        </p:nvSpPr>
        <p:spPr>
          <a:xfrm>
            <a:off x="11547063" y="646557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pic>
        <p:nvPicPr>
          <p:cNvPr id="16" name="Google Shape;108;p19">
            <a:extLst>
              <a:ext uri="{FF2B5EF4-FFF2-40B4-BE49-F238E27FC236}">
                <a16:creationId xmlns:a16="http://schemas.microsoft.com/office/drawing/2014/main" id="{9106C6C9-E867-314A-87F9-CFDFCD5DC70D}"/>
              </a:ext>
            </a:extLst>
          </p:cNvPr>
          <p:cNvPicPr/>
          <p:nvPr userDrawn="1"/>
        </p:nvPicPr>
        <p:blipFill>
          <a:blip r:embed="rId4" cstate="print"/>
          <a:stretch/>
        </p:blipFill>
        <p:spPr>
          <a:xfrm>
            <a:off x="389760" y="6451464"/>
            <a:ext cx="1264320" cy="344640"/>
          </a:xfrm>
          <a:prstGeom prst="rect">
            <a:avLst/>
          </a:prstGeom>
          <a:ln w="0">
            <a:noFill/>
          </a:ln>
        </p:spPr>
      </p:pic>
      <p:sp>
        <p:nvSpPr>
          <p:cNvPr id="17" name="Google Shape;109;p19">
            <a:extLst>
              <a:ext uri="{FF2B5EF4-FFF2-40B4-BE49-F238E27FC236}">
                <a16:creationId xmlns:a16="http://schemas.microsoft.com/office/drawing/2014/main" id="{23FE4224-B05B-4F4B-9ED8-B5C68EDA60F5}"/>
              </a:ext>
            </a:extLst>
          </p:cNvPr>
          <p:cNvSpPr/>
          <p:nvPr userDrawn="1"/>
        </p:nvSpPr>
        <p:spPr>
          <a:xfrm>
            <a:off x="9281760" y="6541678"/>
            <a:ext cx="1931040" cy="16421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1520">
              <a:lnSpc>
                <a:spcPct val="100000"/>
              </a:lnSpc>
              <a:tabLst>
                <a:tab pos="0" algn="l"/>
              </a:tabLst>
            </a:pPr>
            <a:r>
              <a:rPr lang="en" sz="1067" b="0" u="none" strike="noStrike">
                <a:uFillTx/>
                <a:latin typeface="Calibri"/>
                <a:ea typeface="Calibri"/>
              </a:rPr>
              <a:t>Tavant Proprietary &amp; Confidential</a:t>
            </a:r>
            <a:endParaRPr lang="en-IN" sz="1067" b="0" u="none" strike="noStrike">
              <a:uFillTx/>
              <a:latin typeface="Arial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F73A18E-4D1B-3E40-87C2-1D7900A2BDB8}"/>
              </a:ext>
            </a:extLst>
          </p:cNvPr>
          <p:cNvSpPr txBox="1"/>
          <p:nvPr userDrawn="1"/>
        </p:nvSpPr>
        <p:spPr>
          <a:xfrm>
            <a:off x="11502039" y="6495512"/>
            <a:ext cx="349775" cy="256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954E5BDB-61AA-4049-AE86-82CC72DFC771}" type="slidenum">
              <a:rPr lang="en-US" sz="1067" smtClean="0">
                <a:solidFill>
                  <a:schemeClr val="bg1"/>
                </a:solidFill>
              </a:rPr>
              <a:t>‹#›</a:t>
            </a:fld>
            <a:endParaRPr lang="en-US" sz="1067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928171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 + Content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Placeholder 1">
            <a:extLst>
              <a:ext uri="{FF2B5EF4-FFF2-40B4-BE49-F238E27FC236}">
                <a16:creationId xmlns:a16="http://schemas.microsoft.com/office/drawing/2014/main" id="{B7808001-0DB4-5547-9CFB-890621A6BD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7374" y="332656"/>
            <a:ext cx="11430286" cy="319012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>
              <a:defRPr sz="2400" b="1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b="1">
                <a:latin typeface="Calibri" panose="020F0502020204030204" pitchFamily="34" charset="0"/>
                <a:cs typeface="Calibri" panose="020F0502020204030204" pitchFamily="34" charset="0"/>
              </a:rPr>
              <a:t>THIS IS YOUR TITLE TRY TO KEEP TO ONE LINE OF MAXIMUM</a:t>
            </a:r>
            <a:endParaRPr lang="en-US" b="1" kern="0">
              <a:solidFill>
                <a:sysClr val="windowText" lastClr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FCDFD485-16C3-2142-95DD-EC4E7D4DBCF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7374" y="657764"/>
            <a:ext cx="11411019" cy="285132"/>
          </a:xfrm>
          <a:prstGeom prst="rect">
            <a:avLst/>
          </a:prstGeom>
        </p:spPr>
        <p:txBody>
          <a:bodyPr lIns="0" anchor="ctr" anchorCtr="0">
            <a:noAutofit/>
          </a:bodyPr>
          <a:lstStyle>
            <a:lvl1pPr marL="0" indent="0" defTabSz="914400">
              <a:spcBef>
                <a:spcPts val="0"/>
              </a:spcBef>
              <a:buFont typeface="Wingdings" charset="2"/>
              <a:buNone/>
              <a:defRPr sz="1800">
                <a:solidFill>
                  <a:srgbClr val="F77A3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700" indent="0">
              <a:buNone/>
              <a:defRPr sz="1800">
                <a:solidFill>
                  <a:schemeClr val="accent1"/>
                </a:solidFill>
              </a:defRPr>
            </a:lvl2pPr>
            <a:lvl3pPr>
              <a:defRPr sz="1800">
                <a:solidFill>
                  <a:schemeClr val="accent1"/>
                </a:solidFill>
              </a:defRPr>
            </a:lvl3pPr>
            <a:lvl4pPr>
              <a:defRPr sz="1800">
                <a:solidFill>
                  <a:schemeClr val="accent1"/>
                </a:solidFill>
              </a:defRPr>
            </a:lvl4pPr>
            <a:lvl5pPr>
              <a:defRPr sz="1800">
                <a:solidFill>
                  <a:schemeClr val="accent1"/>
                </a:solidFill>
              </a:defRPr>
            </a:lvl5pPr>
          </a:lstStyle>
          <a:p>
            <a:pPr marL="0" indent="0" defTabSz="914400">
              <a:spcBef>
                <a:spcPts val="0"/>
              </a:spcBef>
              <a:buFont typeface="Wingdings" charset="2"/>
              <a:buNone/>
            </a:pPr>
            <a:r>
              <a:rPr lang="en-US" sz="1800" kern="0">
                <a:solidFill>
                  <a:srgbClr val="F36F2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This is your optional subtitle Try to keep this to two lines of type maximum if used</a:t>
            </a:r>
          </a:p>
        </p:txBody>
      </p:sp>
      <p:pic>
        <p:nvPicPr>
          <p:cNvPr id="14" name="Google Shape;107;p19">
            <a:extLst>
              <a:ext uri="{FF2B5EF4-FFF2-40B4-BE49-F238E27FC236}">
                <a16:creationId xmlns:a16="http://schemas.microsoft.com/office/drawing/2014/main" id="{C078F8D0-7AEA-CF46-89A1-50DB60309410}"/>
              </a:ext>
            </a:extLst>
          </p:cNvPr>
          <p:cNvPicPr/>
          <p:nvPr userDrawn="1"/>
        </p:nvPicPr>
        <p:blipFill>
          <a:blip r:embed="rId2"/>
          <a:stretch/>
        </p:blipFill>
        <p:spPr>
          <a:xfrm>
            <a:off x="-962" y="6362184"/>
            <a:ext cx="12191520" cy="523200"/>
          </a:xfrm>
          <a:prstGeom prst="rect">
            <a:avLst/>
          </a:prstGeom>
          <a:ln w="0">
            <a:noFill/>
          </a:ln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AC244F20-8581-DC4D-85E1-F52AD2B02347}"/>
              </a:ext>
            </a:extLst>
          </p:cNvPr>
          <p:cNvSpPr/>
          <p:nvPr userDrawn="1"/>
        </p:nvSpPr>
        <p:spPr>
          <a:xfrm>
            <a:off x="11547063" y="641909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E19BDB9-AF73-E746-8F38-BABDD5BB1691}"/>
              </a:ext>
            </a:extLst>
          </p:cNvPr>
          <p:cNvSpPr/>
          <p:nvPr userDrawn="1"/>
        </p:nvSpPr>
        <p:spPr>
          <a:xfrm>
            <a:off x="11547063" y="646557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pic>
        <p:nvPicPr>
          <p:cNvPr id="10" name="Google Shape;108;p19">
            <a:extLst>
              <a:ext uri="{FF2B5EF4-FFF2-40B4-BE49-F238E27FC236}">
                <a16:creationId xmlns:a16="http://schemas.microsoft.com/office/drawing/2014/main" id="{561935EC-19A4-7C46-8D18-02367D6B9297}"/>
              </a:ext>
            </a:extLst>
          </p:cNvPr>
          <p:cNvPicPr/>
          <p:nvPr userDrawn="1"/>
        </p:nvPicPr>
        <p:blipFill>
          <a:blip r:embed="rId3" cstate="print"/>
          <a:stretch/>
        </p:blipFill>
        <p:spPr>
          <a:xfrm>
            <a:off x="275460" y="6451464"/>
            <a:ext cx="1264320" cy="344640"/>
          </a:xfrm>
          <a:prstGeom prst="rect">
            <a:avLst/>
          </a:prstGeom>
          <a:ln w="0">
            <a:noFill/>
          </a:ln>
        </p:spPr>
      </p:pic>
      <p:sp>
        <p:nvSpPr>
          <p:cNvPr id="11" name="Google Shape;109;p19">
            <a:extLst>
              <a:ext uri="{FF2B5EF4-FFF2-40B4-BE49-F238E27FC236}">
                <a16:creationId xmlns:a16="http://schemas.microsoft.com/office/drawing/2014/main" id="{1BDDB297-4717-4D4A-A9FF-8E1DA0472F7C}"/>
              </a:ext>
            </a:extLst>
          </p:cNvPr>
          <p:cNvSpPr/>
          <p:nvPr userDrawn="1"/>
        </p:nvSpPr>
        <p:spPr>
          <a:xfrm>
            <a:off x="9281760" y="6541678"/>
            <a:ext cx="1931040" cy="16421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1520">
              <a:lnSpc>
                <a:spcPct val="100000"/>
              </a:lnSpc>
              <a:tabLst>
                <a:tab pos="0" algn="l"/>
              </a:tabLst>
            </a:pPr>
            <a:r>
              <a:rPr lang="en" sz="1067" b="0" u="none" strike="noStrike">
                <a:uFillTx/>
                <a:latin typeface="Calibri"/>
                <a:ea typeface="Calibri"/>
              </a:rPr>
              <a:t>Tavant Proprietary &amp; Confidential</a:t>
            </a:r>
            <a:endParaRPr lang="en-IN" sz="1067" b="0" u="none" strike="noStrike">
              <a:uFillTx/>
              <a:latin typeface="Arial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4006B26-BA4E-E344-81EA-ABF972399762}"/>
              </a:ext>
            </a:extLst>
          </p:cNvPr>
          <p:cNvSpPr txBox="1"/>
          <p:nvPr userDrawn="1"/>
        </p:nvSpPr>
        <p:spPr>
          <a:xfrm>
            <a:off x="11502039" y="6495512"/>
            <a:ext cx="349775" cy="256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954E5BDB-61AA-4049-AE86-82CC72DFC771}" type="slidenum">
              <a:rPr lang="en-US" sz="1067" smtClean="0">
                <a:solidFill>
                  <a:schemeClr val="bg1"/>
                </a:solidFill>
              </a:rPr>
              <a:t>‹#›</a:t>
            </a:fld>
            <a:endParaRPr lang="en-US" sz="1067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1049730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447C2F5C-3901-8E43-802F-45CFFB00C7C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45620" y="3188070"/>
            <a:ext cx="5503089" cy="456954"/>
          </a:xfrm>
          <a:prstGeom prst="rect">
            <a:avLst/>
          </a:prstGeom>
        </p:spPr>
        <p:txBody>
          <a:bodyPr lIns="0" anchor="ctr" anchorCtr="0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800">
                <a:solidFill>
                  <a:srgbClr val="F77A3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700" indent="0">
              <a:buNone/>
              <a:defRPr sz="1800">
                <a:solidFill>
                  <a:schemeClr val="accent1"/>
                </a:solidFill>
              </a:defRPr>
            </a:lvl2pPr>
            <a:lvl3pPr>
              <a:defRPr sz="1800">
                <a:solidFill>
                  <a:schemeClr val="accent1"/>
                </a:solidFill>
              </a:defRPr>
            </a:lvl3pPr>
            <a:lvl4pPr>
              <a:defRPr sz="1800">
                <a:solidFill>
                  <a:schemeClr val="accent1"/>
                </a:solidFill>
              </a:defRPr>
            </a:lvl4pPr>
            <a:lvl5pPr>
              <a:defRPr sz="1800">
                <a:solidFill>
                  <a:schemeClr val="accent1"/>
                </a:solidFill>
              </a:defRPr>
            </a:lvl5pPr>
          </a:lstStyle>
          <a:p>
            <a:pPr>
              <a:lnSpc>
                <a:spcPct val="90000"/>
              </a:lnSpc>
              <a:tabLst>
                <a:tab pos="0" algn="l"/>
              </a:tabLst>
            </a:pPr>
            <a:r>
              <a:rPr lang="en-IN" sz="1800">
                <a:solidFill>
                  <a:srgbClr val="F36F26"/>
                </a:solidFill>
                <a:ea typeface="Calibri"/>
              </a:rPr>
              <a:t>This is your optional subtitle Try to keep this</a:t>
            </a:r>
            <a:br>
              <a:rPr lang="en-IN" sz="1800"/>
            </a:br>
            <a:r>
              <a:rPr lang="en-IN" sz="1800">
                <a:solidFill>
                  <a:srgbClr val="F36F26"/>
                </a:solidFill>
                <a:ea typeface="Calibri"/>
              </a:rPr>
              <a:t>to three lines of type maximum as well</a:t>
            </a:r>
            <a:endParaRPr lang="en-IN" sz="1800">
              <a:solidFill>
                <a:srgbClr val="000000"/>
              </a:solidFill>
            </a:endParaRP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C41B0FDA-65ED-6F45-8A82-DEAB865DDBE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5622" y="4005064"/>
            <a:ext cx="5503088" cy="360000"/>
          </a:xfrm>
          <a:prstGeom prst="rect">
            <a:avLst/>
          </a:prstGeom>
        </p:spPr>
        <p:txBody>
          <a:bodyPr lIns="0" anchor="ctr" anchorCtr="0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8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700" indent="0">
              <a:buNone/>
              <a:defRPr sz="1800">
                <a:solidFill>
                  <a:schemeClr val="accent1"/>
                </a:solidFill>
              </a:defRPr>
            </a:lvl2pPr>
            <a:lvl3pPr>
              <a:defRPr sz="1800">
                <a:solidFill>
                  <a:schemeClr val="accent1"/>
                </a:solidFill>
              </a:defRPr>
            </a:lvl3pPr>
            <a:lvl4pPr>
              <a:defRPr sz="1800">
                <a:solidFill>
                  <a:schemeClr val="accent1"/>
                </a:solidFill>
              </a:defRPr>
            </a:lvl4pPr>
            <a:lvl5pPr>
              <a:defRPr sz="1800">
                <a:solidFill>
                  <a:schemeClr val="accent1"/>
                </a:solidFill>
              </a:defRPr>
            </a:lvl5pPr>
          </a:lstStyle>
          <a:p>
            <a:pPr>
              <a:tabLst>
                <a:tab pos="0" algn="l"/>
              </a:tabLst>
            </a:pPr>
            <a:r>
              <a:rPr lang="en" sz="1800">
                <a:solidFill>
                  <a:schemeClr val="lt1"/>
                </a:solidFill>
                <a:latin typeface="Calibri"/>
                <a:ea typeface="Calibri"/>
              </a:rPr>
              <a:t>Date and Audience / Occasion is here</a:t>
            </a:r>
            <a:endParaRPr lang="en-IN" sz="180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Google Shape;61;p13">
            <a:extLst>
              <a:ext uri="{FF2B5EF4-FFF2-40B4-BE49-F238E27FC236}">
                <a16:creationId xmlns:a16="http://schemas.microsoft.com/office/drawing/2014/main" id="{86DDE0A7-8172-2247-8A48-64EA1BB8487E}"/>
              </a:ext>
            </a:extLst>
          </p:cNvPr>
          <p:cNvSpPr/>
          <p:nvPr userDrawn="1"/>
        </p:nvSpPr>
        <p:spPr>
          <a:xfrm>
            <a:off x="420950" y="6291386"/>
            <a:ext cx="6585905" cy="22576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>
              <a:tabLst>
                <a:tab pos="0" algn="l"/>
              </a:tabLst>
            </a:pPr>
            <a:r>
              <a:rPr lang="en" sz="1467">
                <a:solidFill>
                  <a:srgbClr val="F26F26"/>
                </a:solidFill>
                <a:latin typeface="Calibri"/>
                <a:ea typeface="Calibri"/>
              </a:rPr>
              <a:t>Unlocking the power of AI. Accelerating digital transformation.</a:t>
            </a:r>
            <a:endParaRPr lang="en-IN" sz="1467">
              <a:solidFill>
                <a:srgbClr val="F26F26"/>
              </a:solidFill>
              <a:latin typeface="Arial"/>
            </a:endParaRPr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E98FBFB4-D79F-0D4C-A016-616AB2970C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0951" y="1717739"/>
            <a:ext cx="5531033" cy="1351221"/>
          </a:xfrm>
          <a:prstGeom prst="rect">
            <a:avLst/>
          </a:prstGeom>
        </p:spPr>
        <p:txBody>
          <a:bodyPr vert="horz" lIns="0" tIns="90000" rIns="91440" bIns="45720" rtlCol="0" anchor="ctr">
            <a:noAutofit/>
          </a:bodyPr>
          <a:lstStyle>
            <a:lvl1pPr>
              <a:lnSpc>
                <a:spcPct val="100000"/>
              </a:lnSpc>
              <a:defRPr sz="3200" b="1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>
              <a:lnSpc>
                <a:spcPct val="90000"/>
              </a:lnSpc>
              <a:tabLst>
                <a:tab pos="0" algn="l"/>
              </a:tabLst>
            </a:pPr>
            <a:r>
              <a:rPr lang="en-IN" sz="3200" b="1">
                <a:solidFill>
                  <a:schemeClr val="lt1"/>
                </a:solidFill>
                <a:latin typeface="Calibri"/>
                <a:ea typeface="Calibri"/>
              </a:rPr>
              <a:t>THIS IS YOUR TITLE TRY TO</a:t>
            </a:r>
            <a:br>
              <a:rPr lang="en-IN" sz="3200"/>
            </a:br>
            <a:r>
              <a:rPr lang="en-IN" sz="3200" b="1">
                <a:solidFill>
                  <a:schemeClr val="lt1"/>
                </a:solidFill>
                <a:latin typeface="Calibri"/>
                <a:ea typeface="Calibri"/>
              </a:rPr>
              <a:t>KEEP TO THREE LINES OF</a:t>
            </a:r>
            <a:br>
              <a:rPr lang="en-IN" sz="3200"/>
            </a:br>
            <a:r>
              <a:rPr lang="en-IN" sz="3200" b="1">
                <a:solidFill>
                  <a:schemeClr val="lt1"/>
                </a:solidFill>
                <a:latin typeface="Calibri"/>
                <a:ea typeface="Calibri"/>
              </a:rPr>
              <a:t>TYPE MAXIMUM</a:t>
            </a:r>
            <a:endParaRPr lang="en-IN" sz="320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53551811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Placeholder 5">
            <a:extLst>
              <a:ext uri="{FF2B5EF4-FFF2-40B4-BE49-F238E27FC236}">
                <a16:creationId xmlns:a16="http://schemas.microsoft.com/office/drawing/2014/main" id="{69995F36-C8F9-8C40-86C0-763048FF54F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/>
          <a:stretch/>
        </p:blipFill>
        <p:spPr>
          <a:xfrm>
            <a:off x="0" y="0"/>
            <a:ext cx="12192000" cy="45257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63DC610-05F1-1A40-A503-D1A657921390}"/>
              </a:ext>
            </a:extLst>
          </p:cNvPr>
          <p:cNvSpPr/>
          <p:nvPr/>
        </p:nvSpPr>
        <p:spPr>
          <a:xfrm>
            <a:off x="1" y="4666150"/>
            <a:ext cx="12192000" cy="21918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bject 4">
            <a:extLst>
              <a:ext uri="{FF2B5EF4-FFF2-40B4-BE49-F238E27FC236}">
                <a16:creationId xmlns:a16="http://schemas.microsoft.com/office/drawing/2014/main" id="{2A0AEEF9-5500-F245-8FDD-D51686BCECAB}"/>
              </a:ext>
            </a:extLst>
          </p:cNvPr>
          <p:cNvSpPr txBox="1"/>
          <p:nvPr/>
        </p:nvSpPr>
        <p:spPr>
          <a:xfrm>
            <a:off x="5347049" y="6506742"/>
            <a:ext cx="1497900" cy="13304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8659" algn="ctr"/>
            <a:r>
              <a:rPr lang="en-US" sz="800">
                <a:solidFill>
                  <a:schemeClr val="bg1">
                    <a:lumMod val="75000"/>
                  </a:schemeClr>
                </a:solidFill>
                <a:latin typeface="Calibri regular"/>
                <a:ea typeface="Roboto Light" panose="02000000000000000000" pitchFamily="2" charset="0"/>
                <a:cs typeface="Futura Book"/>
              </a:rPr>
              <a:t>Tavant Proprietary &amp; Confidential</a:t>
            </a:r>
            <a:endParaRPr sz="800">
              <a:solidFill>
                <a:schemeClr val="bg1">
                  <a:lumMod val="75000"/>
                </a:schemeClr>
              </a:solidFill>
              <a:latin typeface="Calibri regular"/>
              <a:ea typeface="Roboto Light" panose="02000000000000000000" pitchFamily="2" charset="0"/>
              <a:cs typeface="Futura Book"/>
            </a:endParaRP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DCFAA974-D16F-CE46-9C8E-4D7FFAD579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312523" y="6142013"/>
            <a:ext cx="1566952" cy="245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6">
            <a:extLst>
              <a:ext uri="{FF2B5EF4-FFF2-40B4-BE49-F238E27FC236}">
                <a16:creationId xmlns:a16="http://schemas.microsoft.com/office/drawing/2014/main" id="{F028BFAE-8F73-D946-8FA9-63F6CECA7876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5943600" y="3283264"/>
            <a:ext cx="304800" cy="298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C2E9F7-82B0-D84C-9648-D2B88D345DAE}"/>
              </a:ext>
            </a:extLst>
          </p:cNvPr>
          <p:cNvSpPr txBox="1"/>
          <p:nvPr userDrawn="1"/>
        </p:nvSpPr>
        <p:spPr>
          <a:xfrm>
            <a:off x="3605561" y="4880152"/>
            <a:ext cx="52856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pc="600">
                <a:solidFill>
                  <a:schemeClr val="tx2"/>
                </a:solidFill>
              </a:rPr>
              <a:t>PEOPLE. PASSION. EXCELLENCE.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FAAF9DE-F5B8-994C-BCC9-63E8F1EE44AF}"/>
              </a:ext>
            </a:extLst>
          </p:cNvPr>
          <p:cNvSpPr txBox="1"/>
          <p:nvPr userDrawn="1"/>
        </p:nvSpPr>
        <p:spPr>
          <a:xfrm>
            <a:off x="1730837" y="5165866"/>
            <a:ext cx="9035166" cy="6176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200" spc="0">
                <a:solidFill>
                  <a:schemeClr val="tx2"/>
                </a:solidFill>
              </a:rPr>
              <a:t>Santa Clara </a:t>
            </a:r>
            <a:r>
              <a:rPr lang="en-US" sz="1200" spc="0">
                <a:solidFill>
                  <a:schemeClr val="accent1"/>
                </a:solidFill>
              </a:rPr>
              <a:t> |  </a:t>
            </a:r>
            <a:r>
              <a:rPr lang="en-US" sz="1200" spc="0">
                <a:solidFill>
                  <a:schemeClr val="tx2"/>
                </a:solidFill>
              </a:rPr>
              <a:t>Dallas </a:t>
            </a:r>
            <a:r>
              <a:rPr lang="en-US" sz="1200" spc="0">
                <a:solidFill>
                  <a:schemeClr val="accent1"/>
                </a:solidFill>
              </a:rPr>
              <a:t> |  </a:t>
            </a:r>
            <a:r>
              <a:rPr lang="en-US" sz="1200" spc="0">
                <a:solidFill>
                  <a:schemeClr val="tx2"/>
                </a:solidFill>
              </a:rPr>
              <a:t>New Jersey  </a:t>
            </a:r>
            <a:r>
              <a:rPr lang="en-US" sz="1200" spc="0">
                <a:solidFill>
                  <a:schemeClr val="accent1"/>
                </a:solidFill>
              </a:rPr>
              <a:t>|</a:t>
            </a:r>
            <a:r>
              <a:rPr lang="en-US" sz="1200" spc="0">
                <a:solidFill>
                  <a:schemeClr val="tx2"/>
                </a:solidFill>
              </a:rPr>
              <a:t>  Indianapolis  </a:t>
            </a:r>
            <a:r>
              <a:rPr lang="en-US" sz="1200" spc="0">
                <a:solidFill>
                  <a:schemeClr val="accent1"/>
                </a:solidFill>
              </a:rPr>
              <a:t>|</a:t>
            </a:r>
            <a:r>
              <a:rPr lang="en-US" sz="1200" spc="0">
                <a:solidFill>
                  <a:schemeClr val="tx2"/>
                </a:solidFill>
              </a:rPr>
              <a:t>  London  </a:t>
            </a:r>
            <a:r>
              <a:rPr lang="en-US" sz="1200" spc="0">
                <a:solidFill>
                  <a:schemeClr val="accent1"/>
                </a:solidFill>
              </a:rPr>
              <a:t>|</a:t>
            </a:r>
            <a:r>
              <a:rPr lang="en-US" sz="1200" spc="0">
                <a:solidFill>
                  <a:schemeClr val="tx2"/>
                </a:solidFill>
              </a:rPr>
              <a:t>  Bangalore  </a:t>
            </a:r>
            <a:r>
              <a:rPr lang="en-US" sz="1200" spc="0">
                <a:solidFill>
                  <a:schemeClr val="accent1"/>
                </a:solidFill>
              </a:rPr>
              <a:t>|</a:t>
            </a:r>
            <a:r>
              <a:rPr lang="en-US" sz="1200" spc="0">
                <a:solidFill>
                  <a:schemeClr val="tx2"/>
                </a:solidFill>
              </a:rPr>
              <a:t>  Hyderabad  </a:t>
            </a:r>
            <a:r>
              <a:rPr lang="en-US" sz="1200" spc="0">
                <a:solidFill>
                  <a:schemeClr val="accent1"/>
                </a:solidFill>
              </a:rPr>
              <a:t>|</a:t>
            </a:r>
            <a:r>
              <a:rPr lang="en-US" sz="1200" spc="0">
                <a:solidFill>
                  <a:schemeClr val="tx2"/>
                </a:solidFill>
              </a:rPr>
              <a:t>  Noida  </a:t>
            </a:r>
            <a:r>
              <a:rPr lang="en-US" sz="1200" spc="0">
                <a:solidFill>
                  <a:schemeClr val="accent1"/>
                </a:solidFill>
              </a:rPr>
              <a:t>|</a:t>
            </a:r>
            <a:r>
              <a:rPr lang="en-US" sz="1200" spc="0">
                <a:solidFill>
                  <a:schemeClr val="tx2"/>
                </a:solidFill>
              </a:rPr>
              <a:t>  Kolkata  </a:t>
            </a:r>
            <a:r>
              <a:rPr lang="en-US" sz="1200" spc="0">
                <a:solidFill>
                  <a:schemeClr val="accent1"/>
                </a:solidFill>
              </a:rPr>
              <a:t>|</a:t>
            </a:r>
            <a:r>
              <a:rPr lang="en-US" sz="1200" spc="0">
                <a:solidFill>
                  <a:schemeClr val="tx2"/>
                </a:solidFill>
              </a:rPr>
              <a:t>  Sydney  </a:t>
            </a:r>
            <a:r>
              <a:rPr lang="en-US" sz="1200" spc="0">
                <a:solidFill>
                  <a:schemeClr val="accent1"/>
                </a:solidFill>
              </a:rPr>
              <a:t>|</a:t>
            </a:r>
            <a:r>
              <a:rPr lang="en-US" sz="1200" spc="0">
                <a:solidFill>
                  <a:schemeClr val="tx2"/>
                </a:solidFill>
              </a:rPr>
              <a:t>  Tokyo  </a:t>
            </a:r>
            <a:r>
              <a:rPr lang="en-US" sz="1200" spc="0">
                <a:solidFill>
                  <a:schemeClr val="accent1"/>
                </a:solidFill>
              </a:rPr>
              <a:t>|</a:t>
            </a:r>
            <a:r>
              <a:rPr lang="en-US" sz="1200" spc="0">
                <a:solidFill>
                  <a:schemeClr val="tx2"/>
                </a:solidFill>
              </a:rPr>
              <a:t>  Colombia</a:t>
            </a:r>
          </a:p>
          <a:p>
            <a:pPr algn="ctr">
              <a:lnSpc>
                <a:spcPct val="150000"/>
              </a:lnSpc>
            </a:pPr>
            <a:r>
              <a:rPr lang="en-US" sz="1200" spc="0">
                <a:solidFill>
                  <a:schemeClr val="tx2"/>
                </a:solidFill>
              </a:rPr>
              <a:t>Tel: 866-9-TAVANT  |  Email: hello@Tavant.com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642F175-3F90-314E-858E-F9E7DEE81B54}"/>
              </a:ext>
            </a:extLst>
          </p:cNvPr>
          <p:cNvSpPr/>
          <p:nvPr userDrawn="1"/>
        </p:nvSpPr>
        <p:spPr>
          <a:xfrm>
            <a:off x="0" y="1480626"/>
            <a:ext cx="5773272" cy="1510086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0" dist="254000" dir="5400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pPr>
              <a:lnSpc>
                <a:spcPct val="130000"/>
              </a:lnSpc>
            </a:pPr>
            <a:endParaRPr lang="en-US" sz="1000">
              <a:solidFill>
                <a:srgbClr val="FFFFFF">
                  <a:alpha val="70000"/>
                </a:srgbClr>
              </a:solidFill>
            </a:endParaRPr>
          </a:p>
        </p:txBody>
      </p:sp>
      <p:sp>
        <p:nvSpPr>
          <p:cNvPr id="14" name="Title 3">
            <a:extLst>
              <a:ext uri="{FF2B5EF4-FFF2-40B4-BE49-F238E27FC236}">
                <a16:creationId xmlns:a16="http://schemas.microsoft.com/office/drawing/2014/main" id="{011A3DF2-9804-824B-9470-089F8E7E57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3" y="1480625"/>
            <a:ext cx="5773275" cy="1510086"/>
          </a:xfrm>
          <a:solidFill>
            <a:schemeClr val="accent1"/>
          </a:solidFill>
        </p:spPr>
        <p:txBody>
          <a:bodyPr anchor="ctr"/>
          <a:lstStyle>
            <a:lvl1pPr algn="ctr">
              <a:lnSpc>
                <a:spcPct val="100000"/>
              </a:lnSpc>
              <a:defRPr sz="7200">
                <a:solidFill>
                  <a:schemeClr val="bg1"/>
                </a:solidFill>
              </a:defRPr>
            </a:lvl1pPr>
          </a:lstStyle>
          <a:p>
            <a:r>
              <a:rPr lang="en-US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876221401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Image + Content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Placeholder 1">
            <a:extLst>
              <a:ext uri="{FF2B5EF4-FFF2-40B4-BE49-F238E27FC236}">
                <a16:creationId xmlns:a16="http://schemas.microsoft.com/office/drawing/2014/main" id="{B7808001-0DB4-5547-9CFB-890621A6BD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7374" y="332656"/>
            <a:ext cx="11430286" cy="319012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>
              <a:defRPr sz="2400" b="1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b="1">
                <a:latin typeface="Calibri" panose="020F0502020204030204" pitchFamily="34" charset="0"/>
                <a:cs typeface="Calibri" panose="020F0502020204030204" pitchFamily="34" charset="0"/>
              </a:rPr>
              <a:t>THIS IS YOUR TITLE TRY TO KEEP TO ONE LINE OF MAXIMUM</a:t>
            </a:r>
            <a:endParaRPr lang="en-US" b="1" kern="0">
              <a:solidFill>
                <a:sysClr val="windowText" lastClr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FCDFD485-16C3-2142-95DD-EC4E7D4DBCF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7374" y="657764"/>
            <a:ext cx="11411019" cy="285132"/>
          </a:xfrm>
          <a:prstGeom prst="rect">
            <a:avLst/>
          </a:prstGeom>
        </p:spPr>
        <p:txBody>
          <a:bodyPr lIns="0" anchor="ctr" anchorCtr="0">
            <a:noAutofit/>
          </a:bodyPr>
          <a:lstStyle>
            <a:lvl1pPr marL="0" indent="0" defTabSz="914400">
              <a:spcBef>
                <a:spcPts val="0"/>
              </a:spcBef>
              <a:buFont typeface="Wingdings" charset="2"/>
              <a:buNone/>
              <a:defRPr sz="1800">
                <a:solidFill>
                  <a:srgbClr val="F77A3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700" indent="0">
              <a:buNone/>
              <a:defRPr sz="1800">
                <a:solidFill>
                  <a:schemeClr val="accent1"/>
                </a:solidFill>
              </a:defRPr>
            </a:lvl2pPr>
            <a:lvl3pPr>
              <a:defRPr sz="1800">
                <a:solidFill>
                  <a:schemeClr val="accent1"/>
                </a:solidFill>
              </a:defRPr>
            </a:lvl3pPr>
            <a:lvl4pPr>
              <a:defRPr sz="1800">
                <a:solidFill>
                  <a:schemeClr val="accent1"/>
                </a:solidFill>
              </a:defRPr>
            </a:lvl4pPr>
            <a:lvl5pPr>
              <a:defRPr sz="1800">
                <a:solidFill>
                  <a:schemeClr val="accent1"/>
                </a:solidFill>
              </a:defRPr>
            </a:lvl5pPr>
          </a:lstStyle>
          <a:p>
            <a:pPr marL="0" indent="0" defTabSz="914400">
              <a:spcBef>
                <a:spcPts val="0"/>
              </a:spcBef>
              <a:buFont typeface="Wingdings" charset="2"/>
              <a:buNone/>
            </a:pPr>
            <a:r>
              <a:rPr lang="en-US" sz="1800" kern="0">
                <a:solidFill>
                  <a:srgbClr val="F36F2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This is your optional subtitle Try to keep this to two lines of type maximum if used</a:t>
            </a:r>
          </a:p>
        </p:txBody>
      </p:sp>
      <p:pic>
        <p:nvPicPr>
          <p:cNvPr id="14" name="Google Shape;107;p19">
            <a:extLst>
              <a:ext uri="{FF2B5EF4-FFF2-40B4-BE49-F238E27FC236}">
                <a16:creationId xmlns:a16="http://schemas.microsoft.com/office/drawing/2014/main" id="{C078F8D0-7AEA-CF46-89A1-50DB60309410}"/>
              </a:ext>
            </a:extLst>
          </p:cNvPr>
          <p:cNvPicPr/>
          <p:nvPr userDrawn="1"/>
        </p:nvPicPr>
        <p:blipFill>
          <a:blip r:embed="rId2"/>
          <a:stretch/>
        </p:blipFill>
        <p:spPr>
          <a:xfrm>
            <a:off x="-962" y="6362184"/>
            <a:ext cx="12191520" cy="523200"/>
          </a:xfrm>
          <a:prstGeom prst="rect">
            <a:avLst/>
          </a:prstGeom>
          <a:ln w="0">
            <a:noFill/>
          </a:ln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AC244F20-8581-DC4D-85E1-F52AD2B02347}"/>
              </a:ext>
            </a:extLst>
          </p:cNvPr>
          <p:cNvSpPr/>
          <p:nvPr userDrawn="1"/>
        </p:nvSpPr>
        <p:spPr>
          <a:xfrm>
            <a:off x="11547063" y="641909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E19BDB9-AF73-E746-8F38-BABDD5BB1691}"/>
              </a:ext>
            </a:extLst>
          </p:cNvPr>
          <p:cNvSpPr/>
          <p:nvPr userDrawn="1"/>
        </p:nvSpPr>
        <p:spPr>
          <a:xfrm>
            <a:off x="11547063" y="646557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pic>
        <p:nvPicPr>
          <p:cNvPr id="10" name="Google Shape;108;p19">
            <a:extLst>
              <a:ext uri="{FF2B5EF4-FFF2-40B4-BE49-F238E27FC236}">
                <a16:creationId xmlns:a16="http://schemas.microsoft.com/office/drawing/2014/main" id="{561935EC-19A4-7C46-8D18-02367D6B9297}"/>
              </a:ext>
            </a:extLst>
          </p:cNvPr>
          <p:cNvPicPr/>
          <p:nvPr userDrawn="1"/>
        </p:nvPicPr>
        <p:blipFill>
          <a:blip r:embed="rId3" cstate="print"/>
          <a:stretch/>
        </p:blipFill>
        <p:spPr>
          <a:xfrm>
            <a:off x="389760" y="6451464"/>
            <a:ext cx="1264320" cy="344640"/>
          </a:xfrm>
          <a:prstGeom prst="rect">
            <a:avLst/>
          </a:prstGeom>
          <a:ln w="0">
            <a:noFill/>
          </a:ln>
        </p:spPr>
      </p:pic>
      <p:sp>
        <p:nvSpPr>
          <p:cNvPr id="11" name="Google Shape;109;p19">
            <a:extLst>
              <a:ext uri="{FF2B5EF4-FFF2-40B4-BE49-F238E27FC236}">
                <a16:creationId xmlns:a16="http://schemas.microsoft.com/office/drawing/2014/main" id="{1BDDB297-4717-4D4A-A9FF-8E1DA0472F7C}"/>
              </a:ext>
            </a:extLst>
          </p:cNvPr>
          <p:cNvSpPr/>
          <p:nvPr userDrawn="1"/>
        </p:nvSpPr>
        <p:spPr>
          <a:xfrm>
            <a:off x="9281760" y="6541678"/>
            <a:ext cx="1931040" cy="16421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1520">
              <a:lnSpc>
                <a:spcPct val="100000"/>
              </a:lnSpc>
              <a:tabLst>
                <a:tab pos="0" algn="l"/>
              </a:tabLst>
            </a:pPr>
            <a:r>
              <a:rPr lang="en" sz="1067" b="0" u="none" strike="noStrike">
                <a:uFillTx/>
                <a:latin typeface="Calibri"/>
                <a:ea typeface="Calibri"/>
              </a:rPr>
              <a:t>Tavant Proprietary &amp; Confidential</a:t>
            </a:r>
            <a:endParaRPr lang="en-IN" sz="1067" b="0" u="none" strike="noStrike">
              <a:uFillTx/>
              <a:latin typeface="Arial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4006B26-BA4E-E344-81EA-ABF972399762}"/>
              </a:ext>
            </a:extLst>
          </p:cNvPr>
          <p:cNvSpPr txBox="1"/>
          <p:nvPr userDrawn="1"/>
        </p:nvSpPr>
        <p:spPr>
          <a:xfrm>
            <a:off x="11502039" y="6495512"/>
            <a:ext cx="349775" cy="256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954E5BDB-61AA-4049-AE86-82CC72DFC771}" type="slidenum">
              <a:rPr lang="en-US" sz="1067" smtClean="0">
                <a:solidFill>
                  <a:schemeClr val="bg1"/>
                </a:solidFill>
              </a:rPr>
              <a:t>‹#›</a:t>
            </a:fld>
            <a:endParaRPr lang="en-US" sz="1067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265740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67;p14">
            <a:extLst>
              <a:ext uri="{FF2B5EF4-FFF2-40B4-BE49-F238E27FC236}">
                <a16:creationId xmlns:a16="http://schemas.microsoft.com/office/drawing/2014/main" id="{E6A9D285-AC01-0A48-9ED5-D15C52AEEC82}"/>
              </a:ext>
            </a:extLst>
          </p:cNvPr>
          <p:cNvPicPr/>
          <p:nvPr userDrawn="1"/>
        </p:nvPicPr>
        <p:blipFill rotWithShape="1">
          <a:blip r:embed="rId2"/>
          <a:srcRect l="36895" t="4218" r="10891" b="1924"/>
          <a:stretch/>
        </p:blipFill>
        <p:spPr>
          <a:xfrm>
            <a:off x="6847680" y="0"/>
            <a:ext cx="5343840" cy="6381328"/>
          </a:xfrm>
          <a:prstGeom prst="rect">
            <a:avLst/>
          </a:prstGeom>
          <a:ln w="0">
            <a:noFill/>
          </a:ln>
        </p:spPr>
      </p:pic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267A270E-5CF5-B446-81CA-84AAFF7D774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0525" y="2132558"/>
            <a:ext cx="5566203" cy="3168650"/>
          </a:xfrm>
        </p:spPr>
        <p:txBody>
          <a:bodyPr lIns="0" tIns="180000" rIns="0" bIns="0"/>
          <a:lstStyle>
            <a:lvl1pPr marL="0" indent="0">
              <a:lnSpc>
                <a:spcPct val="0"/>
              </a:lnSpc>
              <a:spcBef>
                <a:spcPts val="0"/>
              </a:spcBef>
              <a:buNone/>
              <a:defRPr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>
              <a:lnSpc>
                <a:spcPct val="130000"/>
              </a:lnSpc>
              <a:tabLst>
                <a:tab pos="0" algn="l"/>
              </a:tabLst>
            </a:pPr>
            <a:r>
              <a:rPr lang="en" sz="1800">
                <a:solidFill>
                  <a:srgbClr val="222222"/>
                </a:solidFill>
                <a:highlight>
                  <a:srgbClr val="FFFFFF"/>
                </a:highlight>
                <a:latin typeface="Calibri"/>
                <a:ea typeface="Calibri"/>
              </a:rPr>
              <a:t>1. First Talking Point</a:t>
            </a:r>
            <a:endParaRPr lang="en-IN" sz="180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30000"/>
              </a:lnSpc>
              <a:tabLst>
                <a:tab pos="0" algn="l"/>
              </a:tabLst>
            </a:pPr>
            <a:r>
              <a:rPr lang="en" sz="1800">
                <a:solidFill>
                  <a:srgbClr val="222222"/>
                </a:solidFill>
                <a:highlight>
                  <a:srgbClr val="FFFFFF"/>
                </a:highlight>
                <a:latin typeface="Calibri"/>
                <a:ea typeface="Calibri"/>
              </a:rPr>
              <a:t>2. Second Talking Point</a:t>
            </a:r>
            <a:endParaRPr lang="en-IN" sz="180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30000"/>
              </a:lnSpc>
              <a:tabLst>
                <a:tab pos="0" algn="l"/>
              </a:tabLst>
            </a:pPr>
            <a:r>
              <a:rPr lang="en" sz="1800">
                <a:solidFill>
                  <a:srgbClr val="222222"/>
                </a:solidFill>
                <a:highlight>
                  <a:srgbClr val="FFFFFF"/>
                </a:highlight>
                <a:latin typeface="Calibri"/>
                <a:ea typeface="Calibri"/>
              </a:rPr>
              <a:t>3. Third Talking Point</a:t>
            </a:r>
            <a:endParaRPr lang="en-IN" sz="180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30000"/>
              </a:lnSpc>
              <a:tabLst>
                <a:tab pos="0" algn="l"/>
              </a:tabLst>
            </a:pPr>
            <a:r>
              <a:rPr lang="en" sz="1800">
                <a:solidFill>
                  <a:srgbClr val="222222"/>
                </a:solidFill>
                <a:highlight>
                  <a:srgbClr val="FFFFFF"/>
                </a:highlight>
                <a:latin typeface="Calibri"/>
                <a:ea typeface="Calibri"/>
              </a:rPr>
              <a:t>4. Fourth Talking Point</a:t>
            </a:r>
            <a:endParaRPr lang="en-IN" sz="180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30000"/>
              </a:lnSpc>
              <a:tabLst>
                <a:tab pos="0" algn="l"/>
              </a:tabLst>
            </a:pPr>
            <a:r>
              <a:rPr lang="en" sz="1800">
                <a:solidFill>
                  <a:srgbClr val="222222"/>
                </a:solidFill>
                <a:highlight>
                  <a:srgbClr val="FFFFFF"/>
                </a:highlight>
                <a:latin typeface="Calibri"/>
                <a:ea typeface="Calibri"/>
              </a:rPr>
              <a:t>5. Fifth Talking Point</a:t>
            </a:r>
            <a:endParaRPr lang="en-IN" sz="180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30000"/>
              </a:lnSpc>
              <a:tabLst>
                <a:tab pos="0" algn="l"/>
              </a:tabLst>
            </a:pPr>
            <a:r>
              <a:rPr lang="en" sz="1800">
                <a:solidFill>
                  <a:srgbClr val="222222"/>
                </a:solidFill>
                <a:highlight>
                  <a:srgbClr val="FFFFFF"/>
                </a:highlight>
                <a:latin typeface="Calibri"/>
                <a:ea typeface="Calibri"/>
              </a:rPr>
              <a:t>6. Sixth Talking Point</a:t>
            </a:r>
            <a:endParaRPr lang="en-IN" sz="180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691B7F3C-1377-9B4D-AC92-DF000674ED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0240" y="453894"/>
            <a:ext cx="5555053" cy="454826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>
              <a:defRPr sz="1800" b="1">
                <a:solidFill>
                  <a:srgbClr val="F77A3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AGENDA/CONTENT</a:t>
            </a:r>
          </a:p>
        </p:txBody>
      </p:sp>
      <p:pic>
        <p:nvPicPr>
          <p:cNvPr id="8" name="Google Shape;107;p19">
            <a:extLst>
              <a:ext uri="{FF2B5EF4-FFF2-40B4-BE49-F238E27FC236}">
                <a16:creationId xmlns:a16="http://schemas.microsoft.com/office/drawing/2014/main" id="{AF09A263-E116-F942-B813-BD510B65529A}"/>
              </a:ext>
            </a:extLst>
          </p:cNvPr>
          <p:cNvPicPr/>
          <p:nvPr userDrawn="1"/>
        </p:nvPicPr>
        <p:blipFill>
          <a:blip r:embed="rId3"/>
          <a:stretch/>
        </p:blipFill>
        <p:spPr>
          <a:xfrm>
            <a:off x="-962" y="6362184"/>
            <a:ext cx="12191520" cy="523200"/>
          </a:xfrm>
          <a:prstGeom prst="rect">
            <a:avLst/>
          </a:prstGeom>
          <a:ln w="0">
            <a:noFill/>
          </a:ln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5A084A1-1D27-1746-A49D-20885F4DA973}"/>
              </a:ext>
            </a:extLst>
          </p:cNvPr>
          <p:cNvSpPr/>
          <p:nvPr userDrawn="1"/>
        </p:nvSpPr>
        <p:spPr>
          <a:xfrm>
            <a:off x="11547063" y="641909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F0E6BC4-5989-3540-A275-8AC8C18B1401}"/>
              </a:ext>
            </a:extLst>
          </p:cNvPr>
          <p:cNvSpPr/>
          <p:nvPr userDrawn="1"/>
        </p:nvSpPr>
        <p:spPr>
          <a:xfrm>
            <a:off x="11547063" y="646557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pic>
        <p:nvPicPr>
          <p:cNvPr id="15" name="Google Shape;108;p19">
            <a:extLst>
              <a:ext uri="{FF2B5EF4-FFF2-40B4-BE49-F238E27FC236}">
                <a16:creationId xmlns:a16="http://schemas.microsoft.com/office/drawing/2014/main" id="{2D9167F2-BD98-FC40-84A3-1C2DA01693F7}"/>
              </a:ext>
            </a:extLst>
          </p:cNvPr>
          <p:cNvPicPr/>
          <p:nvPr userDrawn="1"/>
        </p:nvPicPr>
        <p:blipFill>
          <a:blip r:embed="rId4" cstate="print"/>
          <a:stretch/>
        </p:blipFill>
        <p:spPr>
          <a:xfrm>
            <a:off x="278446" y="6451464"/>
            <a:ext cx="1264320" cy="344640"/>
          </a:xfrm>
          <a:prstGeom prst="rect">
            <a:avLst/>
          </a:prstGeom>
          <a:ln w="0">
            <a:noFill/>
          </a:ln>
        </p:spPr>
      </p:pic>
      <p:sp>
        <p:nvSpPr>
          <p:cNvPr id="16" name="Google Shape;109;p19">
            <a:extLst>
              <a:ext uri="{FF2B5EF4-FFF2-40B4-BE49-F238E27FC236}">
                <a16:creationId xmlns:a16="http://schemas.microsoft.com/office/drawing/2014/main" id="{C7C763FC-A806-0D43-B0FF-240738C10088}"/>
              </a:ext>
            </a:extLst>
          </p:cNvPr>
          <p:cNvSpPr/>
          <p:nvPr userDrawn="1"/>
        </p:nvSpPr>
        <p:spPr>
          <a:xfrm>
            <a:off x="9281760" y="6541678"/>
            <a:ext cx="1931040" cy="16421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1520">
              <a:lnSpc>
                <a:spcPct val="100000"/>
              </a:lnSpc>
              <a:tabLst>
                <a:tab pos="0" algn="l"/>
              </a:tabLst>
            </a:pPr>
            <a:r>
              <a:rPr lang="en" sz="1067" b="0" u="none" strike="noStrike">
                <a:uFillTx/>
                <a:latin typeface="Calibri"/>
                <a:ea typeface="Calibri"/>
              </a:rPr>
              <a:t>Tavant Proprietary &amp; Confidential</a:t>
            </a:r>
            <a:endParaRPr lang="en-IN" sz="1067" b="0" u="none" strike="noStrike">
              <a:uFillTx/>
              <a:latin typeface="Arial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C50F2C6-582D-6542-8CB6-12C59C872F41}"/>
              </a:ext>
            </a:extLst>
          </p:cNvPr>
          <p:cNvSpPr txBox="1"/>
          <p:nvPr userDrawn="1"/>
        </p:nvSpPr>
        <p:spPr>
          <a:xfrm>
            <a:off x="11502039" y="6495512"/>
            <a:ext cx="349775" cy="256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954E5BDB-61AA-4049-AE86-82CC72DFC771}" type="slidenum">
              <a:rPr lang="en-US" sz="1067" smtClean="0">
                <a:solidFill>
                  <a:schemeClr val="bg1"/>
                </a:solidFill>
              </a:rPr>
              <a:t>‹#›</a:t>
            </a:fld>
            <a:endParaRPr lang="en-US" sz="1067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5808740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389C89B3-BF86-B546-8000-EB53625B8D7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8826" t="4629" r="24184" b="36391"/>
          <a:stretch/>
        </p:blipFill>
        <p:spPr>
          <a:xfrm>
            <a:off x="932689" y="0"/>
            <a:ext cx="11259310" cy="68580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805743D5-D835-3A43-9A81-9267331DF0E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bg1">
                  <a:alpha val="8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bject 4">
            <a:extLst>
              <a:ext uri="{FF2B5EF4-FFF2-40B4-BE49-F238E27FC236}">
                <a16:creationId xmlns:a16="http://schemas.microsoft.com/office/drawing/2014/main" id="{2A0AEEF9-5500-F245-8FDD-D51686BCECAB}"/>
              </a:ext>
            </a:extLst>
          </p:cNvPr>
          <p:cNvSpPr txBox="1"/>
          <p:nvPr/>
        </p:nvSpPr>
        <p:spPr>
          <a:xfrm>
            <a:off x="10190895" y="6503768"/>
            <a:ext cx="1497900" cy="13602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8659" algn="r"/>
            <a:r>
              <a:rPr lang="en-US" sz="800">
                <a:solidFill>
                  <a:schemeClr val="bg1">
                    <a:lumMod val="75000"/>
                  </a:schemeClr>
                </a:solidFill>
                <a:latin typeface="Calibri regular"/>
                <a:ea typeface="Roboto Light" panose="02000000000000000000" pitchFamily="2" charset="0"/>
                <a:cs typeface="Futura Book"/>
              </a:rPr>
              <a:t>Tavant &amp; Customer Confidential</a:t>
            </a: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DCFAA974-D16F-CE46-9C8E-4D7FFAD579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39541" y="6465237"/>
            <a:ext cx="1229868" cy="196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37F1B782-BC10-7840-8ADD-D2112445CD33}"/>
              </a:ext>
            </a:extLst>
          </p:cNvPr>
          <p:cNvSpPr/>
          <p:nvPr/>
        </p:nvSpPr>
        <p:spPr>
          <a:xfrm>
            <a:off x="11757660" y="6465237"/>
            <a:ext cx="194799" cy="194799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800"/>
          </a:p>
        </p:txBody>
      </p:sp>
      <p:pic>
        <p:nvPicPr>
          <p:cNvPr id="16" name="Picture 15" descr="Shape&#10;&#10;Description automatically generated with low confidence">
            <a:extLst>
              <a:ext uri="{FF2B5EF4-FFF2-40B4-BE49-F238E27FC236}">
                <a16:creationId xmlns:a16="http://schemas.microsoft.com/office/drawing/2014/main" id="{46577264-DEDF-4041-8B6B-92EDABBB407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809514" y="1"/>
            <a:ext cx="1382485" cy="119367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10E5335-8E26-3546-B8B7-6C7EDE42B619}"/>
              </a:ext>
            </a:extLst>
          </p:cNvPr>
          <p:cNvSpPr txBox="1"/>
          <p:nvPr userDrawn="1"/>
        </p:nvSpPr>
        <p:spPr>
          <a:xfrm>
            <a:off x="11701812" y="6454914"/>
            <a:ext cx="30649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954E5BDB-61AA-4049-AE86-82CC72DFC771}" type="slidenum">
              <a:rPr lang="en-US" sz="800" smtClean="0">
                <a:solidFill>
                  <a:schemeClr val="bg1"/>
                </a:solidFill>
              </a:rPr>
              <a:t>‹#›</a:t>
            </a:fld>
            <a:endParaRPr lang="en-US" sz="8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5534208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A8175B4-B0A1-8E4C-9ADC-8108B220BCF9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335360" y="260648"/>
            <a:ext cx="11383555" cy="333164"/>
          </a:xfrm>
          <a:prstGeom prst="rect">
            <a:avLst/>
          </a:prstGeom>
        </p:spPr>
        <p:txBody>
          <a:bodyPr lIns="0" tIns="0">
            <a:noAutofit/>
          </a:bodyPr>
          <a:lstStyle>
            <a:lvl1pPr>
              <a:defRPr sz="2400" b="1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E132D21-2BF3-BF4C-95BB-0A386F8F05E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5360" y="668808"/>
            <a:ext cx="11383555" cy="333164"/>
          </a:xfrm>
          <a:prstGeom prst="rect">
            <a:avLst/>
          </a:prstGeom>
        </p:spPr>
        <p:txBody>
          <a:bodyPr lIns="0" tIns="0" bIns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rgbClr val="F26F2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1E58123-BF95-B34D-8A45-05DD8DDDD819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335360" y="1664143"/>
            <a:ext cx="11383555" cy="4472693"/>
          </a:xfrm>
          <a:prstGeom prst="rect">
            <a:avLst/>
          </a:prstGeom>
        </p:spPr>
        <p:txBody>
          <a:bodyPr lIns="0" tIns="0" bIns="0">
            <a:normAutofit/>
          </a:bodyPr>
          <a:lstStyle>
            <a:lvl1pPr marL="0" indent="0">
              <a:buClr>
                <a:srgbClr val="FF8909"/>
              </a:buClr>
              <a:buFont typeface="Wingdings" panose="05000000000000000000" pitchFamily="2" charset="2"/>
              <a:buNone/>
              <a:defRPr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09555" indent="-243823">
              <a:buClr>
                <a:srgbClr val="FF8909"/>
              </a:buClr>
              <a:buFont typeface="Calibri" panose="020F0502020204030204" pitchFamily="34" charset="0"/>
              <a:buChar char="‒"/>
              <a:defRPr sz="1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975288" indent="-243823">
              <a:buClr>
                <a:srgbClr val="FF8909"/>
              </a:buClr>
              <a:buFontTx/>
              <a:buChar char="•"/>
              <a:defRPr sz="1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9" name="Google Shape;107;p19">
            <a:extLst>
              <a:ext uri="{FF2B5EF4-FFF2-40B4-BE49-F238E27FC236}">
                <a16:creationId xmlns:a16="http://schemas.microsoft.com/office/drawing/2014/main" id="{213C53E5-C91F-CD44-878C-B09F6974E14C}"/>
              </a:ext>
            </a:extLst>
          </p:cNvPr>
          <p:cNvPicPr/>
          <p:nvPr userDrawn="1"/>
        </p:nvPicPr>
        <p:blipFill>
          <a:blip r:embed="rId2"/>
          <a:stretch/>
        </p:blipFill>
        <p:spPr>
          <a:xfrm>
            <a:off x="-962" y="6362184"/>
            <a:ext cx="12191520" cy="523200"/>
          </a:xfrm>
          <a:prstGeom prst="rect">
            <a:avLst/>
          </a:prstGeom>
          <a:ln w="0">
            <a:noFill/>
          </a:ln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ECE24BBE-2885-2C45-A303-11AA689ECFEE}"/>
              </a:ext>
            </a:extLst>
          </p:cNvPr>
          <p:cNvSpPr/>
          <p:nvPr userDrawn="1"/>
        </p:nvSpPr>
        <p:spPr>
          <a:xfrm>
            <a:off x="11547063" y="641909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B56C73B-A8B1-EF49-8144-71B1B1ADA243}"/>
              </a:ext>
            </a:extLst>
          </p:cNvPr>
          <p:cNvSpPr/>
          <p:nvPr userDrawn="1"/>
        </p:nvSpPr>
        <p:spPr>
          <a:xfrm>
            <a:off x="11547063" y="646557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pic>
        <p:nvPicPr>
          <p:cNvPr id="15" name="Google Shape;108;p19">
            <a:extLst>
              <a:ext uri="{FF2B5EF4-FFF2-40B4-BE49-F238E27FC236}">
                <a16:creationId xmlns:a16="http://schemas.microsoft.com/office/drawing/2014/main" id="{ABEB4626-18A8-6641-A582-6E835B51DB41}"/>
              </a:ext>
            </a:extLst>
          </p:cNvPr>
          <p:cNvPicPr/>
          <p:nvPr userDrawn="1"/>
        </p:nvPicPr>
        <p:blipFill>
          <a:blip r:embed="rId3" cstate="print"/>
          <a:stretch/>
        </p:blipFill>
        <p:spPr>
          <a:xfrm>
            <a:off x="389760" y="6451464"/>
            <a:ext cx="1264320" cy="344640"/>
          </a:xfrm>
          <a:prstGeom prst="rect">
            <a:avLst/>
          </a:prstGeom>
          <a:ln w="0">
            <a:noFill/>
          </a:ln>
        </p:spPr>
      </p:pic>
      <p:sp>
        <p:nvSpPr>
          <p:cNvPr id="16" name="Google Shape;109;p19">
            <a:extLst>
              <a:ext uri="{FF2B5EF4-FFF2-40B4-BE49-F238E27FC236}">
                <a16:creationId xmlns:a16="http://schemas.microsoft.com/office/drawing/2014/main" id="{116D6D37-8788-E24E-9AB0-E44A76DFD35A}"/>
              </a:ext>
            </a:extLst>
          </p:cNvPr>
          <p:cNvSpPr/>
          <p:nvPr userDrawn="1"/>
        </p:nvSpPr>
        <p:spPr>
          <a:xfrm>
            <a:off x="9281760" y="6541678"/>
            <a:ext cx="1931040" cy="16421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1520">
              <a:lnSpc>
                <a:spcPct val="100000"/>
              </a:lnSpc>
              <a:tabLst>
                <a:tab pos="0" algn="l"/>
              </a:tabLst>
            </a:pPr>
            <a:r>
              <a:rPr lang="en" sz="1067" b="0" u="none" strike="noStrike">
                <a:uFillTx/>
                <a:latin typeface="Calibri"/>
                <a:ea typeface="Calibri"/>
              </a:rPr>
              <a:t>Tavant Proprietary &amp; Confidential</a:t>
            </a:r>
            <a:endParaRPr lang="en-IN" sz="1067" b="0" u="none" strike="noStrike">
              <a:uFillTx/>
              <a:latin typeface="Arial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AD5AB1C-DA6F-804A-A610-9708A0D8F985}"/>
              </a:ext>
            </a:extLst>
          </p:cNvPr>
          <p:cNvSpPr txBox="1"/>
          <p:nvPr userDrawn="1"/>
        </p:nvSpPr>
        <p:spPr>
          <a:xfrm>
            <a:off x="11502039" y="6495512"/>
            <a:ext cx="349775" cy="256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954E5BDB-61AA-4049-AE86-82CC72DFC771}" type="slidenum">
              <a:rPr lang="en-US" sz="1067" smtClean="0">
                <a:solidFill>
                  <a:schemeClr val="bg1"/>
                </a:solidFill>
              </a:rPr>
              <a:t>‹#›</a:t>
            </a:fld>
            <a:endParaRPr lang="en-US" sz="1067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4398033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E9009571-8498-3D4A-BE82-7B54A44C8F82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335360" y="260648"/>
            <a:ext cx="11383555" cy="333164"/>
          </a:xfrm>
          <a:prstGeom prst="rect">
            <a:avLst/>
          </a:prstGeom>
        </p:spPr>
        <p:txBody>
          <a:bodyPr lIns="0" tIns="0">
            <a:noAutofit/>
          </a:bodyPr>
          <a:lstStyle>
            <a:lvl1pPr>
              <a:defRPr sz="2400" b="1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1FAC67B3-B3AC-2C49-A7EE-4F99720A93E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5360" y="668808"/>
            <a:ext cx="11383555" cy="333164"/>
          </a:xfrm>
          <a:prstGeom prst="rect">
            <a:avLst/>
          </a:prstGeom>
        </p:spPr>
        <p:txBody>
          <a:bodyPr lIns="0" tIns="0" bIns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rgbClr val="F26F2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en-US"/>
          </a:p>
        </p:txBody>
      </p:sp>
      <p:pic>
        <p:nvPicPr>
          <p:cNvPr id="12" name="Google Shape;107;p19">
            <a:extLst>
              <a:ext uri="{FF2B5EF4-FFF2-40B4-BE49-F238E27FC236}">
                <a16:creationId xmlns:a16="http://schemas.microsoft.com/office/drawing/2014/main" id="{35954514-D604-9145-A7A5-8DACEAF8CB92}"/>
              </a:ext>
            </a:extLst>
          </p:cNvPr>
          <p:cNvPicPr/>
          <p:nvPr userDrawn="1"/>
        </p:nvPicPr>
        <p:blipFill>
          <a:blip r:embed="rId2"/>
          <a:stretch/>
        </p:blipFill>
        <p:spPr>
          <a:xfrm>
            <a:off x="-962" y="6362184"/>
            <a:ext cx="12191520" cy="523200"/>
          </a:xfrm>
          <a:prstGeom prst="rect">
            <a:avLst/>
          </a:prstGeom>
          <a:ln w="0">
            <a:noFill/>
          </a:ln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71FAEC16-91A6-274A-B7E4-0C98F9CC9FCA}"/>
              </a:ext>
            </a:extLst>
          </p:cNvPr>
          <p:cNvSpPr/>
          <p:nvPr userDrawn="1"/>
        </p:nvSpPr>
        <p:spPr>
          <a:xfrm>
            <a:off x="11547063" y="641909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ACF2598-3F78-7349-8838-AFBE16094473}"/>
              </a:ext>
            </a:extLst>
          </p:cNvPr>
          <p:cNvSpPr/>
          <p:nvPr userDrawn="1"/>
        </p:nvSpPr>
        <p:spPr>
          <a:xfrm>
            <a:off x="11547063" y="646557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pic>
        <p:nvPicPr>
          <p:cNvPr id="10" name="Google Shape;108;p19">
            <a:extLst>
              <a:ext uri="{FF2B5EF4-FFF2-40B4-BE49-F238E27FC236}">
                <a16:creationId xmlns:a16="http://schemas.microsoft.com/office/drawing/2014/main" id="{CF1053C7-5A1A-FE44-B1C4-41C0C8416640}"/>
              </a:ext>
            </a:extLst>
          </p:cNvPr>
          <p:cNvPicPr/>
          <p:nvPr userDrawn="1"/>
        </p:nvPicPr>
        <p:blipFill>
          <a:blip r:embed="rId3" cstate="print"/>
          <a:stretch/>
        </p:blipFill>
        <p:spPr>
          <a:xfrm>
            <a:off x="389760" y="6451464"/>
            <a:ext cx="1264320" cy="344640"/>
          </a:xfrm>
          <a:prstGeom prst="rect">
            <a:avLst/>
          </a:prstGeom>
          <a:ln w="0">
            <a:noFill/>
          </a:ln>
        </p:spPr>
      </p:pic>
      <p:sp>
        <p:nvSpPr>
          <p:cNvPr id="11" name="Google Shape;109;p19">
            <a:extLst>
              <a:ext uri="{FF2B5EF4-FFF2-40B4-BE49-F238E27FC236}">
                <a16:creationId xmlns:a16="http://schemas.microsoft.com/office/drawing/2014/main" id="{D28BA6A4-E7F5-A34B-9B8F-FF09907D32CB}"/>
              </a:ext>
            </a:extLst>
          </p:cNvPr>
          <p:cNvSpPr/>
          <p:nvPr userDrawn="1"/>
        </p:nvSpPr>
        <p:spPr>
          <a:xfrm>
            <a:off x="9281760" y="6541678"/>
            <a:ext cx="1931040" cy="16421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1520">
              <a:lnSpc>
                <a:spcPct val="100000"/>
              </a:lnSpc>
              <a:tabLst>
                <a:tab pos="0" algn="l"/>
              </a:tabLst>
            </a:pPr>
            <a:r>
              <a:rPr lang="en" sz="1067" b="0" u="none" strike="noStrike">
                <a:uFillTx/>
                <a:latin typeface="Calibri"/>
                <a:ea typeface="Calibri"/>
              </a:rPr>
              <a:t>Tavant Proprietary &amp; Confidential</a:t>
            </a:r>
            <a:endParaRPr lang="en-IN" sz="1067" b="0" u="none" strike="noStrike">
              <a:uFillTx/>
              <a:latin typeface="Arial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1923CF6-9A22-A146-AB30-0D75E5E235EE}"/>
              </a:ext>
            </a:extLst>
          </p:cNvPr>
          <p:cNvSpPr txBox="1"/>
          <p:nvPr userDrawn="1"/>
        </p:nvSpPr>
        <p:spPr>
          <a:xfrm>
            <a:off x="11502039" y="6495512"/>
            <a:ext cx="349775" cy="256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954E5BDB-61AA-4049-AE86-82CC72DFC771}" type="slidenum">
              <a:rPr lang="en-US" sz="1067" smtClean="0">
                <a:solidFill>
                  <a:schemeClr val="bg1"/>
                </a:solidFill>
              </a:rPr>
              <a:t>‹#›</a:t>
            </a:fld>
            <a:endParaRPr lang="en-US" sz="1067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0032228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 + Content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ntent Placeholder 3">
            <a:extLst>
              <a:ext uri="{FF2B5EF4-FFF2-40B4-BE49-F238E27FC236}">
                <a16:creationId xmlns:a16="http://schemas.microsoft.com/office/drawing/2014/main" id="{5D6B0907-E4D7-E343-9730-796268C870F3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335360" y="1484785"/>
            <a:ext cx="11383555" cy="4652052"/>
          </a:xfrm>
          <a:prstGeom prst="rect">
            <a:avLst/>
          </a:prstGeom>
        </p:spPr>
        <p:txBody>
          <a:bodyPr lIns="0" tIns="0" rIns="36000">
            <a:normAutofit/>
          </a:bodyPr>
          <a:lstStyle>
            <a:lvl1pPr marL="0" indent="0">
              <a:buClr>
                <a:srgbClr val="FF8909"/>
              </a:buClr>
              <a:buFont typeface="Wingdings" panose="05000000000000000000" pitchFamily="2" charset="2"/>
              <a:buNone/>
              <a:defRPr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09555" indent="-243823">
              <a:buClr>
                <a:srgbClr val="FF8909"/>
              </a:buClr>
              <a:buFont typeface="Calibri" panose="020F0502020204030204" pitchFamily="34" charset="0"/>
              <a:buChar char="‒"/>
              <a:defRPr sz="14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975288" indent="-243823">
              <a:buClr>
                <a:srgbClr val="FF8909"/>
              </a:buClr>
              <a:buFontTx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132A7047-A763-6244-B864-736B0A00DEF5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335360" y="260648"/>
            <a:ext cx="11383555" cy="335259"/>
          </a:xfrm>
          <a:prstGeom prst="rect">
            <a:avLst/>
          </a:prstGeom>
        </p:spPr>
        <p:txBody>
          <a:bodyPr lIns="0" tIns="0" rIns="0">
            <a:noAutofit/>
          </a:bodyPr>
          <a:lstStyle>
            <a:lvl1pPr>
              <a:defRPr sz="2400" b="1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3D2D10E6-70A3-004A-989B-E78BB3A049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5360" y="680202"/>
            <a:ext cx="11383555" cy="300526"/>
          </a:xfrm>
          <a:prstGeom prst="rect">
            <a:avLst/>
          </a:prstGeom>
        </p:spPr>
        <p:txBody>
          <a:bodyPr lIns="0" tIns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rgbClr val="F26F2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919516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 + Content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DD6C10C3-E074-0C49-8450-832F751BA67D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335360" y="1500473"/>
            <a:ext cx="5565841" cy="4578580"/>
          </a:xfrm>
          <a:prstGeom prst="rect">
            <a:avLst/>
          </a:prstGeom>
        </p:spPr>
        <p:txBody>
          <a:bodyPr lIns="0" tIns="0">
            <a:normAutofit/>
          </a:bodyPr>
          <a:lstStyle>
            <a:lvl1pPr marL="0" indent="0">
              <a:spcBef>
                <a:spcPts val="0"/>
              </a:spcBef>
              <a:buClr>
                <a:srgbClr val="FF8909"/>
              </a:buClr>
              <a:buFont typeface="Wingdings" panose="05000000000000000000" pitchFamily="2" charset="2"/>
              <a:buNone/>
              <a:defRPr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00" indent="-182880">
              <a:buClr>
                <a:srgbClr val="FF8909"/>
              </a:buClr>
              <a:buFont typeface="Calibri" panose="020F0502020204030204" pitchFamily="34" charset="0"/>
              <a:buChar char="‒"/>
              <a:defRPr sz="1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731520" indent="-182880">
              <a:buClr>
                <a:srgbClr val="FF8909"/>
              </a:buClr>
              <a:buFontTx/>
              <a:buChar char="•"/>
              <a:defRPr sz="1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D675E4F0-B60C-714D-B3A8-CA1446E74ECA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6246221" y="1510580"/>
            <a:ext cx="5511444" cy="4578580"/>
          </a:xfrm>
          <a:prstGeom prst="rect">
            <a:avLst/>
          </a:prstGeom>
        </p:spPr>
        <p:txBody>
          <a:bodyPr lIns="0" tIns="0">
            <a:normAutofit/>
          </a:bodyPr>
          <a:lstStyle>
            <a:lvl1pPr marL="0" indent="0">
              <a:spcBef>
                <a:spcPts val="0"/>
              </a:spcBef>
              <a:buClr>
                <a:srgbClr val="FF8909"/>
              </a:buClr>
              <a:buFont typeface="Wingdings" panose="05000000000000000000" pitchFamily="2" charset="2"/>
              <a:buNone/>
              <a:defRPr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00" indent="-182880">
              <a:buClr>
                <a:srgbClr val="FF8909"/>
              </a:buClr>
              <a:defRPr lang="en-US" sz="1400" kern="1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731520" indent="-182880">
              <a:buClr>
                <a:srgbClr val="FF8909"/>
              </a:buClr>
              <a:buFontTx/>
              <a:buChar char="•"/>
              <a:defRPr sz="1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</a:lstStyle>
          <a:p>
            <a:pPr lvl="0"/>
            <a:r>
              <a:rPr lang="en-US"/>
              <a:t>Edit Master text styles</a:t>
            </a:r>
          </a:p>
          <a:p>
            <a:pPr marL="457200" lvl="1" indent="-18288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8909"/>
              </a:buClr>
              <a:buFont typeface="Calibri" panose="020F0502020204030204" pitchFamily="34" charset="0"/>
              <a:buChar char="‒"/>
              <a:tabLst/>
            </a:pPr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9272955C-418C-024E-9C4A-296A4F29BC93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335360" y="250935"/>
            <a:ext cx="11383555" cy="304403"/>
          </a:xfrm>
          <a:prstGeom prst="rect">
            <a:avLst/>
          </a:prstGeom>
        </p:spPr>
        <p:txBody>
          <a:bodyPr lIns="0" tIns="0" rIns="0" bIns="36000">
            <a:noAutofit/>
          </a:bodyPr>
          <a:lstStyle>
            <a:lvl1pPr>
              <a:defRPr sz="2400" b="1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E2681BE2-72B9-EB48-8FCC-68773198BE6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5360" y="673212"/>
            <a:ext cx="11383555" cy="275745"/>
          </a:xfrm>
          <a:prstGeom prst="rect">
            <a:avLst/>
          </a:prstGeom>
        </p:spPr>
        <p:txBody>
          <a:bodyPr lIns="0" tIns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rgbClr val="F26F2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en-US"/>
          </a:p>
        </p:txBody>
      </p:sp>
      <p:pic>
        <p:nvPicPr>
          <p:cNvPr id="33" name="Google Shape;107;p19">
            <a:extLst>
              <a:ext uri="{FF2B5EF4-FFF2-40B4-BE49-F238E27FC236}">
                <a16:creationId xmlns:a16="http://schemas.microsoft.com/office/drawing/2014/main" id="{CDD4B035-DA6B-AB43-9D6A-6E502F460B32}"/>
              </a:ext>
            </a:extLst>
          </p:cNvPr>
          <p:cNvPicPr/>
          <p:nvPr userDrawn="1"/>
        </p:nvPicPr>
        <p:blipFill>
          <a:blip r:embed="rId2"/>
          <a:stretch/>
        </p:blipFill>
        <p:spPr>
          <a:xfrm>
            <a:off x="-962" y="6362184"/>
            <a:ext cx="12191520" cy="523200"/>
          </a:xfrm>
          <a:prstGeom prst="rect">
            <a:avLst/>
          </a:prstGeom>
          <a:ln w="0">
            <a:noFill/>
          </a:ln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E5FA71EE-576C-2545-A2BF-E933B0C2CF83}"/>
              </a:ext>
            </a:extLst>
          </p:cNvPr>
          <p:cNvSpPr/>
          <p:nvPr userDrawn="1"/>
        </p:nvSpPr>
        <p:spPr>
          <a:xfrm>
            <a:off x="11547063" y="641909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C1011FA-2316-5548-B2E0-CB4CB1F6F4BC}"/>
              </a:ext>
            </a:extLst>
          </p:cNvPr>
          <p:cNvSpPr/>
          <p:nvPr userDrawn="1"/>
        </p:nvSpPr>
        <p:spPr>
          <a:xfrm>
            <a:off x="11547063" y="646557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pic>
        <p:nvPicPr>
          <p:cNvPr id="12" name="Google Shape;108;p19">
            <a:extLst>
              <a:ext uri="{FF2B5EF4-FFF2-40B4-BE49-F238E27FC236}">
                <a16:creationId xmlns:a16="http://schemas.microsoft.com/office/drawing/2014/main" id="{369DC527-CF70-6647-84D0-22F2BE08459D}"/>
              </a:ext>
            </a:extLst>
          </p:cNvPr>
          <p:cNvPicPr/>
          <p:nvPr userDrawn="1"/>
        </p:nvPicPr>
        <p:blipFill>
          <a:blip r:embed="rId3" cstate="print"/>
          <a:stretch/>
        </p:blipFill>
        <p:spPr>
          <a:xfrm>
            <a:off x="389760" y="6451464"/>
            <a:ext cx="1264320" cy="344640"/>
          </a:xfrm>
          <a:prstGeom prst="rect">
            <a:avLst/>
          </a:prstGeom>
          <a:ln w="0">
            <a:noFill/>
          </a:ln>
        </p:spPr>
      </p:pic>
      <p:sp>
        <p:nvSpPr>
          <p:cNvPr id="13" name="Google Shape;109;p19">
            <a:extLst>
              <a:ext uri="{FF2B5EF4-FFF2-40B4-BE49-F238E27FC236}">
                <a16:creationId xmlns:a16="http://schemas.microsoft.com/office/drawing/2014/main" id="{5B04739F-92C3-824A-814C-C81A30748DB2}"/>
              </a:ext>
            </a:extLst>
          </p:cNvPr>
          <p:cNvSpPr/>
          <p:nvPr userDrawn="1"/>
        </p:nvSpPr>
        <p:spPr>
          <a:xfrm>
            <a:off x="9281760" y="6541678"/>
            <a:ext cx="1931040" cy="16421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1520">
              <a:lnSpc>
                <a:spcPct val="100000"/>
              </a:lnSpc>
              <a:tabLst>
                <a:tab pos="0" algn="l"/>
              </a:tabLst>
            </a:pPr>
            <a:r>
              <a:rPr lang="en" sz="1067" b="0" u="none" strike="noStrike">
                <a:uFillTx/>
                <a:latin typeface="Calibri"/>
                <a:ea typeface="Calibri"/>
              </a:rPr>
              <a:t>Tavant Proprietary &amp; Confidential</a:t>
            </a:r>
            <a:endParaRPr lang="en-IN" sz="1067" b="0" u="none" strike="noStrike">
              <a:uFillTx/>
              <a:latin typeface="Arial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AC0BC45-100A-D94A-B3C0-FD7DDACB300F}"/>
              </a:ext>
            </a:extLst>
          </p:cNvPr>
          <p:cNvSpPr txBox="1"/>
          <p:nvPr userDrawn="1"/>
        </p:nvSpPr>
        <p:spPr>
          <a:xfrm>
            <a:off x="11502039" y="6495512"/>
            <a:ext cx="349775" cy="256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954E5BDB-61AA-4049-AE86-82CC72DFC771}" type="slidenum">
              <a:rPr lang="en-US" sz="1067" smtClean="0">
                <a:solidFill>
                  <a:schemeClr val="bg1"/>
                </a:solidFill>
              </a:rPr>
              <a:t>‹#›</a:t>
            </a:fld>
            <a:endParaRPr lang="en-US" sz="1067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4674659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7F1A68EF-78CF-514A-AF50-78A6EDDF25E6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906245" y="1544167"/>
            <a:ext cx="2630659" cy="907489"/>
          </a:xfrm>
          <a:prstGeom prst="rect">
            <a:avLst/>
          </a:prstGeom>
          <a:solidFill>
            <a:schemeClr val="bg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Insert picture here</a:t>
            </a:r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172CE4D9-BFA0-DB46-95E1-45F4236C627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39539" y="1841755"/>
            <a:ext cx="3344164" cy="3344164"/>
          </a:xfrm>
          <a:prstGeom prst="ellipse">
            <a:avLst/>
          </a:prstGeom>
          <a:solidFill>
            <a:schemeClr val="tx2"/>
          </a:solidFill>
        </p:spPr>
        <p:txBody>
          <a:bodyPr lIns="0" anchor="ctr"/>
          <a:lstStyle>
            <a:lvl1pPr marL="143997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25699C5-1CEE-1C43-B692-C1EE8B35CF1D}"/>
              </a:ext>
            </a:extLst>
          </p:cNvPr>
          <p:cNvGrpSpPr/>
          <p:nvPr userDrawn="1"/>
        </p:nvGrpSpPr>
        <p:grpSpPr>
          <a:xfrm>
            <a:off x="3875167" y="1544165"/>
            <a:ext cx="914400" cy="1068080"/>
            <a:chOff x="4080046" y="1228215"/>
            <a:chExt cx="914400" cy="1068080"/>
          </a:xfrm>
          <a:effectLst/>
        </p:grpSpPr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7A35795F-EE7F-EB4E-9818-6FCB9D3C062E}"/>
                </a:ext>
              </a:extLst>
            </p:cNvPr>
            <p:cNvSpPr/>
            <p:nvPr/>
          </p:nvSpPr>
          <p:spPr>
            <a:xfrm rot="16200000" flipH="1" flipV="1">
              <a:off x="4003206" y="1305055"/>
              <a:ext cx="1068080" cy="914400"/>
            </a:xfrm>
            <a:custGeom>
              <a:avLst/>
              <a:gdLst>
                <a:gd name="connsiteX0" fmla="*/ 0 w 1068080"/>
                <a:gd name="connsiteY0" fmla="*/ 914400 h 914400"/>
                <a:gd name="connsiteX1" fmla="*/ 0 w 1068080"/>
                <a:gd name="connsiteY1" fmla="*/ 0 h 914400"/>
                <a:gd name="connsiteX2" fmla="*/ 914400 w 1068080"/>
                <a:gd name="connsiteY2" fmla="*/ 0 h 914400"/>
                <a:gd name="connsiteX3" fmla="*/ 914400 w 1068080"/>
                <a:gd name="connsiteY3" fmla="*/ 760720 h 914400"/>
                <a:gd name="connsiteX4" fmla="*/ 1068080 w 1068080"/>
                <a:gd name="connsiteY4" fmla="*/ 914400 h 914400"/>
                <a:gd name="connsiteX5" fmla="*/ 914400 w 1068080"/>
                <a:gd name="connsiteY5" fmla="*/ 914400 h 914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68080" h="914400">
                  <a:moveTo>
                    <a:pt x="0" y="914400"/>
                  </a:moveTo>
                  <a:lnTo>
                    <a:pt x="0" y="0"/>
                  </a:lnTo>
                  <a:lnTo>
                    <a:pt x="914400" y="0"/>
                  </a:lnTo>
                  <a:lnTo>
                    <a:pt x="914400" y="760720"/>
                  </a:lnTo>
                  <a:lnTo>
                    <a:pt x="1068080" y="914400"/>
                  </a:lnTo>
                  <a:lnTo>
                    <a:pt x="914400" y="914400"/>
                  </a:lnTo>
                  <a:close/>
                </a:path>
              </a:pathLst>
            </a:custGeom>
            <a:solidFill>
              <a:srgbClr val="F26F26"/>
            </a:solidFill>
            <a:ln w="63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r"/>
              <a:endParaRPr lang="en-US" sz="1800"/>
            </a:p>
          </p:txBody>
        </p:sp>
        <p:sp>
          <p:nvSpPr>
            <p:cNvPr id="20" name="Shape 3626">
              <a:extLst>
                <a:ext uri="{FF2B5EF4-FFF2-40B4-BE49-F238E27FC236}">
                  <a16:creationId xmlns:a16="http://schemas.microsoft.com/office/drawing/2014/main" id="{A5160A46-DAFD-C94F-981B-8E4D809678AB}"/>
                </a:ext>
              </a:extLst>
            </p:cNvPr>
            <p:cNvSpPr/>
            <p:nvPr/>
          </p:nvSpPr>
          <p:spPr>
            <a:xfrm>
              <a:off x="4315992" y="1489297"/>
              <a:ext cx="456990" cy="4154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5709" y="8100"/>
                  </a:moveTo>
                  <a:cubicBezTo>
                    <a:pt x="14896" y="8100"/>
                    <a:pt x="14236" y="8826"/>
                    <a:pt x="14236" y="9720"/>
                  </a:cubicBezTo>
                  <a:cubicBezTo>
                    <a:pt x="14236" y="10615"/>
                    <a:pt x="14896" y="11340"/>
                    <a:pt x="15709" y="11340"/>
                  </a:cubicBezTo>
                  <a:cubicBezTo>
                    <a:pt x="16522" y="11340"/>
                    <a:pt x="17182" y="10615"/>
                    <a:pt x="17182" y="9720"/>
                  </a:cubicBezTo>
                  <a:cubicBezTo>
                    <a:pt x="17182" y="8826"/>
                    <a:pt x="16522" y="8100"/>
                    <a:pt x="15709" y="8100"/>
                  </a:cubicBezTo>
                  <a:moveTo>
                    <a:pt x="10800" y="18360"/>
                  </a:moveTo>
                  <a:cubicBezTo>
                    <a:pt x="9864" y="18360"/>
                    <a:pt x="8922" y="18237"/>
                    <a:pt x="7998" y="17995"/>
                  </a:cubicBezTo>
                  <a:cubicBezTo>
                    <a:pt x="7923" y="17975"/>
                    <a:pt x="7846" y="17965"/>
                    <a:pt x="7770" y="17965"/>
                  </a:cubicBezTo>
                  <a:cubicBezTo>
                    <a:pt x="7646" y="17965"/>
                    <a:pt x="7522" y="17991"/>
                    <a:pt x="7406" y="18043"/>
                  </a:cubicBezTo>
                  <a:lnTo>
                    <a:pt x="3352" y="19826"/>
                  </a:lnTo>
                  <a:lnTo>
                    <a:pt x="4013" y="16735"/>
                  </a:lnTo>
                  <a:cubicBezTo>
                    <a:pt x="4098" y="16339"/>
                    <a:pt x="3972" y="15924"/>
                    <a:pt x="3689" y="15662"/>
                  </a:cubicBezTo>
                  <a:cubicBezTo>
                    <a:pt x="1944" y="14045"/>
                    <a:pt x="982" y="11934"/>
                    <a:pt x="982" y="9720"/>
                  </a:cubicBezTo>
                  <a:cubicBezTo>
                    <a:pt x="982" y="4956"/>
                    <a:pt x="5387" y="1080"/>
                    <a:pt x="10800" y="1080"/>
                  </a:cubicBezTo>
                  <a:cubicBezTo>
                    <a:pt x="16214" y="1080"/>
                    <a:pt x="20618" y="4956"/>
                    <a:pt x="20618" y="9720"/>
                  </a:cubicBezTo>
                  <a:cubicBezTo>
                    <a:pt x="20618" y="14484"/>
                    <a:pt x="16214" y="18360"/>
                    <a:pt x="10800" y="18360"/>
                  </a:cubicBezTo>
                  <a:moveTo>
                    <a:pt x="10800" y="0"/>
                  </a:moveTo>
                  <a:cubicBezTo>
                    <a:pt x="4835" y="0"/>
                    <a:pt x="0" y="4352"/>
                    <a:pt x="0" y="9720"/>
                  </a:cubicBezTo>
                  <a:cubicBezTo>
                    <a:pt x="0" y="12353"/>
                    <a:pt x="1168" y="14738"/>
                    <a:pt x="3057" y="16488"/>
                  </a:cubicBezTo>
                  <a:lnTo>
                    <a:pt x="1964" y="21600"/>
                  </a:lnTo>
                  <a:lnTo>
                    <a:pt x="7770" y="19046"/>
                  </a:lnTo>
                  <a:cubicBezTo>
                    <a:pt x="8732" y="19298"/>
                    <a:pt x="9747" y="19440"/>
                    <a:pt x="10800" y="19440"/>
                  </a:cubicBezTo>
                  <a:cubicBezTo>
                    <a:pt x="16765" y="19440"/>
                    <a:pt x="21600" y="15089"/>
                    <a:pt x="21600" y="9720"/>
                  </a:cubicBezTo>
                  <a:cubicBezTo>
                    <a:pt x="21600" y="4352"/>
                    <a:pt x="16765" y="0"/>
                    <a:pt x="10800" y="0"/>
                  </a:cubicBezTo>
                  <a:moveTo>
                    <a:pt x="10800" y="8100"/>
                  </a:moveTo>
                  <a:cubicBezTo>
                    <a:pt x="9987" y="8100"/>
                    <a:pt x="9327" y="8826"/>
                    <a:pt x="9327" y="9720"/>
                  </a:cubicBezTo>
                  <a:cubicBezTo>
                    <a:pt x="9327" y="10615"/>
                    <a:pt x="9987" y="11340"/>
                    <a:pt x="10800" y="11340"/>
                  </a:cubicBezTo>
                  <a:cubicBezTo>
                    <a:pt x="11613" y="11340"/>
                    <a:pt x="12273" y="10615"/>
                    <a:pt x="12273" y="9720"/>
                  </a:cubicBezTo>
                  <a:cubicBezTo>
                    <a:pt x="12273" y="8826"/>
                    <a:pt x="11613" y="8100"/>
                    <a:pt x="10800" y="8100"/>
                  </a:cubicBezTo>
                  <a:moveTo>
                    <a:pt x="5891" y="8100"/>
                  </a:moveTo>
                  <a:cubicBezTo>
                    <a:pt x="5078" y="8100"/>
                    <a:pt x="4418" y="8826"/>
                    <a:pt x="4418" y="9720"/>
                  </a:cubicBezTo>
                  <a:cubicBezTo>
                    <a:pt x="4418" y="10615"/>
                    <a:pt x="5078" y="11340"/>
                    <a:pt x="5891" y="11340"/>
                  </a:cubicBezTo>
                  <a:cubicBezTo>
                    <a:pt x="6704" y="11340"/>
                    <a:pt x="7364" y="10615"/>
                    <a:pt x="7364" y="9720"/>
                  </a:cubicBezTo>
                  <a:cubicBezTo>
                    <a:pt x="7364" y="8826"/>
                    <a:pt x="6704" y="8100"/>
                    <a:pt x="5891" y="8100"/>
                  </a:cubicBezTo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endParaRPr sz="1800">
                <a:solidFill>
                  <a:prstClr val="black"/>
                </a:solidFill>
              </a:endParaRPr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E4F0FBAD-A234-3B43-A2F0-7CEAF4D27D0A}"/>
              </a:ext>
            </a:extLst>
          </p:cNvPr>
          <p:cNvSpPr/>
          <p:nvPr userDrawn="1"/>
        </p:nvSpPr>
        <p:spPr>
          <a:xfrm>
            <a:off x="9142855" y="5209300"/>
            <a:ext cx="3049148" cy="564045"/>
          </a:xfrm>
          <a:prstGeom prst="rect">
            <a:avLst/>
          </a:prstGeom>
          <a:solidFill>
            <a:srgbClr val="F26F2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pPr>
              <a:lnSpc>
                <a:spcPct val="130000"/>
              </a:lnSpc>
            </a:pPr>
            <a:endParaRPr lang="en-US" sz="1000">
              <a:solidFill>
                <a:srgbClr val="FFFFFF">
                  <a:alpha val="70000"/>
                </a:srgbClr>
              </a:solidFill>
            </a:endParaRPr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427D351E-60EE-6940-9B6E-9B571A7B6AB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75089" y="2873328"/>
            <a:ext cx="7703355" cy="211776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7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3">
            <a:extLst>
              <a:ext uri="{FF2B5EF4-FFF2-40B4-BE49-F238E27FC236}">
                <a16:creationId xmlns:a16="http://schemas.microsoft.com/office/drawing/2014/main" id="{047B03C1-1172-734A-BD21-A86537563DD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223817" y="5305285"/>
            <a:ext cx="2944435" cy="379255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3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700" indent="0">
              <a:buNone/>
              <a:defRPr sz="13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236519" indent="0">
              <a:buNone/>
              <a:defRPr sz="1000"/>
            </a:lvl3pPr>
            <a:lvl4pPr marL="460339" indent="0">
              <a:buNone/>
              <a:defRPr sz="1000"/>
            </a:lvl4pPr>
            <a:lvl5pPr marL="696860" indent="0">
              <a:buNone/>
              <a:defRPr sz="1000"/>
            </a:lvl5pPr>
          </a:lstStyle>
          <a:p>
            <a:pPr lvl="0"/>
            <a:r>
              <a:rPr lang="en-US"/>
              <a:t>Name</a:t>
            </a:r>
          </a:p>
          <a:p>
            <a:pPr lvl="1"/>
            <a:r>
              <a:rPr lang="en-US"/>
              <a:t>Title and / Company Name</a:t>
            </a:r>
          </a:p>
        </p:txBody>
      </p:sp>
      <p:sp>
        <p:nvSpPr>
          <p:cNvPr id="26" name="Title Placeholder 1">
            <a:extLst>
              <a:ext uri="{FF2B5EF4-FFF2-40B4-BE49-F238E27FC236}">
                <a16:creationId xmlns:a16="http://schemas.microsoft.com/office/drawing/2014/main" id="{7412CAB3-6294-0143-83F8-C37AB6D063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5360" y="260648"/>
            <a:ext cx="11394871" cy="359457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>
              <a:defRPr sz="2400" b="1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85552991-F842-6049-BE82-A49E4A9EEDA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5360" y="586919"/>
            <a:ext cx="11394871" cy="395790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rgbClr val="F77A3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700" indent="0">
              <a:buNone/>
              <a:defRPr sz="1800">
                <a:solidFill>
                  <a:schemeClr val="accent1"/>
                </a:solidFill>
              </a:defRPr>
            </a:lvl2pPr>
            <a:lvl3pPr>
              <a:defRPr sz="1800">
                <a:solidFill>
                  <a:schemeClr val="accent1"/>
                </a:solidFill>
              </a:defRPr>
            </a:lvl3pPr>
            <a:lvl4pPr>
              <a:defRPr sz="1800">
                <a:solidFill>
                  <a:schemeClr val="accent1"/>
                </a:solidFill>
              </a:defRPr>
            </a:lvl4pPr>
            <a:lvl5pPr>
              <a:defRPr sz="18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39" name="Google Shape;107;p19">
            <a:extLst>
              <a:ext uri="{FF2B5EF4-FFF2-40B4-BE49-F238E27FC236}">
                <a16:creationId xmlns:a16="http://schemas.microsoft.com/office/drawing/2014/main" id="{E9A427ED-9CB6-FD47-85CC-7B4EDF819FCF}"/>
              </a:ext>
            </a:extLst>
          </p:cNvPr>
          <p:cNvPicPr/>
          <p:nvPr userDrawn="1"/>
        </p:nvPicPr>
        <p:blipFill>
          <a:blip r:embed="rId2"/>
          <a:stretch/>
        </p:blipFill>
        <p:spPr>
          <a:xfrm>
            <a:off x="-962" y="6362184"/>
            <a:ext cx="12191520" cy="523200"/>
          </a:xfrm>
          <a:prstGeom prst="rect">
            <a:avLst/>
          </a:prstGeom>
          <a:ln w="0">
            <a:noFill/>
          </a:ln>
        </p:spPr>
      </p:pic>
      <p:sp>
        <p:nvSpPr>
          <p:cNvPr id="42" name="Rectangle 41">
            <a:extLst>
              <a:ext uri="{FF2B5EF4-FFF2-40B4-BE49-F238E27FC236}">
                <a16:creationId xmlns:a16="http://schemas.microsoft.com/office/drawing/2014/main" id="{91071548-659B-A748-A906-50D0BAA93563}"/>
              </a:ext>
            </a:extLst>
          </p:cNvPr>
          <p:cNvSpPr/>
          <p:nvPr userDrawn="1"/>
        </p:nvSpPr>
        <p:spPr>
          <a:xfrm>
            <a:off x="11547063" y="641909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CE6F8A3-B8B9-8547-83EB-876058B0C251}"/>
              </a:ext>
            </a:extLst>
          </p:cNvPr>
          <p:cNvSpPr/>
          <p:nvPr userDrawn="1"/>
        </p:nvSpPr>
        <p:spPr>
          <a:xfrm>
            <a:off x="11547063" y="646557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pic>
        <p:nvPicPr>
          <p:cNvPr id="22" name="Google Shape;108;p19">
            <a:extLst>
              <a:ext uri="{FF2B5EF4-FFF2-40B4-BE49-F238E27FC236}">
                <a16:creationId xmlns:a16="http://schemas.microsoft.com/office/drawing/2014/main" id="{127DE38A-4DD8-BD40-82E8-1BF2A4249F32}"/>
              </a:ext>
            </a:extLst>
          </p:cNvPr>
          <p:cNvPicPr/>
          <p:nvPr userDrawn="1"/>
        </p:nvPicPr>
        <p:blipFill>
          <a:blip r:embed="rId3" cstate="print"/>
          <a:stretch/>
        </p:blipFill>
        <p:spPr>
          <a:xfrm>
            <a:off x="389760" y="6451464"/>
            <a:ext cx="1264320" cy="344640"/>
          </a:xfrm>
          <a:prstGeom prst="rect">
            <a:avLst/>
          </a:prstGeom>
          <a:ln w="0">
            <a:noFill/>
          </a:ln>
        </p:spPr>
      </p:pic>
      <p:sp>
        <p:nvSpPr>
          <p:cNvPr id="28" name="Google Shape;109;p19">
            <a:extLst>
              <a:ext uri="{FF2B5EF4-FFF2-40B4-BE49-F238E27FC236}">
                <a16:creationId xmlns:a16="http://schemas.microsoft.com/office/drawing/2014/main" id="{BC1C004E-3C38-1945-9F46-ED1C3823C8C2}"/>
              </a:ext>
            </a:extLst>
          </p:cNvPr>
          <p:cNvSpPr/>
          <p:nvPr userDrawn="1"/>
        </p:nvSpPr>
        <p:spPr>
          <a:xfrm>
            <a:off x="9281760" y="6541678"/>
            <a:ext cx="1931040" cy="16421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1520">
              <a:lnSpc>
                <a:spcPct val="100000"/>
              </a:lnSpc>
              <a:tabLst>
                <a:tab pos="0" algn="l"/>
              </a:tabLst>
            </a:pPr>
            <a:r>
              <a:rPr lang="en" sz="1067" b="0" u="none" strike="noStrike">
                <a:uFillTx/>
                <a:latin typeface="Calibri"/>
                <a:ea typeface="Calibri"/>
              </a:rPr>
              <a:t>Tavant Proprietary &amp; Confidential</a:t>
            </a:r>
            <a:endParaRPr lang="en-IN" sz="1067" b="0" u="none" strike="noStrike">
              <a:uFillTx/>
              <a:latin typeface="Arial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388F005-37D0-CE42-B65A-A56249152E4E}"/>
              </a:ext>
            </a:extLst>
          </p:cNvPr>
          <p:cNvSpPr txBox="1"/>
          <p:nvPr userDrawn="1"/>
        </p:nvSpPr>
        <p:spPr>
          <a:xfrm>
            <a:off x="11502039" y="6495512"/>
            <a:ext cx="349775" cy="256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954E5BDB-61AA-4049-AE86-82CC72DFC771}" type="slidenum">
              <a:rPr lang="en-US" sz="1067" smtClean="0">
                <a:solidFill>
                  <a:schemeClr val="bg1"/>
                </a:solidFill>
              </a:rPr>
              <a:t>‹#›</a:t>
            </a:fld>
            <a:endParaRPr lang="en-US" sz="1067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0083778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ulti-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Background pattern&#10;&#10;Description automatically generated">
            <a:extLst>
              <a:ext uri="{FF2B5EF4-FFF2-40B4-BE49-F238E27FC236}">
                <a16:creationId xmlns:a16="http://schemas.microsoft.com/office/drawing/2014/main" id="{A31F6EE1-FAF9-4748-8442-DE1579841B6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708947" cy="68580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DFE0782F-B963-6443-9D13-171333041557}"/>
              </a:ext>
            </a:extLst>
          </p:cNvPr>
          <p:cNvSpPr/>
          <p:nvPr userDrawn="1"/>
        </p:nvSpPr>
        <p:spPr>
          <a:xfrm>
            <a:off x="-19232" y="1425236"/>
            <a:ext cx="2827607" cy="11412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88900" dir="4320000" sx="94000" sy="94000" algn="tl" rotWithShape="0">
              <a:prstClr val="black">
                <a:alpha val="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pPr>
              <a:lnSpc>
                <a:spcPct val="130000"/>
              </a:lnSpc>
            </a:pPr>
            <a:endParaRPr lang="en-US" sz="1000">
              <a:solidFill>
                <a:srgbClr val="FFFFFF">
                  <a:alpha val="70000"/>
                </a:srgbClr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074E92C-E0A6-2A4F-A6A3-1DF154BDB0C6}"/>
              </a:ext>
            </a:extLst>
          </p:cNvPr>
          <p:cNvSpPr/>
          <p:nvPr userDrawn="1"/>
        </p:nvSpPr>
        <p:spPr>
          <a:xfrm>
            <a:off x="-19232" y="3031261"/>
            <a:ext cx="2827607" cy="114270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88900" dir="4320000" sx="94000" sy="94000" algn="tl" rotWithShape="0">
              <a:prstClr val="black">
                <a:alpha val="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pPr>
              <a:lnSpc>
                <a:spcPct val="130000"/>
              </a:lnSpc>
            </a:pPr>
            <a:endParaRPr lang="en-US" sz="1000">
              <a:solidFill>
                <a:srgbClr val="FFFFFF">
                  <a:alpha val="70000"/>
                </a:srgbClr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88B11DC-A307-B34B-A9A0-2088CC11D1B5}"/>
              </a:ext>
            </a:extLst>
          </p:cNvPr>
          <p:cNvSpPr/>
          <p:nvPr userDrawn="1"/>
        </p:nvSpPr>
        <p:spPr>
          <a:xfrm>
            <a:off x="-19235" y="4645113"/>
            <a:ext cx="2850872" cy="114270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88900" dir="4320000" sx="94000" sy="94000" algn="tl" rotWithShape="0">
              <a:prstClr val="black">
                <a:alpha val="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pPr>
              <a:lnSpc>
                <a:spcPct val="130000"/>
              </a:lnSpc>
            </a:pPr>
            <a:endParaRPr lang="en-US" sz="1000">
              <a:solidFill>
                <a:srgbClr val="FFFFFF">
                  <a:alpha val="70000"/>
                </a:srgbClr>
              </a:solidFill>
            </a:endParaRPr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63508572-8A01-8D4D-A082-0153FAECDA5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9241" y="1460216"/>
            <a:ext cx="2630659" cy="1067215"/>
          </a:xfrm>
          <a:prstGeom prst="rect">
            <a:avLst/>
          </a:prstGeom>
          <a:solidFill>
            <a:schemeClr val="bg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Insert picture here</a:t>
            </a:r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509BC466-5364-F248-A9BB-A7205006EBC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9241" y="3069007"/>
            <a:ext cx="2630659" cy="1067215"/>
          </a:xfrm>
          <a:prstGeom prst="rect">
            <a:avLst/>
          </a:prstGeom>
          <a:solidFill>
            <a:schemeClr val="bg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Insert picture here</a:t>
            </a:r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8F18B2EC-869D-294A-84BE-19419C8759C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9241" y="4682861"/>
            <a:ext cx="2630659" cy="1067215"/>
          </a:xfrm>
          <a:prstGeom prst="rect">
            <a:avLst/>
          </a:prstGeom>
          <a:solidFill>
            <a:schemeClr val="bg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Insert picture here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D66A523-8968-9A44-8378-5FA43D65C3F0}"/>
              </a:ext>
            </a:extLst>
          </p:cNvPr>
          <p:cNvGrpSpPr/>
          <p:nvPr userDrawn="1"/>
        </p:nvGrpSpPr>
        <p:grpSpPr>
          <a:xfrm>
            <a:off x="3093530" y="1425234"/>
            <a:ext cx="8955135" cy="1142707"/>
            <a:chOff x="2036621" y="2839762"/>
            <a:chExt cx="8889677" cy="1142706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BBA393B0-92BA-274F-A8E3-5F9FBA325374}"/>
                </a:ext>
              </a:extLst>
            </p:cNvPr>
            <p:cNvSpPr/>
            <p:nvPr/>
          </p:nvSpPr>
          <p:spPr>
            <a:xfrm>
              <a:off x="2036621" y="2839762"/>
              <a:ext cx="8889677" cy="114270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74320" tIns="0" rtlCol="0" anchor="ctr">
              <a:normAutofit/>
            </a:bodyPr>
            <a:lstStyle/>
            <a:p>
              <a:pPr>
                <a:spcBef>
                  <a:spcPts val="500"/>
                </a:spcBef>
              </a:pPr>
              <a:endParaRPr lang="en-US" sz="100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6BFEAAD3-04CD-084A-BE79-353903F4C762}"/>
                </a:ext>
              </a:extLst>
            </p:cNvPr>
            <p:cNvSpPr/>
            <p:nvPr/>
          </p:nvSpPr>
          <p:spPr>
            <a:xfrm>
              <a:off x="2036622" y="2839762"/>
              <a:ext cx="68400" cy="1141200"/>
            </a:xfrm>
            <a:prstGeom prst="rect">
              <a:avLst/>
            </a:prstGeom>
            <a:solidFill>
              <a:srgbClr val="F26F26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E6246DF-E3DC-AE4B-91E9-B462910F4A64}"/>
              </a:ext>
            </a:extLst>
          </p:cNvPr>
          <p:cNvGrpSpPr/>
          <p:nvPr userDrawn="1"/>
        </p:nvGrpSpPr>
        <p:grpSpPr>
          <a:xfrm>
            <a:off x="3093530" y="3036681"/>
            <a:ext cx="8955135" cy="1142707"/>
            <a:chOff x="2036620" y="2839762"/>
            <a:chExt cx="8889677" cy="1142706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2A8754EB-2C65-D944-93F1-C626E3A6B4D2}"/>
                </a:ext>
              </a:extLst>
            </p:cNvPr>
            <p:cNvSpPr/>
            <p:nvPr/>
          </p:nvSpPr>
          <p:spPr>
            <a:xfrm>
              <a:off x="2036620" y="2839762"/>
              <a:ext cx="8889677" cy="114270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74320" tIns="0" rtlCol="0" anchor="ctr">
              <a:normAutofit/>
            </a:bodyPr>
            <a:lstStyle/>
            <a:p>
              <a:pPr>
                <a:spcBef>
                  <a:spcPts val="500"/>
                </a:spcBef>
              </a:pPr>
              <a:endParaRPr lang="en-US" sz="100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45F86AF-1DCD-3E4D-A9CC-781DB4B0F320}"/>
                </a:ext>
              </a:extLst>
            </p:cNvPr>
            <p:cNvSpPr/>
            <p:nvPr/>
          </p:nvSpPr>
          <p:spPr>
            <a:xfrm>
              <a:off x="2036622" y="2839762"/>
              <a:ext cx="68400" cy="1141200"/>
            </a:xfrm>
            <a:prstGeom prst="rect">
              <a:avLst/>
            </a:prstGeom>
            <a:solidFill>
              <a:srgbClr val="F26F26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75419F05-4CEA-B342-9639-4D5B6EF37773}"/>
              </a:ext>
            </a:extLst>
          </p:cNvPr>
          <p:cNvGrpSpPr/>
          <p:nvPr userDrawn="1"/>
        </p:nvGrpSpPr>
        <p:grpSpPr>
          <a:xfrm>
            <a:off x="3093530" y="4646621"/>
            <a:ext cx="8955135" cy="1142707"/>
            <a:chOff x="2036620" y="2839762"/>
            <a:chExt cx="8889677" cy="1142706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A68F47E5-95F9-9444-9988-6E7877D8C9AB}"/>
                </a:ext>
              </a:extLst>
            </p:cNvPr>
            <p:cNvSpPr/>
            <p:nvPr/>
          </p:nvSpPr>
          <p:spPr>
            <a:xfrm>
              <a:off x="2036620" y="2839762"/>
              <a:ext cx="8889677" cy="114270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74320" tIns="0" rtlCol="0" anchor="ctr">
              <a:normAutofit/>
            </a:bodyPr>
            <a:lstStyle/>
            <a:p>
              <a:pPr>
                <a:spcBef>
                  <a:spcPts val="500"/>
                </a:spcBef>
              </a:pPr>
              <a:endParaRPr lang="en-US" sz="100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F947AF26-C7A1-C742-9030-8587D8F59279}"/>
                </a:ext>
              </a:extLst>
            </p:cNvPr>
            <p:cNvSpPr/>
            <p:nvPr/>
          </p:nvSpPr>
          <p:spPr>
            <a:xfrm>
              <a:off x="2036622" y="2839762"/>
              <a:ext cx="68400" cy="1141200"/>
            </a:xfrm>
            <a:prstGeom prst="rect">
              <a:avLst/>
            </a:prstGeom>
            <a:solidFill>
              <a:srgbClr val="F26F26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30" name="Title Placeholder 1">
            <a:extLst>
              <a:ext uri="{FF2B5EF4-FFF2-40B4-BE49-F238E27FC236}">
                <a16:creationId xmlns:a16="http://schemas.microsoft.com/office/drawing/2014/main" id="{2780D3FE-B0E6-3B42-A633-8377E471416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0679" y="292216"/>
            <a:ext cx="9939201" cy="359457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>
              <a:defRPr sz="2400" b="1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E58D7833-F9D0-D644-BA2B-B7F2A35B0B9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840679" y="618487"/>
            <a:ext cx="9939201" cy="585516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rgbClr val="F77A3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700" indent="0">
              <a:buNone/>
              <a:defRPr sz="1800">
                <a:solidFill>
                  <a:schemeClr val="accent1"/>
                </a:solidFill>
              </a:defRPr>
            </a:lvl2pPr>
            <a:lvl3pPr>
              <a:defRPr sz="1800">
                <a:solidFill>
                  <a:schemeClr val="accent1"/>
                </a:solidFill>
              </a:defRPr>
            </a:lvl3pPr>
            <a:lvl4pPr>
              <a:defRPr sz="1800">
                <a:solidFill>
                  <a:schemeClr val="accent1"/>
                </a:solidFill>
              </a:defRPr>
            </a:lvl4pPr>
            <a:lvl5pPr>
              <a:defRPr sz="18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2" name="Text Placeholder 3">
            <a:extLst>
              <a:ext uri="{FF2B5EF4-FFF2-40B4-BE49-F238E27FC236}">
                <a16:creationId xmlns:a16="http://schemas.microsoft.com/office/drawing/2014/main" id="{C9599FDE-DDD0-8646-860A-4DAD36235C0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87688" y="1530281"/>
            <a:ext cx="8492192" cy="927083"/>
          </a:xfrm>
          <a:prstGeom prst="rect">
            <a:avLst/>
          </a:prstGeom>
        </p:spPr>
        <p:txBody>
          <a:bodyPr lIns="0" anchor="ctr"/>
          <a:lstStyle>
            <a:lvl1pPr marL="0" indent="0">
              <a:spcBef>
                <a:spcPts val="0"/>
              </a:spcBef>
              <a:buNone/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700" indent="0">
              <a:buNone/>
              <a:defRPr sz="120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236519" indent="0">
              <a:buNone/>
              <a:defRPr sz="1200"/>
            </a:lvl3pPr>
            <a:lvl4pPr marL="460339" indent="0">
              <a:buNone/>
              <a:defRPr sz="1200"/>
            </a:lvl4pPr>
            <a:lvl5pPr marL="696860" indent="0">
              <a:buNone/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36A80E90-3DC6-3440-A865-D9D6EE87FE9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287688" y="3149824"/>
            <a:ext cx="8492192" cy="927083"/>
          </a:xfrm>
          <a:prstGeom prst="rect">
            <a:avLst/>
          </a:prstGeom>
        </p:spPr>
        <p:txBody>
          <a:bodyPr lIns="0" anchor="ctr"/>
          <a:lstStyle>
            <a:lvl1pPr marL="0" indent="0">
              <a:spcBef>
                <a:spcPts val="0"/>
              </a:spcBef>
              <a:buNone/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700" indent="0">
              <a:buNone/>
              <a:defRPr sz="120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236519" indent="0">
              <a:buNone/>
              <a:defRPr sz="1200"/>
            </a:lvl3pPr>
            <a:lvl4pPr marL="460339" indent="0">
              <a:buNone/>
              <a:defRPr sz="1200"/>
            </a:lvl4pPr>
            <a:lvl5pPr marL="696860" indent="0">
              <a:buNone/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690448F4-1B69-404F-8A50-A21A87E0081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87688" y="4752925"/>
            <a:ext cx="8492192" cy="927083"/>
          </a:xfrm>
          <a:prstGeom prst="rect">
            <a:avLst/>
          </a:prstGeom>
        </p:spPr>
        <p:txBody>
          <a:bodyPr lIns="0" anchor="ctr"/>
          <a:lstStyle>
            <a:lvl1pPr marL="0" indent="0">
              <a:spcBef>
                <a:spcPts val="0"/>
              </a:spcBef>
              <a:buNone/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700" indent="0">
              <a:buNone/>
              <a:defRPr sz="120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236519" indent="0">
              <a:buNone/>
              <a:defRPr sz="1200"/>
            </a:lvl3pPr>
            <a:lvl4pPr marL="460339" indent="0">
              <a:buNone/>
              <a:defRPr sz="1200"/>
            </a:lvl4pPr>
            <a:lvl5pPr marL="696860" indent="0">
              <a:buNone/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pic>
        <p:nvPicPr>
          <p:cNvPr id="47" name="Google Shape;107;p19">
            <a:extLst>
              <a:ext uri="{FF2B5EF4-FFF2-40B4-BE49-F238E27FC236}">
                <a16:creationId xmlns:a16="http://schemas.microsoft.com/office/drawing/2014/main" id="{C2FFE17D-1777-5C43-AA92-0EE01B9CF22E}"/>
              </a:ext>
            </a:extLst>
          </p:cNvPr>
          <p:cNvPicPr/>
          <p:nvPr userDrawn="1"/>
        </p:nvPicPr>
        <p:blipFill>
          <a:blip r:embed="rId3"/>
          <a:stretch/>
        </p:blipFill>
        <p:spPr>
          <a:xfrm>
            <a:off x="-962" y="6362184"/>
            <a:ext cx="12191520" cy="523200"/>
          </a:xfrm>
          <a:prstGeom prst="rect">
            <a:avLst/>
          </a:prstGeom>
          <a:ln w="0">
            <a:noFill/>
          </a:ln>
        </p:spPr>
      </p:pic>
      <p:sp>
        <p:nvSpPr>
          <p:cNvPr id="50" name="Rectangle 49">
            <a:extLst>
              <a:ext uri="{FF2B5EF4-FFF2-40B4-BE49-F238E27FC236}">
                <a16:creationId xmlns:a16="http://schemas.microsoft.com/office/drawing/2014/main" id="{C7EF7B37-267B-7C48-AA58-0552D526F140}"/>
              </a:ext>
            </a:extLst>
          </p:cNvPr>
          <p:cNvSpPr/>
          <p:nvPr userDrawn="1"/>
        </p:nvSpPr>
        <p:spPr>
          <a:xfrm>
            <a:off x="11547063" y="641909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1CB7A620-AA13-3B40-B4DC-6D3A09FFB35E}"/>
              </a:ext>
            </a:extLst>
          </p:cNvPr>
          <p:cNvSpPr/>
          <p:nvPr userDrawn="1"/>
        </p:nvSpPr>
        <p:spPr>
          <a:xfrm>
            <a:off x="11547063" y="646557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pic>
        <p:nvPicPr>
          <p:cNvPr id="35" name="Google Shape;108;p19">
            <a:extLst>
              <a:ext uri="{FF2B5EF4-FFF2-40B4-BE49-F238E27FC236}">
                <a16:creationId xmlns:a16="http://schemas.microsoft.com/office/drawing/2014/main" id="{037C3AE3-467C-6245-963A-3229D209C817}"/>
              </a:ext>
            </a:extLst>
          </p:cNvPr>
          <p:cNvPicPr/>
          <p:nvPr userDrawn="1"/>
        </p:nvPicPr>
        <p:blipFill>
          <a:blip r:embed="rId4" cstate="print"/>
          <a:stretch/>
        </p:blipFill>
        <p:spPr>
          <a:xfrm>
            <a:off x="389760" y="6451464"/>
            <a:ext cx="1264320" cy="344640"/>
          </a:xfrm>
          <a:prstGeom prst="rect">
            <a:avLst/>
          </a:prstGeom>
          <a:ln w="0">
            <a:noFill/>
          </a:ln>
        </p:spPr>
      </p:pic>
      <p:sp>
        <p:nvSpPr>
          <p:cNvPr id="36" name="Google Shape;109;p19">
            <a:extLst>
              <a:ext uri="{FF2B5EF4-FFF2-40B4-BE49-F238E27FC236}">
                <a16:creationId xmlns:a16="http://schemas.microsoft.com/office/drawing/2014/main" id="{C239BE22-C820-CC41-91FA-D87B89AE4CC6}"/>
              </a:ext>
            </a:extLst>
          </p:cNvPr>
          <p:cNvSpPr/>
          <p:nvPr userDrawn="1"/>
        </p:nvSpPr>
        <p:spPr>
          <a:xfrm>
            <a:off x="9281760" y="6541678"/>
            <a:ext cx="1931040" cy="16421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1520">
              <a:lnSpc>
                <a:spcPct val="100000"/>
              </a:lnSpc>
              <a:tabLst>
                <a:tab pos="0" algn="l"/>
              </a:tabLst>
            </a:pPr>
            <a:r>
              <a:rPr lang="en" sz="1067" b="0" u="none" strike="noStrike">
                <a:uFillTx/>
                <a:latin typeface="Calibri"/>
                <a:ea typeface="Calibri"/>
              </a:rPr>
              <a:t>Tavant Proprietary &amp; Confidential</a:t>
            </a:r>
            <a:endParaRPr lang="en-IN" sz="1067" b="0" u="none" strike="noStrike">
              <a:uFillTx/>
              <a:latin typeface="Arial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62663A9-D8FB-ED45-93DF-4BE688B74FB4}"/>
              </a:ext>
            </a:extLst>
          </p:cNvPr>
          <p:cNvSpPr txBox="1"/>
          <p:nvPr userDrawn="1"/>
        </p:nvSpPr>
        <p:spPr>
          <a:xfrm>
            <a:off x="11502039" y="6495512"/>
            <a:ext cx="349775" cy="256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954E5BDB-61AA-4049-AE86-82CC72DFC771}" type="slidenum">
              <a:rPr lang="en-US" sz="1067" smtClean="0">
                <a:solidFill>
                  <a:schemeClr val="bg1"/>
                </a:solidFill>
              </a:rPr>
              <a:t>‹#›</a:t>
            </a:fld>
            <a:endParaRPr lang="en-US" sz="1067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2005949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ase Study 2 (with cust. log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C3421385-F4BC-4298-8095-150A9DFDC9E1}"/>
              </a:ext>
            </a:extLst>
          </p:cNvPr>
          <p:cNvSpPr/>
          <p:nvPr userDrawn="1"/>
        </p:nvSpPr>
        <p:spPr>
          <a:xfrm>
            <a:off x="-10652" y="-29260"/>
            <a:ext cx="12191999" cy="2579143"/>
          </a:xfrm>
          <a:prstGeom prst="rect">
            <a:avLst/>
          </a:prstGeom>
          <a:solidFill>
            <a:schemeClr val="tx1">
              <a:alpha val="6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602EA92-422B-FE42-9FB4-382D7531EBBA}"/>
              </a:ext>
            </a:extLst>
          </p:cNvPr>
          <p:cNvSpPr/>
          <p:nvPr userDrawn="1"/>
        </p:nvSpPr>
        <p:spPr>
          <a:xfrm>
            <a:off x="0" y="2549885"/>
            <a:ext cx="3302000" cy="43081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A96B7D5D-C3D1-C549-8BCC-AF64CC2AAAF7}"/>
              </a:ext>
            </a:extLst>
          </p:cNvPr>
          <p:cNvSpPr/>
          <p:nvPr userDrawn="1"/>
        </p:nvSpPr>
        <p:spPr>
          <a:xfrm>
            <a:off x="9455788" y="3505203"/>
            <a:ext cx="101600" cy="977900"/>
          </a:xfrm>
          <a:custGeom>
            <a:avLst/>
            <a:gdLst>
              <a:gd name="connsiteX0" fmla="*/ 0 w 101600"/>
              <a:gd name="connsiteY0" fmla="*/ 0 h 977900"/>
              <a:gd name="connsiteX1" fmla="*/ 0 w 101600"/>
              <a:gd name="connsiteY1" fmla="*/ 876300 h 977900"/>
              <a:gd name="connsiteX2" fmla="*/ 101600 w 101600"/>
              <a:gd name="connsiteY2" fmla="*/ 977900 h 977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1600" h="977900">
                <a:moveTo>
                  <a:pt x="0" y="0"/>
                </a:moveTo>
                <a:lnTo>
                  <a:pt x="0" y="876300"/>
                </a:lnTo>
                <a:lnTo>
                  <a:pt x="101600" y="977900"/>
                </a:lnTo>
              </a:path>
            </a:pathLst>
          </a:custGeom>
          <a:noFill/>
          <a:ln>
            <a:solidFill>
              <a:schemeClr val="bg2"/>
            </a:solidFill>
            <a:tailEnd type="oval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2" name="Freeform 21">
            <a:extLst>
              <a:ext uri="{FF2B5EF4-FFF2-40B4-BE49-F238E27FC236}">
                <a16:creationId xmlns:a16="http://schemas.microsoft.com/office/drawing/2014/main" id="{7D6D4901-FA11-9742-B2C7-8BC14BEECC2C}"/>
              </a:ext>
            </a:extLst>
          </p:cNvPr>
          <p:cNvSpPr/>
          <p:nvPr userDrawn="1"/>
        </p:nvSpPr>
        <p:spPr>
          <a:xfrm>
            <a:off x="6636388" y="3505203"/>
            <a:ext cx="101600" cy="977900"/>
          </a:xfrm>
          <a:custGeom>
            <a:avLst/>
            <a:gdLst>
              <a:gd name="connsiteX0" fmla="*/ 0 w 101600"/>
              <a:gd name="connsiteY0" fmla="*/ 0 h 977900"/>
              <a:gd name="connsiteX1" fmla="*/ 0 w 101600"/>
              <a:gd name="connsiteY1" fmla="*/ 876300 h 977900"/>
              <a:gd name="connsiteX2" fmla="*/ 101600 w 101600"/>
              <a:gd name="connsiteY2" fmla="*/ 977900 h 977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1600" h="977900">
                <a:moveTo>
                  <a:pt x="0" y="0"/>
                </a:moveTo>
                <a:lnTo>
                  <a:pt x="0" y="876300"/>
                </a:lnTo>
                <a:lnTo>
                  <a:pt x="101600" y="977900"/>
                </a:lnTo>
              </a:path>
            </a:pathLst>
          </a:custGeom>
          <a:noFill/>
          <a:ln>
            <a:solidFill>
              <a:schemeClr val="bg2"/>
            </a:solidFill>
            <a:tailEnd type="oval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1768E67D-BDDE-1243-9452-E42B8957E59A}"/>
              </a:ext>
            </a:extLst>
          </p:cNvPr>
          <p:cNvSpPr/>
          <p:nvPr userDrawn="1"/>
        </p:nvSpPr>
        <p:spPr>
          <a:xfrm>
            <a:off x="3829688" y="3505203"/>
            <a:ext cx="101600" cy="977900"/>
          </a:xfrm>
          <a:custGeom>
            <a:avLst/>
            <a:gdLst>
              <a:gd name="connsiteX0" fmla="*/ 0 w 101600"/>
              <a:gd name="connsiteY0" fmla="*/ 0 h 977900"/>
              <a:gd name="connsiteX1" fmla="*/ 0 w 101600"/>
              <a:gd name="connsiteY1" fmla="*/ 876300 h 977900"/>
              <a:gd name="connsiteX2" fmla="*/ 101600 w 101600"/>
              <a:gd name="connsiteY2" fmla="*/ 977900 h 977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1600" h="977900">
                <a:moveTo>
                  <a:pt x="0" y="0"/>
                </a:moveTo>
                <a:lnTo>
                  <a:pt x="0" y="876300"/>
                </a:lnTo>
                <a:lnTo>
                  <a:pt x="101600" y="977900"/>
                </a:lnTo>
              </a:path>
            </a:pathLst>
          </a:custGeom>
          <a:noFill/>
          <a:ln>
            <a:solidFill>
              <a:schemeClr val="bg2"/>
            </a:solidFill>
            <a:tailEnd type="oval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B2AE07E-2B21-224D-89B3-CCD8154BF34E}"/>
              </a:ext>
            </a:extLst>
          </p:cNvPr>
          <p:cNvSpPr/>
          <p:nvPr userDrawn="1"/>
        </p:nvSpPr>
        <p:spPr>
          <a:xfrm>
            <a:off x="3761514" y="2908310"/>
            <a:ext cx="609047" cy="609047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pPr>
              <a:lnSpc>
                <a:spcPct val="130000"/>
              </a:lnSpc>
            </a:pPr>
            <a:endParaRPr lang="en-US" sz="1000">
              <a:solidFill>
                <a:srgbClr val="FFFFFF">
                  <a:alpha val="70000"/>
                </a:srgbClr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943B0FD-F6B8-0948-9803-C249EAF6F76F}"/>
              </a:ext>
            </a:extLst>
          </p:cNvPr>
          <p:cNvSpPr/>
          <p:nvPr userDrawn="1"/>
        </p:nvSpPr>
        <p:spPr>
          <a:xfrm>
            <a:off x="6568214" y="2908310"/>
            <a:ext cx="609047" cy="609047"/>
          </a:xfrm>
          <a:prstGeom prst="rect">
            <a:avLst/>
          </a:prstGeom>
          <a:solidFill>
            <a:srgbClr val="F26F2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pPr>
              <a:lnSpc>
                <a:spcPct val="130000"/>
              </a:lnSpc>
            </a:pPr>
            <a:endParaRPr lang="en-US" sz="1000">
              <a:solidFill>
                <a:srgbClr val="FFFFFF">
                  <a:alpha val="70000"/>
                </a:srgbClr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F028114-EBC8-6B41-8D35-2E0367A5C540}"/>
              </a:ext>
            </a:extLst>
          </p:cNvPr>
          <p:cNvSpPr/>
          <p:nvPr userDrawn="1"/>
        </p:nvSpPr>
        <p:spPr>
          <a:xfrm>
            <a:off x="9374914" y="2908310"/>
            <a:ext cx="609047" cy="609047"/>
          </a:xfrm>
          <a:prstGeom prst="rect">
            <a:avLst/>
          </a:prstGeom>
          <a:solidFill>
            <a:srgbClr val="5B9F47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pPr>
              <a:lnSpc>
                <a:spcPct val="130000"/>
              </a:lnSpc>
            </a:pPr>
            <a:endParaRPr lang="en-US" sz="1000">
              <a:solidFill>
                <a:srgbClr val="FFFFFF">
                  <a:alpha val="70000"/>
                </a:srgbClr>
              </a:solidFill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6808619-1B24-2349-B8A7-E4F6A621F8C5}"/>
              </a:ext>
            </a:extLst>
          </p:cNvPr>
          <p:cNvSpPr/>
          <p:nvPr userDrawn="1"/>
        </p:nvSpPr>
        <p:spPr>
          <a:xfrm>
            <a:off x="283319" y="2908307"/>
            <a:ext cx="1818892" cy="121521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pPr>
              <a:lnSpc>
                <a:spcPct val="130000"/>
              </a:lnSpc>
            </a:pPr>
            <a:endParaRPr lang="en-US" sz="1000">
              <a:solidFill>
                <a:srgbClr val="FFFFFF">
                  <a:alpha val="70000"/>
                </a:srgbClr>
              </a:solidFill>
            </a:endParaRPr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957D33FF-4C48-0647-9FC5-C7E7B4EE336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85548" y="3058757"/>
            <a:ext cx="1614437" cy="914315"/>
          </a:xfrm>
          <a:prstGeom prst="rect">
            <a:avLst/>
          </a:prstGeom>
          <a:solidFill>
            <a:schemeClr val="bg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Insert logo here</a:t>
            </a:r>
          </a:p>
        </p:txBody>
      </p:sp>
      <p:sp>
        <p:nvSpPr>
          <p:cNvPr id="32" name="Picture Placeholder 3">
            <a:extLst>
              <a:ext uri="{FF2B5EF4-FFF2-40B4-BE49-F238E27FC236}">
                <a16:creationId xmlns:a16="http://schemas.microsoft.com/office/drawing/2014/main" id="{AD6FEEDC-EB13-4160-A60D-4A752296EE2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1" y="-10320"/>
            <a:ext cx="12192000" cy="2560203"/>
          </a:xfrm>
          <a:prstGeom prst="rect">
            <a:avLst/>
          </a:prstGeom>
          <a:solidFill>
            <a:srgbClr val="77787B"/>
          </a:solidFill>
          <a:effectLst/>
        </p:spPr>
        <p:txBody>
          <a:bodyPr anchor="ctr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Insert picture here</a:t>
            </a:r>
          </a:p>
        </p:txBody>
      </p:sp>
      <p:sp>
        <p:nvSpPr>
          <p:cNvPr id="33" name="Title 3">
            <a:extLst>
              <a:ext uri="{FF2B5EF4-FFF2-40B4-BE49-F238E27FC236}">
                <a16:creationId xmlns:a16="http://schemas.microsoft.com/office/drawing/2014/main" id="{47833366-16DA-4B45-B3F3-404E7B31D3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3826" y="698188"/>
            <a:ext cx="10873208" cy="452845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CASE STUDY</a:t>
            </a:r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54EE1896-8FA0-480E-B794-718252ECEAC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45045" y="1390497"/>
            <a:ext cx="10890770" cy="395107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800" b="0">
                <a:solidFill>
                  <a:schemeClr val="bg1"/>
                </a:solidFill>
              </a:defRPr>
            </a:lvl1pPr>
            <a:lvl2pPr marL="12700" indent="0">
              <a:buNone/>
              <a:defRPr sz="1400"/>
            </a:lvl2pPr>
            <a:lvl3pPr marL="236519" indent="0">
              <a:buNone/>
              <a:defRPr sz="1200"/>
            </a:lvl3pPr>
            <a:lvl4pPr marL="460339" indent="0">
              <a:buNone/>
              <a:defRPr sz="1200"/>
            </a:lvl4pPr>
            <a:lvl5pPr marL="696860" indent="0">
              <a:buNone/>
              <a:defRPr sz="1200"/>
            </a:lvl5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This is your optional subtitle Try to keep this to two lines of type maximum if used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CCEE5CE-8014-42AE-B210-7B2F0A23AD0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059106" y="4330025"/>
            <a:ext cx="2349191" cy="1996831"/>
          </a:xfrm>
          <a:prstGeom prst="rect">
            <a:avLst/>
          </a:prstGeom>
        </p:spPr>
        <p:txBody>
          <a:bodyPr lIns="0"/>
          <a:lstStyle>
            <a:lvl1pPr marL="0" indent="0">
              <a:spcBef>
                <a:spcPts val="0"/>
              </a:spcBef>
              <a:buFontTx/>
              <a:buNone/>
              <a:defRPr lang="en-US" sz="2000" b="1" kern="1200" dirty="0">
                <a:solidFill>
                  <a:srgbClr val="C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/>
              <a:t>Challenges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9">
            <a:extLst>
              <a:ext uri="{FF2B5EF4-FFF2-40B4-BE49-F238E27FC236}">
                <a16:creationId xmlns:a16="http://schemas.microsoft.com/office/drawing/2014/main" id="{468E216A-8343-420D-A420-43521F6EF5A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855138" y="4330025"/>
            <a:ext cx="2349191" cy="1996831"/>
          </a:xfrm>
          <a:prstGeom prst="rect">
            <a:avLst/>
          </a:prstGeom>
        </p:spPr>
        <p:txBody>
          <a:bodyPr lIns="0"/>
          <a:lstStyle>
            <a:lvl1pPr marL="0" indent="0">
              <a:spcBef>
                <a:spcPts val="0"/>
              </a:spcBef>
              <a:buNone/>
              <a:defRPr lang="en-US" sz="2000" b="1" kern="1200" dirty="0">
                <a:solidFill>
                  <a:srgbClr val="F77A33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/>
              <a:t>Solutions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9">
            <a:extLst>
              <a:ext uri="{FF2B5EF4-FFF2-40B4-BE49-F238E27FC236}">
                <a16:creationId xmlns:a16="http://schemas.microsoft.com/office/drawing/2014/main" id="{56A4EA9A-3661-4A8B-8435-8B4D803C7F2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679437" y="4319890"/>
            <a:ext cx="2349191" cy="1996831"/>
          </a:xfrm>
          <a:prstGeom prst="rect">
            <a:avLst/>
          </a:prstGeom>
        </p:spPr>
        <p:txBody>
          <a:bodyPr lIns="0"/>
          <a:lstStyle>
            <a:lvl1pPr marL="0" indent="0">
              <a:spcBef>
                <a:spcPts val="0"/>
              </a:spcBef>
              <a:buNone/>
              <a:defRPr lang="en-US" sz="2000" b="1" kern="1200" dirty="0" smtClean="0">
                <a:solidFill>
                  <a:srgbClr val="5B9F47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/>
              <a:t>Benefits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9">
            <a:extLst>
              <a:ext uri="{FF2B5EF4-FFF2-40B4-BE49-F238E27FC236}">
                <a16:creationId xmlns:a16="http://schemas.microsoft.com/office/drawing/2014/main" id="{28EF49FB-F4F4-49D9-A1FA-779B84D2421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77101" y="4330025"/>
            <a:ext cx="2738171" cy="1996831"/>
          </a:xfrm>
          <a:prstGeom prst="rect">
            <a:avLst/>
          </a:prstGeom>
        </p:spPr>
        <p:txBody>
          <a:bodyPr lIns="0"/>
          <a:lstStyle>
            <a:lvl1pPr marL="0" indent="0">
              <a:spcBef>
                <a:spcPts val="0"/>
              </a:spcBef>
              <a:buNone/>
              <a:defRPr lang="en-US" sz="2000" b="1" kern="1200" dirty="0">
                <a:solidFill>
                  <a:schemeClr val="accent2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/>
              <a:t>Company Name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8" name="Google Shape;107;p19">
            <a:extLst>
              <a:ext uri="{FF2B5EF4-FFF2-40B4-BE49-F238E27FC236}">
                <a16:creationId xmlns:a16="http://schemas.microsoft.com/office/drawing/2014/main" id="{DB40A747-5074-6242-97D2-EC30617C7B81}"/>
              </a:ext>
            </a:extLst>
          </p:cNvPr>
          <p:cNvPicPr/>
          <p:nvPr userDrawn="1"/>
        </p:nvPicPr>
        <p:blipFill>
          <a:blip r:embed="rId2"/>
          <a:stretch/>
        </p:blipFill>
        <p:spPr>
          <a:xfrm>
            <a:off x="-962" y="6362184"/>
            <a:ext cx="12191520" cy="523200"/>
          </a:xfrm>
          <a:prstGeom prst="rect">
            <a:avLst/>
          </a:prstGeom>
          <a:ln w="0">
            <a:noFill/>
          </a:ln>
        </p:spPr>
      </p:pic>
      <p:sp>
        <p:nvSpPr>
          <p:cNvPr id="51" name="Rectangle 50">
            <a:extLst>
              <a:ext uri="{FF2B5EF4-FFF2-40B4-BE49-F238E27FC236}">
                <a16:creationId xmlns:a16="http://schemas.microsoft.com/office/drawing/2014/main" id="{D3D9D323-115D-B049-9550-2631A017BF8C}"/>
              </a:ext>
            </a:extLst>
          </p:cNvPr>
          <p:cNvSpPr/>
          <p:nvPr userDrawn="1"/>
        </p:nvSpPr>
        <p:spPr>
          <a:xfrm>
            <a:off x="11547063" y="641909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7CC769B9-F41B-0C47-8A63-74C517159841}"/>
              </a:ext>
            </a:extLst>
          </p:cNvPr>
          <p:cNvSpPr/>
          <p:nvPr userDrawn="1"/>
        </p:nvSpPr>
        <p:spPr>
          <a:xfrm>
            <a:off x="11547063" y="646557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pic>
        <p:nvPicPr>
          <p:cNvPr id="28" name="Google Shape;108;p19">
            <a:extLst>
              <a:ext uri="{FF2B5EF4-FFF2-40B4-BE49-F238E27FC236}">
                <a16:creationId xmlns:a16="http://schemas.microsoft.com/office/drawing/2014/main" id="{5561D7CB-69E5-2942-B2C9-45E3F133BFE2}"/>
              </a:ext>
            </a:extLst>
          </p:cNvPr>
          <p:cNvPicPr/>
          <p:nvPr userDrawn="1"/>
        </p:nvPicPr>
        <p:blipFill>
          <a:blip r:embed="rId3" cstate="print"/>
          <a:stretch/>
        </p:blipFill>
        <p:spPr>
          <a:xfrm>
            <a:off x="389760" y="6451464"/>
            <a:ext cx="1264320" cy="344640"/>
          </a:xfrm>
          <a:prstGeom prst="rect">
            <a:avLst/>
          </a:prstGeom>
          <a:ln w="0">
            <a:noFill/>
          </a:ln>
        </p:spPr>
      </p:pic>
      <p:sp>
        <p:nvSpPr>
          <p:cNvPr id="29" name="Google Shape;109;p19">
            <a:extLst>
              <a:ext uri="{FF2B5EF4-FFF2-40B4-BE49-F238E27FC236}">
                <a16:creationId xmlns:a16="http://schemas.microsoft.com/office/drawing/2014/main" id="{672E4AAC-C77D-AD4C-943F-963973DF763A}"/>
              </a:ext>
            </a:extLst>
          </p:cNvPr>
          <p:cNvSpPr/>
          <p:nvPr userDrawn="1"/>
        </p:nvSpPr>
        <p:spPr>
          <a:xfrm>
            <a:off x="9281760" y="6541678"/>
            <a:ext cx="1931040" cy="16421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1520">
              <a:lnSpc>
                <a:spcPct val="100000"/>
              </a:lnSpc>
              <a:tabLst>
                <a:tab pos="0" algn="l"/>
              </a:tabLst>
            </a:pPr>
            <a:r>
              <a:rPr lang="en" sz="1067" b="0" u="none" strike="noStrike">
                <a:uFillTx/>
                <a:latin typeface="Calibri"/>
                <a:ea typeface="Calibri"/>
              </a:rPr>
              <a:t>Tavant Proprietary &amp; Confidential</a:t>
            </a:r>
            <a:endParaRPr lang="en-IN" sz="1067" b="0" u="none" strike="noStrike">
              <a:uFillTx/>
              <a:latin typeface="Arial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363D2D6-72DA-DE4B-9649-02A9511EE821}"/>
              </a:ext>
            </a:extLst>
          </p:cNvPr>
          <p:cNvSpPr txBox="1"/>
          <p:nvPr userDrawn="1"/>
        </p:nvSpPr>
        <p:spPr>
          <a:xfrm>
            <a:off x="11502039" y="6495512"/>
            <a:ext cx="349775" cy="256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954E5BDB-61AA-4049-AE86-82CC72DFC771}" type="slidenum">
              <a:rPr lang="en-US" sz="1067" smtClean="0">
                <a:solidFill>
                  <a:schemeClr val="bg1"/>
                </a:solidFill>
              </a:rPr>
              <a:t>‹#›</a:t>
            </a:fld>
            <a:endParaRPr lang="en-US" sz="1067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0522384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ulti-Case Stu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51">
            <a:extLst>
              <a:ext uri="{FF2B5EF4-FFF2-40B4-BE49-F238E27FC236}">
                <a16:creationId xmlns:a16="http://schemas.microsoft.com/office/drawing/2014/main" id="{81520782-6445-4D4E-BE45-65BB1CBC8442}"/>
              </a:ext>
            </a:extLst>
          </p:cNvPr>
          <p:cNvSpPr/>
          <p:nvPr userDrawn="1"/>
        </p:nvSpPr>
        <p:spPr>
          <a:xfrm>
            <a:off x="9029487" y="1337201"/>
            <a:ext cx="2700087" cy="46328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41300" dist="38100" dir="8100000" sx="101000" sy="101000" algn="tr" rotWithShape="0">
              <a:prstClr val="black">
                <a:alpha val="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92000" rtlCol="0" anchor="ctr"/>
          <a:lstStyle/>
          <a:p>
            <a:pPr>
              <a:lnSpc>
                <a:spcPct val="130000"/>
              </a:lnSpc>
            </a:pPr>
            <a:endParaRPr lang="en-US" sz="1000">
              <a:solidFill>
                <a:srgbClr val="FFFFFF">
                  <a:alpha val="70000"/>
                </a:srgbClr>
              </a:solidFill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F3A0037-1E72-224F-A7C7-D7940C4F77FB}"/>
              </a:ext>
            </a:extLst>
          </p:cNvPr>
          <p:cNvSpPr/>
          <p:nvPr userDrawn="1"/>
        </p:nvSpPr>
        <p:spPr>
          <a:xfrm>
            <a:off x="6169057" y="1337201"/>
            <a:ext cx="2700087" cy="46328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41300" dist="38100" dir="8100000" sx="101000" sy="101000" algn="tr" rotWithShape="0">
              <a:prstClr val="black">
                <a:alpha val="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92000" rtlCol="0" anchor="ctr"/>
          <a:lstStyle/>
          <a:p>
            <a:pPr>
              <a:lnSpc>
                <a:spcPct val="130000"/>
              </a:lnSpc>
            </a:pPr>
            <a:endParaRPr lang="en-US" sz="1000">
              <a:solidFill>
                <a:srgbClr val="FFFFFF">
                  <a:alpha val="70000"/>
                </a:srgbClr>
              </a:solidFill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2C7EC690-CF21-CC41-B09B-7AAC0A1A85DA}"/>
              </a:ext>
            </a:extLst>
          </p:cNvPr>
          <p:cNvSpPr/>
          <p:nvPr userDrawn="1"/>
        </p:nvSpPr>
        <p:spPr>
          <a:xfrm>
            <a:off x="3308626" y="1337201"/>
            <a:ext cx="2700087" cy="46328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41300" dist="38100" dir="8100000" sx="101000" sy="101000" algn="tr" rotWithShape="0">
              <a:prstClr val="black">
                <a:alpha val="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92000" rtlCol="0" anchor="ctr"/>
          <a:lstStyle/>
          <a:p>
            <a:pPr>
              <a:lnSpc>
                <a:spcPct val="130000"/>
              </a:lnSpc>
            </a:pPr>
            <a:endParaRPr lang="en-US" sz="1000">
              <a:solidFill>
                <a:srgbClr val="FFFFFF">
                  <a:alpha val="70000"/>
                </a:srgbClr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7998594-4779-DA40-B080-0BF035DBB086}"/>
              </a:ext>
            </a:extLst>
          </p:cNvPr>
          <p:cNvSpPr/>
          <p:nvPr/>
        </p:nvSpPr>
        <p:spPr>
          <a:xfrm>
            <a:off x="463826" y="1337201"/>
            <a:ext cx="2700087" cy="46328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41300" dist="38100" dir="8100000" sx="101000" sy="101000" algn="tr" rotWithShape="0">
              <a:prstClr val="black">
                <a:alpha val="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92000" rtlCol="0" anchor="ctr"/>
          <a:lstStyle/>
          <a:p>
            <a:pPr>
              <a:lnSpc>
                <a:spcPct val="130000"/>
              </a:lnSpc>
            </a:pPr>
            <a:endParaRPr lang="en-US" sz="1000">
              <a:solidFill>
                <a:srgbClr val="FFFFFF">
                  <a:alpha val="70000"/>
                </a:srgbClr>
              </a:solidFill>
            </a:endParaRPr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9E8FAB02-E445-E147-9C72-7AB121E6441F}"/>
              </a:ext>
            </a:extLst>
          </p:cNvPr>
          <p:cNvSpPr>
            <a:spLocks noGrp="1"/>
          </p:cNvSpPr>
          <p:nvPr userDrawn="1">
            <p:ph type="pic" sz="quarter" idx="10" hasCustomPrompt="1"/>
          </p:nvPr>
        </p:nvSpPr>
        <p:spPr>
          <a:xfrm>
            <a:off x="498537" y="5255187"/>
            <a:ext cx="2630659" cy="598999"/>
          </a:xfrm>
          <a:prstGeom prst="rect">
            <a:avLst/>
          </a:prstGeom>
          <a:solidFill>
            <a:schemeClr val="bg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Insert logo here</a:t>
            </a:r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17085D61-F5F3-AA4C-9AF8-D0B254FF9B0D}"/>
              </a:ext>
            </a:extLst>
          </p:cNvPr>
          <p:cNvSpPr>
            <a:spLocks noGrp="1"/>
          </p:cNvSpPr>
          <p:nvPr userDrawn="1">
            <p:ph type="pic" sz="quarter" idx="11" hasCustomPrompt="1"/>
          </p:nvPr>
        </p:nvSpPr>
        <p:spPr>
          <a:xfrm>
            <a:off x="3353293" y="5255187"/>
            <a:ext cx="2630659" cy="598999"/>
          </a:xfrm>
          <a:prstGeom prst="rect">
            <a:avLst/>
          </a:prstGeom>
          <a:solidFill>
            <a:schemeClr val="bg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Insert logo here</a:t>
            </a:r>
          </a:p>
        </p:txBody>
      </p:sp>
      <p:sp>
        <p:nvSpPr>
          <p:cNvPr id="22" name="Picture Placeholder 3">
            <a:extLst>
              <a:ext uri="{FF2B5EF4-FFF2-40B4-BE49-F238E27FC236}">
                <a16:creationId xmlns:a16="http://schemas.microsoft.com/office/drawing/2014/main" id="{636DC839-7F6B-6049-A06B-888CC074D01C}"/>
              </a:ext>
            </a:extLst>
          </p:cNvPr>
          <p:cNvSpPr>
            <a:spLocks noGrp="1"/>
          </p:cNvSpPr>
          <p:nvPr userDrawn="1">
            <p:ph type="pic" sz="quarter" idx="12" hasCustomPrompt="1"/>
          </p:nvPr>
        </p:nvSpPr>
        <p:spPr>
          <a:xfrm>
            <a:off x="6208049" y="5255187"/>
            <a:ext cx="2630659" cy="598999"/>
          </a:xfrm>
          <a:prstGeom prst="rect">
            <a:avLst/>
          </a:prstGeom>
          <a:solidFill>
            <a:schemeClr val="bg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Insert logo here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3D0C6EF3-EBB8-464E-9E55-384E3CF9C42E}"/>
              </a:ext>
            </a:extLst>
          </p:cNvPr>
          <p:cNvSpPr>
            <a:spLocks noGrp="1"/>
          </p:cNvSpPr>
          <p:nvPr userDrawn="1">
            <p:ph type="pic" sz="quarter" idx="13" hasCustomPrompt="1"/>
          </p:nvPr>
        </p:nvSpPr>
        <p:spPr>
          <a:xfrm>
            <a:off x="9062801" y="5255187"/>
            <a:ext cx="2630659" cy="598999"/>
          </a:xfrm>
          <a:prstGeom prst="rect">
            <a:avLst/>
          </a:prstGeom>
          <a:solidFill>
            <a:schemeClr val="bg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Insert logo here</a:t>
            </a:r>
          </a:p>
        </p:txBody>
      </p:sp>
      <p:sp>
        <p:nvSpPr>
          <p:cNvPr id="24" name="Picture Placeholder 3">
            <a:extLst>
              <a:ext uri="{FF2B5EF4-FFF2-40B4-BE49-F238E27FC236}">
                <a16:creationId xmlns:a16="http://schemas.microsoft.com/office/drawing/2014/main" id="{2A18A9AB-D7E3-314B-98CB-72463CE60E5C}"/>
              </a:ext>
            </a:extLst>
          </p:cNvPr>
          <p:cNvSpPr>
            <a:spLocks noGrp="1"/>
          </p:cNvSpPr>
          <p:nvPr userDrawn="1">
            <p:ph type="pic" sz="quarter" idx="14" hasCustomPrompt="1"/>
          </p:nvPr>
        </p:nvSpPr>
        <p:spPr>
          <a:xfrm>
            <a:off x="463816" y="1337197"/>
            <a:ext cx="2700088" cy="1307531"/>
          </a:xfrm>
          <a:prstGeom prst="rect">
            <a:avLst/>
          </a:prstGeom>
          <a:solidFill>
            <a:srgbClr val="77787B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Insert picture here</a:t>
            </a:r>
          </a:p>
        </p:txBody>
      </p:sp>
      <p:sp>
        <p:nvSpPr>
          <p:cNvPr id="25" name="Picture Placeholder 3">
            <a:extLst>
              <a:ext uri="{FF2B5EF4-FFF2-40B4-BE49-F238E27FC236}">
                <a16:creationId xmlns:a16="http://schemas.microsoft.com/office/drawing/2014/main" id="{DDEEE34A-7757-FC4A-A16A-158DFAA6FAB7}"/>
              </a:ext>
            </a:extLst>
          </p:cNvPr>
          <p:cNvSpPr>
            <a:spLocks noGrp="1"/>
          </p:cNvSpPr>
          <p:nvPr userDrawn="1">
            <p:ph type="pic" sz="quarter" idx="15" hasCustomPrompt="1"/>
          </p:nvPr>
        </p:nvSpPr>
        <p:spPr>
          <a:xfrm>
            <a:off x="3318575" y="1337197"/>
            <a:ext cx="2700088" cy="1307531"/>
          </a:xfrm>
          <a:prstGeom prst="rect">
            <a:avLst/>
          </a:prstGeom>
          <a:solidFill>
            <a:srgbClr val="77787B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Insert picture here</a:t>
            </a:r>
          </a:p>
        </p:txBody>
      </p:sp>
      <p:sp>
        <p:nvSpPr>
          <p:cNvPr id="26" name="Picture Placeholder 3">
            <a:extLst>
              <a:ext uri="{FF2B5EF4-FFF2-40B4-BE49-F238E27FC236}">
                <a16:creationId xmlns:a16="http://schemas.microsoft.com/office/drawing/2014/main" id="{492F5E3D-F451-8745-B075-908C2928FB48}"/>
              </a:ext>
            </a:extLst>
          </p:cNvPr>
          <p:cNvSpPr>
            <a:spLocks noGrp="1"/>
          </p:cNvSpPr>
          <p:nvPr userDrawn="1">
            <p:ph type="pic" sz="quarter" idx="16" hasCustomPrompt="1"/>
          </p:nvPr>
        </p:nvSpPr>
        <p:spPr>
          <a:xfrm>
            <a:off x="6173335" y="1337197"/>
            <a:ext cx="2700087" cy="1307531"/>
          </a:xfrm>
          <a:prstGeom prst="rect">
            <a:avLst/>
          </a:prstGeom>
          <a:solidFill>
            <a:srgbClr val="77787B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Insert picture here</a:t>
            </a:r>
          </a:p>
        </p:txBody>
      </p:sp>
      <p:sp>
        <p:nvSpPr>
          <p:cNvPr id="27" name="Picture Placeholder 3">
            <a:extLst>
              <a:ext uri="{FF2B5EF4-FFF2-40B4-BE49-F238E27FC236}">
                <a16:creationId xmlns:a16="http://schemas.microsoft.com/office/drawing/2014/main" id="{A43356B3-5B9D-F94E-BDDB-E31EB8E76459}"/>
              </a:ext>
            </a:extLst>
          </p:cNvPr>
          <p:cNvSpPr>
            <a:spLocks noGrp="1"/>
          </p:cNvSpPr>
          <p:nvPr userDrawn="1">
            <p:ph type="pic" sz="quarter" idx="17" hasCustomPrompt="1"/>
          </p:nvPr>
        </p:nvSpPr>
        <p:spPr>
          <a:xfrm>
            <a:off x="9028090" y="1337197"/>
            <a:ext cx="2700087" cy="1307531"/>
          </a:xfrm>
          <a:prstGeom prst="rect">
            <a:avLst/>
          </a:prstGeom>
          <a:solidFill>
            <a:srgbClr val="77787B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Insert picture here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3CE1E66-EC15-5B40-9968-E896A29B13FA}"/>
              </a:ext>
            </a:extLst>
          </p:cNvPr>
          <p:cNvSpPr/>
          <p:nvPr userDrawn="1"/>
        </p:nvSpPr>
        <p:spPr>
          <a:xfrm rot="16200000">
            <a:off x="1777983" y="4585843"/>
            <a:ext cx="68400" cy="2700087"/>
          </a:xfrm>
          <a:prstGeom prst="rect">
            <a:avLst/>
          </a:prstGeom>
          <a:solidFill>
            <a:srgbClr val="F26F2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C234807-D5C6-E741-8D04-AB4B83E8DCD9}"/>
              </a:ext>
            </a:extLst>
          </p:cNvPr>
          <p:cNvSpPr/>
          <p:nvPr userDrawn="1"/>
        </p:nvSpPr>
        <p:spPr>
          <a:xfrm rot="16200000">
            <a:off x="4632737" y="4585843"/>
            <a:ext cx="68400" cy="2700087"/>
          </a:xfrm>
          <a:prstGeom prst="rect">
            <a:avLst/>
          </a:prstGeom>
          <a:solidFill>
            <a:srgbClr val="F26F2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63E8E2F-8D36-9D4C-9A12-FB1C222AF3C1}"/>
              </a:ext>
            </a:extLst>
          </p:cNvPr>
          <p:cNvSpPr/>
          <p:nvPr userDrawn="1"/>
        </p:nvSpPr>
        <p:spPr>
          <a:xfrm rot="16200000">
            <a:off x="7489176" y="4585843"/>
            <a:ext cx="68400" cy="2700087"/>
          </a:xfrm>
          <a:prstGeom prst="rect">
            <a:avLst/>
          </a:prstGeom>
          <a:solidFill>
            <a:srgbClr val="F26F2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8E731C5-FCC1-284B-94C5-FFEBF73D08A8}"/>
              </a:ext>
            </a:extLst>
          </p:cNvPr>
          <p:cNvSpPr/>
          <p:nvPr userDrawn="1"/>
        </p:nvSpPr>
        <p:spPr>
          <a:xfrm rot="16200000">
            <a:off x="10343931" y="4585843"/>
            <a:ext cx="68400" cy="2700087"/>
          </a:xfrm>
          <a:prstGeom prst="rect">
            <a:avLst/>
          </a:prstGeom>
          <a:solidFill>
            <a:srgbClr val="F26F2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5E1DE19-CCDB-6B4C-B55A-443B952B1D47}"/>
              </a:ext>
            </a:extLst>
          </p:cNvPr>
          <p:cNvCxnSpPr/>
          <p:nvPr userDrawn="1"/>
        </p:nvCxnSpPr>
        <p:spPr>
          <a:xfrm>
            <a:off x="703387" y="5186785"/>
            <a:ext cx="2208628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82A9D28-4CA4-EA4C-AC18-E9FC38E1ABBA}"/>
              </a:ext>
            </a:extLst>
          </p:cNvPr>
          <p:cNvCxnSpPr/>
          <p:nvPr userDrawn="1"/>
        </p:nvCxnSpPr>
        <p:spPr>
          <a:xfrm>
            <a:off x="3559127" y="5186785"/>
            <a:ext cx="2208628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745CD96C-C2E5-FA41-BDC0-2978BF31346E}"/>
              </a:ext>
            </a:extLst>
          </p:cNvPr>
          <p:cNvCxnSpPr/>
          <p:nvPr userDrawn="1"/>
        </p:nvCxnSpPr>
        <p:spPr>
          <a:xfrm>
            <a:off x="6428939" y="5186785"/>
            <a:ext cx="2208628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680C349-BBE9-1344-9277-9344B2021538}"/>
              </a:ext>
            </a:extLst>
          </p:cNvPr>
          <p:cNvCxnSpPr/>
          <p:nvPr userDrawn="1"/>
        </p:nvCxnSpPr>
        <p:spPr>
          <a:xfrm>
            <a:off x="9284679" y="5186785"/>
            <a:ext cx="2208628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itle Placeholder 1">
            <a:extLst>
              <a:ext uri="{FF2B5EF4-FFF2-40B4-BE49-F238E27FC236}">
                <a16:creationId xmlns:a16="http://schemas.microsoft.com/office/drawing/2014/main" id="{001CD053-1DF2-E947-93A6-907C43CDB9CE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389760" y="292216"/>
            <a:ext cx="11338415" cy="359457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>
              <a:defRPr sz="2400" b="1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3" name="Text Placeholder 3">
            <a:extLst>
              <a:ext uri="{FF2B5EF4-FFF2-40B4-BE49-F238E27FC236}">
                <a16:creationId xmlns:a16="http://schemas.microsoft.com/office/drawing/2014/main" id="{5EC6993A-0541-4D4A-BA5E-6A3E0A3EEFCE}"/>
              </a:ext>
            </a:extLst>
          </p:cNvPr>
          <p:cNvSpPr>
            <a:spLocks noGrp="1"/>
          </p:cNvSpPr>
          <p:nvPr userDrawn="1">
            <p:ph type="body" sz="quarter" idx="18"/>
          </p:nvPr>
        </p:nvSpPr>
        <p:spPr>
          <a:xfrm>
            <a:off x="389760" y="618487"/>
            <a:ext cx="11338415" cy="397898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800">
                <a:solidFill>
                  <a:srgbClr val="F77A33"/>
                </a:solidFill>
              </a:defRPr>
            </a:lvl1pPr>
            <a:lvl2pPr marL="12700" indent="0">
              <a:buNone/>
              <a:defRPr sz="1800">
                <a:solidFill>
                  <a:schemeClr val="accent1"/>
                </a:solidFill>
              </a:defRPr>
            </a:lvl2pPr>
            <a:lvl3pPr>
              <a:defRPr sz="1800">
                <a:solidFill>
                  <a:schemeClr val="accent1"/>
                </a:solidFill>
              </a:defRPr>
            </a:lvl3pPr>
            <a:lvl4pPr>
              <a:defRPr sz="1800">
                <a:solidFill>
                  <a:schemeClr val="accent1"/>
                </a:solidFill>
              </a:defRPr>
            </a:lvl4pPr>
            <a:lvl5pPr>
              <a:defRPr sz="18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4" name="Text Placeholder 3">
            <a:extLst>
              <a:ext uri="{FF2B5EF4-FFF2-40B4-BE49-F238E27FC236}">
                <a16:creationId xmlns:a16="http://schemas.microsoft.com/office/drawing/2014/main" id="{2302A5E5-2BCF-2B43-8ACA-A92738C32683}"/>
              </a:ext>
            </a:extLst>
          </p:cNvPr>
          <p:cNvSpPr>
            <a:spLocks noGrp="1"/>
          </p:cNvSpPr>
          <p:nvPr userDrawn="1">
            <p:ph type="body" sz="quarter" idx="19" hasCustomPrompt="1"/>
          </p:nvPr>
        </p:nvSpPr>
        <p:spPr>
          <a:xfrm>
            <a:off x="584281" y="2747226"/>
            <a:ext cx="2455803" cy="2371161"/>
          </a:xfrm>
          <a:prstGeom prst="rect">
            <a:avLst/>
          </a:prstGeom>
        </p:spPr>
        <p:txBody>
          <a:bodyPr lIns="0" anchor="ctr"/>
          <a:lstStyle>
            <a:lvl1pPr marL="0" indent="0" algn="ctr">
              <a:spcBef>
                <a:spcPts val="0"/>
              </a:spcBef>
              <a:spcAft>
                <a:spcPts val="667"/>
              </a:spcAft>
              <a:buNone/>
              <a:defRPr sz="1400" b="1">
                <a:solidFill>
                  <a:schemeClr val="tx1"/>
                </a:solidFill>
              </a:defRPr>
            </a:lvl1pPr>
            <a:lvl2pPr marL="12700" indent="0" algn="ctr">
              <a:buNone/>
              <a:defRPr sz="1200"/>
            </a:lvl2pPr>
            <a:lvl3pPr marL="236519" indent="0">
              <a:buNone/>
              <a:defRPr sz="1200"/>
            </a:lvl3pPr>
            <a:lvl4pPr marL="460339" indent="0">
              <a:buNone/>
              <a:defRPr sz="1200"/>
            </a:lvl4pPr>
            <a:lvl5pPr marL="696860" indent="0">
              <a:buNone/>
              <a:defRPr sz="1200"/>
            </a:lvl5pPr>
          </a:lstStyle>
          <a:p>
            <a:pPr marL="9525">
              <a:spcBef>
                <a:spcPts val="0"/>
              </a:spcBef>
              <a:spcAft>
                <a:spcPts val="500"/>
              </a:spcAft>
            </a:pPr>
            <a:r>
              <a:rPr lang="en-US" sz="1400" b="1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Text placeholder</a:t>
            </a:r>
          </a:p>
          <a:p>
            <a:pPr marL="22225" lvl="1">
              <a:spcBef>
                <a:spcPts val="0"/>
              </a:spcBef>
              <a:spcAft>
                <a:spcPts val="500"/>
              </a:spcAft>
            </a:pPr>
            <a:r>
              <a:rPr lang="en-US"/>
              <a:t>Second level</a:t>
            </a:r>
          </a:p>
        </p:txBody>
      </p:sp>
      <p:sp>
        <p:nvSpPr>
          <p:cNvPr id="45" name="Text Placeholder 3">
            <a:extLst>
              <a:ext uri="{FF2B5EF4-FFF2-40B4-BE49-F238E27FC236}">
                <a16:creationId xmlns:a16="http://schemas.microsoft.com/office/drawing/2014/main" id="{3C60B3E1-A5B0-0644-844F-61D26CC544D2}"/>
              </a:ext>
            </a:extLst>
          </p:cNvPr>
          <p:cNvSpPr>
            <a:spLocks noGrp="1"/>
          </p:cNvSpPr>
          <p:nvPr userDrawn="1">
            <p:ph type="body" sz="quarter" idx="20" hasCustomPrompt="1"/>
          </p:nvPr>
        </p:nvSpPr>
        <p:spPr>
          <a:xfrm>
            <a:off x="3435541" y="2747226"/>
            <a:ext cx="2455803" cy="2371161"/>
          </a:xfrm>
          <a:prstGeom prst="rect">
            <a:avLst/>
          </a:prstGeom>
        </p:spPr>
        <p:txBody>
          <a:bodyPr anchor="ctr"/>
          <a:lstStyle>
            <a:lvl1pPr marL="0" indent="0" algn="ctr">
              <a:spcBef>
                <a:spcPts val="0"/>
              </a:spcBef>
              <a:spcAft>
                <a:spcPts val="667"/>
              </a:spcAft>
              <a:buNone/>
              <a:defRPr sz="1400" b="1">
                <a:solidFill>
                  <a:schemeClr val="tx1"/>
                </a:solidFill>
              </a:defRPr>
            </a:lvl1pPr>
            <a:lvl2pPr marL="12700" indent="0" algn="ctr">
              <a:buNone/>
              <a:defRPr sz="1200"/>
            </a:lvl2pPr>
            <a:lvl3pPr marL="236519" indent="0">
              <a:buNone/>
              <a:defRPr sz="1200"/>
            </a:lvl3pPr>
            <a:lvl4pPr marL="460339" indent="0">
              <a:buNone/>
              <a:defRPr sz="1200"/>
            </a:lvl4pPr>
            <a:lvl5pPr marL="696860" indent="0">
              <a:buNone/>
              <a:defRPr sz="1200"/>
            </a:lvl5pPr>
          </a:lstStyle>
          <a:p>
            <a:pPr marL="9525">
              <a:spcBef>
                <a:spcPts val="0"/>
              </a:spcBef>
              <a:spcAft>
                <a:spcPts val="500"/>
              </a:spcAft>
            </a:pPr>
            <a:r>
              <a:rPr lang="en-US" sz="1400" b="1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Text placeholder</a:t>
            </a:r>
          </a:p>
          <a:p>
            <a:pPr marL="22225" lvl="1">
              <a:spcBef>
                <a:spcPts val="0"/>
              </a:spcBef>
              <a:spcAft>
                <a:spcPts val="500"/>
              </a:spcAft>
            </a:pPr>
            <a:r>
              <a:rPr lang="en-US"/>
              <a:t>Second level</a:t>
            </a:r>
          </a:p>
        </p:txBody>
      </p:sp>
      <p:sp>
        <p:nvSpPr>
          <p:cNvPr id="46" name="Text Placeholder 3">
            <a:extLst>
              <a:ext uri="{FF2B5EF4-FFF2-40B4-BE49-F238E27FC236}">
                <a16:creationId xmlns:a16="http://schemas.microsoft.com/office/drawing/2014/main" id="{A1AE87B1-882D-3A4C-8AAF-150B3DB9CB2E}"/>
              </a:ext>
            </a:extLst>
          </p:cNvPr>
          <p:cNvSpPr>
            <a:spLocks noGrp="1"/>
          </p:cNvSpPr>
          <p:nvPr userDrawn="1">
            <p:ph type="body" sz="quarter" idx="21" hasCustomPrompt="1"/>
          </p:nvPr>
        </p:nvSpPr>
        <p:spPr>
          <a:xfrm>
            <a:off x="6295473" y="2747226"/>
            <a:ext cx="2455803" cy="2371161"/>
          </a:xfrm>
          <a:prstGeom prst="rect">
            <a:avLst/>
          </a:prstGeom>
        </p:spPr>
        <p:txBody>
          <a:bodyPr anchor="ctr"/>
          <a:lstStyle>
            <a:lvl1pPr marL="0" indent="0" algn="ctr">
              <a:spcBef>
                <a:spcPts val="0"/>
              </a:spcBef>
              <a:spcAft>
                <a:spcPts val="667"/>
              </a:spcAft>
              <a:buNone/>
              <a:defRPr sz="1400" b="1">
                <a:solidFill>
                  <a:schemeClr val="tx1"/>
                </a:solidFill>
              </a:defRPr>
            </a:lvl1pPr>
            <a:lvl2pPr marL="12700" indent="0" algn="ctr">
              <a:buNone/>
              <a:defRPr sz="1200"/>
            </a:lvl2pPr>
            <a:lvl3pPr marL="236519" indent="0">
              <a:buNone/>
              <a:defRPr sz="1200"/>
            </a:lvl3pPr>
            <a:lvl4pPr marL="460339" indent="0">
              <a:buNone/>
              <a:defRPr sz="1200"/>
            </a:lvl4pPr>
            <a:lvl5pPr marL="696860" indent="0">
              <a:buNone/>
              <a:defRPr sz="1200"/>
            </a:lvl5pPr>
          </a:lstStyle>
          <a:p>
            <a:pPr marL="9525">
              <a:spcBef>
                <a:spcPts val="0"/>
              </a:spcBef>
              <a:spcAft>
                <a:spcPts val="500"/>
              </a:spcAft>
            </a:pPr>
            <a:r>
              <a:rPr lang="en-US" sz="1400" b="1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Text placeholder</a:t>
            </a:r>
          </a:p>
          <a:p>
            <a:pPr marL="22225" lvl="1">
              <a:spcBef>
                <a:spcPts val="0"/>
              </a:spcBef>
              <a:spcAft>
                <a:spcPts val="500"/>
              </a:spcAft>
            </a:pPr>
            <a:r>
              <a:rPr lang="en-US"/>
              <a:t>Second level</a:t>
            </a:r>
          </a:p>
        </p:txBody>
      </p:sp>
      <p:sp>
        <p:nvSpPr>
          <p:cNvPr id="47" name="Text Placeholder 3">
            <a:extLst>
              <a:ext uri="{FF2B5EF4-FFF2-40B4-BE49-F238E27FC236}">
                <a16:creationId xmlns:a16="http://schemas.microsoft.com/office/drawing/2014/main" id="{6A4171D8-DFED-F147-8985-7A7F4991690A}"/>
              </a:ext>
            </a:extLst>
          </p:cNvPr>
          <p:cNvSpPr>
            <a:spLocks noGrp="1"/>
          </p:cNvSpPr>
          <p:nvPr userDrawn="1">
            <p:ph type="body" sz="quarter" idx="22" hasCustomPrompt="1"/>
          </p:nvPr>
        </p:nvSpPr>
        <p:spPr>
          <a:xfrm>
            <a:off x="9150228" y="2747226"/>
            <a:ext cx="2455803" cy="2371161"/>
          </a:xfrm>
          <a:prstGeom prst="rect">
            <a:avLst/>
          </a:prstGeom>
        </p:spPr>
        <p:txBody>
          <a:bodyPr anchor="ctr"/>
          <a:lstStyle>
            <a:lvl1pPr marL="0" indent="0" algn="ctr">
              <a:spcBef>
                <a:spcPts val="0"/>
              </a:spcBef>
              <a:spcAft>
                <a:spcPts val="667"/>
              </a:spcAft>
              <a:buNone/>
              <a:defRPr sz="1400" b="1">
                <a:solidFill>
                  <a:schemeClr val="tx1"/>
                </a:solidFill>
              </a:defRPr>
            </a:lvl1pPr>
            <a:lvl2pPr marL="12700" indent="0" algn="ctr">
              <a:buNone/>
              <a:defRPr sz="1200"/>
            </a:lvl2pPr>
            <a:lvl3pPr marL="236519" indent="0">
              <a:buNone/>
              <a:defRPr sz="1200"/>
            </a:lvl3pPr>
            <a:lvl4pPr marL="460339" indent="0">
              <a:buNone/>
              <a:defRPr sz="1200"/>
            </a:lvl4pPr>
            <a:lvl5pPr marL="696860" indent="0">
              <a:buNone/>
              <a:defRPr sz="1200"/>
            </a:lvl5pPr>
          </a:lstStyle>
          <a:p>
            <a:pPr marL="9525">
              <a:spcBef>
                <a:spcPts val="0"/>
              </a:spcBef>
              <a:spcAft>
                <a:spcPts val="500"/>
              </a:spcAft>
            </a:pPr>
            <a:r>
              <a:rPr lang="en-US" sz="1400" b="1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Text placeholder</a:t>
            </a:r>
          </a:p>
          <a:p>
            <a:pPr marL="22225" lvl="1">
              <a:spcBef>
                <a:spcPts val="0"/>
              </a:spcBef>
              <a:spcAft>
                <a:spcPts val="500"/>
              </a:spcAft>
            </a:pPr>
            <a:r>
              <a:rPr lang="en-US"/>
              <a:t>Second level</a:t>
            </a:r>
          </a:p>
        </p:txBody>
      </p:sp>
      <p:pic>
        <p:nvPicPr>
          <p:cNvPr id="58" name="Google Shape;107;p19">
            <a:extLst>
              <a:ext uri="{FF2B5EF4-FFF2-40B4-BE49-F238E27FC236}">
                <a16:creationId xmlns:a16="http://schemas.microsoft.com/office/drawing/2014/main" id="{A6CBC8BD-8D2A-574D-A0AE-C83A03733932}"/>
              </a:ext>
            </a:extLst>
          </p:cNvPr>
          <p:cNvPicPr/>
          <p:nvPr userDrawn="1"/>
        </p:nvPicPr>
        <p:blipFill>
          <a:blip r:embed="rId2"/>
          <a:stretch/>
        </p:blipFill>
        <p:spPr>
          <a:xfrm>
            <a:off x="-962" y="6362184"/>
            <a:ext cx="12191520" cy="523200"/>
          </a:xfrm>
          <a:prstGeom prst="rect">
            <a:avLst/>
          </a:prstGeom>
          <a:ln w="0">
            <a:noFill/>
          </a:ln>
        </p:spPr>
      </p:pic>
      <p:sp>
        <p:nvSpPr>
          <p:cNvPr id="61" name="Rectangle 60">
            <a:extLst>
              <a:ext uri="{FF2B5EF4-FFF2-40B4-BE49-F238E27FC236}">
                <a16:creationId xmlns:a16="http://schemas.microsoft.com/office/drawing/2014/main" id="{9CBC9869-D1D2-8549-B499-2ABFA66FF945}"/>
              </a:ext>
            </a:extLst>
          </p:cNvPr>
          <p:cNvSpPr/>
          <p:nvPr userDrawn="1"/>
        </p:nvSpPr>
        <p:spPr>
          <a:xfrm>
            <a:off x="11547063" y="641909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193EEC2E-0CB1-2548-8B79-FA1890DED15D}"/>
              </a:ext>
            </a:extLst>
          </p:cNvPr>
          <p:cNvSpPr/>
          <p:nvPr userDrawn="1"/>
        </p:nvSpPr>
        <p:spPr>
          <a:xfrm>
            <a:off x="11547063" y="646557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pic>
        <p:nvPicPr>
          <p:cNvPr id="36" name="Google Shape;108;p19">
            <a:extLst>
              <a:ext uri="{FF2B5EF4-FFF2-40B4-BE49-F238E27FC236}">
                <a16:creationId xmlns:a16="http://schemas.microsoft.com/office/drawing/2014/main" id="{EB7E264A-31C1-6A42-AA6F-6D4B74E9950D}"/>
              </a:ext>
            </a:extLst>
          </p:cNvPr>
          <p:cNvPicPr/>
          <p:nvPr userDrawn="1"/>
        </p:nvPicPr>
        <p:blipFill>
          <a:blip r:embed="rId3" cstate="print"/>
          <a:stretch/>
        </p:blipFill>
        <p:spPr>
          <a:xfrm>
            <a:off x="389760" y="6451464"/>
            <a:ext cx="1264320" cy="344640"/>
          </a:xfrm>
          <a:prstGeom prst="rect">
            <a:avLst/>
          </a:prstGeom>
          <a:ln w="0">
            <a:noFill/>
          </a:ln>
        </p:spPr>
      </p:pic>
      <p:sp>
        <p:nvSpPr>
          <p:cNvPr id="37" name="Google Shape;109;p19">
            <a:extLst>
              <a:ext uri="{FF2B5EF4-FFF2-40B4-BE49-F238E27FC236}">
                <a16:creationId xmlns:a16="http://schemas.microsoft.com/office/drawing/2014/main" id="{CA95007A-0D7B-0546-B3A5-310462323C51}"/>
              </a:ext>
            </a:extLst>
          </p:cNvPr>
          <p:cNvSpPr/>
          <p:nvPr userDrawn="1"/>
        </p:nvSpPr>
        <p:spPr>
          <a:xfrm>
            <a:off x="9281760" y="6541678"/>
            <a:ext cx="1931040" cy="16421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1520">
              <a:lnSpc>
                <a:spcPct val="100000"/>
              </a:lnSpc>
              <a:tabLst>
                <a:tab pos="0" algn="l"/>
              </a:tabLst>
            </a:pPr>
            <a:r>
              <a:rPr lang="en" sz="1067" b="0" u="none" strike="noStrike">
                <a:uFillTx/>
                <a:latin typeface="Calibri"/>
                <a:ea typeface="Calibri"/>
              </a:rPr>
              <a:t>Tavant Proprietary &amp; Confidential</a:t>
            </a:r>
            <a:endParaRPr lang="en-IN" sz="1067" b="0" u="none" strike="noStrike">
              <a:uFillTx/>
              <a:latin typeface="Arial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7C092A4-19F6-0D4F-BEAF-18A563D01E4A}"/>
              </a:ext>
            </a:extLst>
          </p:cNvPr>
          <p:cNvSpPr txBox="1"/>
          <p:nvPr userDrawn="1"/>
        </p:nvSpPr>
        <p:spPr>
          <a:xfrm>
            <a:off x="11502039" y="6495512"/>
            <a:ext cx="349775" cy="256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954E5BDB-61AA-4049-AE86-82CC72DFC771}" type="slidenum">
              <a:rPr lang="en-US" sz="1067" smtClean="0">
                <a:solidFill>
                  <a:schemeClr val="bg1"/>
                </a:solidFill>
              </a:rPr>
              <a:t>‹#›</a:t>
            </a:fld>
            <a:endParaRPr lang="en-US" sz="1067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7168815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 + Conten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Background pattern&#10;&#10;Description automatically generated">
            <a:extLst>
              <a:ext uri="{FF2B5EF4-FFF2-40B4-BE49-F238E27FC236}">
                <a16:creationId xmlns:a16="http://schemas.microsoft.com/office/drawing/2014/main" id="{52B07257-0252-5D44-B070-1A7B273BA9A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6962778" y="0"/>
            <a:ext cx="5229223" cy="6858000"/>
          </a:xfrm>
          <a:prstGeom prst="rect">
            <a:avLst/>
          </a:prstGeom>
        </p:spPr>
      </p:pic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7F6263BE-308E-CD49-80DA-DDB58E6973C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272215" y="1193682"/>
            <a:ext cx="5229224" cy="4392735"/>
          </a:xfrm>
          <a:prstGeom prst="rect">
            <a:avLst/>
          </a:prstGeom>
          <a:solidFill>
            <a:srgbClr val="77787B"/>
          </a:solidFill>
          <a:effectLst>
            <a:outerShdw blurRad="508000" dist="254000" dir="2700000" algn="tl" rotWithShape="0">
              <a:prstClr val="black">
                <a:alpha val="30000"/>
              </a:prstClr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Insert picture here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015C18EA-2306-4881-9284-0492EA2F42F8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383555" y="1500473"/>
            <a:ext cx="5712447" cy="4739040"/>
          </a:xfrm>
          <a:prstGeom prst="rect">
            <a:avLst/>
          </a:prstGeom>
        </p:spPr>
        <p:txBody>
          <a:bodyPr lIns="0"/>
          <a:lstStyle>
            <a:lvl1pPr marL="0" indent="0">
              <a:spcBef>
                <a:spcPts val="0"/>
              </a:spcBef>
              <a:buClr>
                <a:srgbClr val="FF8909"/>
              </a:buClr>
              <a:buFont typeface="Wingdings" panose="05000000000000000000" pitchFamily="2" charset="2"/>
              <a:buNone/>
              <a:defRPr sz="21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67" indent="-182866">
              <a:buClr>
                <a:srgbClr val="FF8909"/>
              </a:buClr>
              <a:buFont typeface="Calibri" panose="020F0502020204030204" pitchFamily="34" charset="0"/>
              <a:buChar char="‒"/>
              <a:defRPr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731466" indent="-182866">
              <a:buClr>
                <a:srgbClr val="FF8909"/>
              </a:buClr>
              <a:buFontTx/>
              <a:buChar char="•"/>
              <a:defRPr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478364E-F897-0349-8C50-1A7BA192C4B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83555" y="718882"/>
            <a:ext cx="5850256" cy="297502"/>
          </a:xfrm>
          <a:prstGeom prst="rect">
            <a:avLst/>
          </a:prstGeom>
        </p:spPr>
        <p:txBody>
          <a:bodyPr lIns="0" tIns="0" rIns="72000">
            <a:norm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800">
                <a:solidFill>
                  <a:srgbClr val="F77A33"/>
                </a:solidFill>
              </a:defRPr>
            </a:lvl1pPr>
            <a:lvl2pPr marL="12700" indent="0">
              <a:buNone/>
              <a:defRPr sz="1800">
                <a:solidFill>
                  <a:schemeClr val="accent1"/>
                </a:solidFill>
              </a:defRPr>
            </a:lvl2pPr>
            <a:lvl3pPr>
              <a:defRPr sz="1800">
                <a:solidFill>
                  <a:schemeClr val="accent1"/>
                </a:solidFill>
              </a:defRPr>
            </a:lvl3pPr>
            <a:lvl4pPr>
              <a:defRPr sz="1800">
                <a:solidFill>
                  <a:schemeClr val="accent1"/>
                </a:solidFill>
              </a:defRPr>
            </a:lvl4pPr>
            <a:lvl5pPr>
              <a:defRPr sz="18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2" name="Title Placeholder 1">
            <a:extLst>
              <a:ext uri="{FF2B5EF4-FFF2-40B4-BE49-F238E27FC236}">
                <a16:creationId xmlns:a16="http://schemas.microsoft.com/office/drawing/2014/main" id="{641BA8F5-C301-4D4A-818E-580272407E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9760" y="292216"/>
            <a:ext cx="11338415" cy="359457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>
              <a:defRPr sz="2400" b="1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27" name="Google Shape;107;p19">
            <a:extLst>
              <a:ext uri="{FF2B5EF4-FFF2-40B4-BE49-F238E27FC236}">
                <a16:creationId xmlns:a16="http://schemas.microsoft.com/office/drawing/2014/main" id="{1470063B-6248-C548-882F-D7309F177900}"/>
              </a:ext>
            </a:extLst>
          </p:cNvPr>
          <p:cNvPicPr/>
          <p:nvPr userDrawn="1"/>
        </p:nvPicPr>
        <p:blipFill>
          <a:blip r:embed="rId3"/>
          <a:stretch/>
        </p:blipFill>
        <p:spPr>
          <a:xfrm>
            <a:off x="-962" y="6362184"/>
            <a:ext cx="12191520" cy="523200"/>
          </a:xfrm>
          <a:prstGeom prst="rect">
            <a:avLst/>
          </a:prstGeom>
          <a:ln w="0">
            <a:noFill/>
          </a:ln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B87A41D0-A4D4-4948-BF21-FA38FDD7D463}"/>
              </a:ext>
            </a:extLst>
          </p:cNvPr>
          <p:cNvSpPr/>
          <p:nvPr userDrawn="1"/>
        </p:nvSpPr>
        <p:spPr>
          <a:xfrm>
            <a:off x="11547063" y="641909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4A56E3B-7C3D-DC4E-A7A8-53A52DC52A2F}"/>
              </a:ext>
            </a:extLst>
          </p:cNvPr>
          <p:cNvSpPr/>
          <p:nvPr userDrawn="1"/>
        </p:nvSpPr>
        <p:spPr>
          <a:xfrm>
            <a:off x="11547063" y="646557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pic>
        <p:nvPicPr>
          <p:cNvPr id="13" name="Google Shape;108;p19">
            <a:extLst>
              <a:ext uri="{FF2B5EF4-FFF2-40B4-BE49-F238E27FC236}">
                <a16:creationId xmlns:a16="http://schemas.microsoft.com/office/drawing/2014/main" id="{7BC941F1-5DF3-7A43-A4BE-78D52E3CB342}"/>
              </a:ext>
            </a:extLst>
          </p:cNvPr>
          <p:cNvPicPr/>
          <p:nvPr userDrawn="1"/>
        </p:nvPicPr>
        <p:blipFill>
          <a:blip r:embed="rId4" cstate="print"/>
          <a:stretch/>
        </p:blipFill>
        <p:spPr>
          <a:xfrm>
            <a:off x="389760" y="6451464"/>
            <a:ext cx="1264320" cy="344640"/>
          </a:xfrm>
          <a:prstGeom prst="rect">
            <a:avLst/>
          </a:prstGeom>
          <a:ln w="0">
            <a:noFill/>
          </a:ln>
        </p:spPr>
      </p:pic>
      <p:sp>
        <p:nvSpPr>
          <p:cNvPr id="16" name="Google Shape;109;p19">
            <a:extLst>
              <a:ext uri="{FF2B5EF4-FFF2-40B4-BE49-F238E27FC236}">
                <a16:creationId xmlns:a16="http://schemas.microsoft.com/office/drawing/2014/main" id="{EF361760-D65F-3C4E-AFF3-F640D36619E9}"/>
              </a:ext>
            </a:extLst>
          </p:cNvPr>
          <p:cNvSpPr/>
          <p:nvPr userDrawn="1"/>
        </p:nvSpPr>
        <p:spPr>
          <a:xfrm>
            <a:off x="9281760" y="6541678"/>
            <a:ext cx="1931040" cy="16421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1520">
              <a:lnSpc>
                <a:spcPct val="100000"/>
              </a:lnSpc>
              <a:tabLst>
                <a:tab pos="0" algn="l"/>
              </a:tabLst>
            </a:pPr>
            <a:r>
              <a:rPr lang="en" sz="1067" b="0" u="none" strike="noStrike">
                <a:uFillTx/>
                <a:latin typeface="Calibri"/>
                <a:ea typeface="Calibri"/>
              </a:rPr>
              <a:t>Tavant Proprietary &amp; Confidential</a:t>
            </a:r>
            <a:endParaRPr lang="en-IN" sz="1067" b="0" u="none" strike="noStrike">
              <a:uFillTx/>
              <a:latin typeface="Arial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77E2489-ECAD-BA49-A142-50B170BC851E}"/>
              </a:ext>
            </a:extLst>
          </p:cNvPr>
          <p:cNvSpPr txBox="1"/>
          <p:nvPr userDrawn="1"/>
        </p:nvSpPr>
        <p:spPr>
          <a:xfrm>
            <a:off x="11502039" y="6495512"/>
            <a:ext cx="349775" cy="256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954E5BDB-61AA-4049-AE86-82CC72DFC771}" type="slidenum">
              <a:rPr lang="en-US" sz="1067" smtClean="0">
                <a:solidFill>
                  <a:schemeClr val="bg1"/>
                </a:solidFill>
              </a:rPr>
              <a:t>‹#›</a:t>
            </a:fld>
            <a:endParaRPr lang="en-US" sz="1067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4121881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 + Content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Rectangle 139">
            <a:extLst>
              <a:ext uri="{FF2B5EF4-FFF2-40B4-BE49-F238E27FC236}">
                <a16:creationId xmlns:a16="http://schemas.microsoft.com/office/drawing/2014/main" id="{8664B380-1A49-4021-A2AF-E6074A01AC70}"/>
              </a:ext>
            </a:extLst>
          </p:cNvPr>
          <p:cNvSpPr/>
          <p:nvPr userDrawn="1"/>
        </p:nvSpPr>
        <p:spPr>
          <a:xfrm>
            <a:off x="4" y="1"/>
            <a:ext cx="12198625" cy="2809395"/>
          </a:xfrm>
          <a:prstGeom prst="rect">
            <a:avLst/>
          </a:prstGeom>
          <a:solidFill>
            <a:schemeClr val="tx1">
              <a:alpha val="6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F58589F-EE25-544F-BE01-1D3D2A40FE67}"/>
              </a:ext>
            </a:extLst>
          </p:cNvPr>
          <p:cNvGrpSpPr/>
          <p:nvPr userDrawn="1"/>
        </p:nvGrpSpPr>
        <p:grpSpPr>
          <a:xfrm>
            <a:off x="432980" y="3022373"/>
            <a:ext cx="3638057" cy="1410928"/>
            <a:chOff x="2036620" y="2839762"/>
            <a:chExt cx="8889678" cy="1142706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63A9DDD1-B04B-BC45-9483-A868C95518DC}"/>
                </a:ext>
              </a:extLst>
            </p:cNvPr>
            <p:cNvSpPr/>
            <p:nvPr/>
          </p:nvSpPr>
          <p:spPr>
            <a:xfrm>
              <a:off x="2036620" y="2839762"/>
              <a:ext cx="8889678" cy="114270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31520" tIns="0" rtlCol="0" anchor="ctr">
              <a:normAutofit/>
            </a:bodyPr>
            <a:lstStyle/>
            <a:p>
              <a:pPr>
                <a:spcBef>
                  <a:spcPts val="500"/>
                </a:spcBef>
              </a:pPr>
              <a:endParaRPr lang="en-US" sz="1000">
                <a:solidFill>
                  <a:schemeClr val="tx2"/>
                </a:solidFill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8C08DB83-0C5A-9845-A3C5-9A94C3AB55EB}"/>
                </a:ext>
              </a:extLst>
            </p:cNvPr>
            <p:cNvSpPr/>
            <p:nvPr/>
          </p:nvSpPr>
          <p:spPr>
            <a:xfrm>
              <a:off x="2036622" y="2839762"/>
              <a:ext cx="138440" cy="1141200"/>
            </a:xfrm>
            <a:prstGeom prst="rect">
              <a:avLst/>
            </a:prstGeom>
            <a:solidFill>
              <a:srgbClr val="F26F26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DC6C465-DAF3-E94F-B1AF-1DF39CF85DF2}"/>
              </a:ext>
            </a:extLst>
          </p:cNvPr>
          <p:cNvGrpSpPr/>
          <p:nvPr userDrawn="1"/>
        </p:nvGrpSpPr>
        <p:grpSpPr>
          <a:xfrm>
            <a:off x="4276973" y="3022373"/>
            <a:ext cx="3638057" cy="1410928"/>
            <a:chOff x="2036620" y="2839762"/>
            <a:chExt cx="8889677" cy="1142706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5116B173-979A-9446-BB99-4343CE09F6CA}"/>
                </a:ext>
              </a:extLst>
            </p:cNvPr>
            <p:cNvSpPr/>
            <p:nvPr/>
          </p:nvSpPr>
          <p:spPr>
            <a:xfrm>
              <a:off x="2036620" y="2839762"/>
              <a:ext cx="8889677" cy="114270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31520" tIns="0" rtlCol="0" anchor="ctr">
              <a:normAutofit/>
            </a:bodyPr>
            <a:lstStyle/>
            <a:p>
              <a:pPr>
                <a:spcBef>
                  <a:spcPts val="500"/>
                </a:spcBef>
              </a:pPr>
              <a:endParaRPr lang="en-US" sz="1000">
                <a:solidFill>
                  <a:schemeClr val="tx2"/>
                </a:solidFill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37847A1F-DB8C-D043-B9B7-540A5E4E19A5}"/>
                </a:ext>
              </a:extLst>
            </p:cNvPr>
            <p:cNvSpPr/>
            <p:nvPr/>
          </p:nvSpPr>
          <p:spPr>
            <a:xfrm>
              <a:off x="2036622" y="2839762"/>
              <a:ext cx="138440" cy="1141200"/>
            </a:xfrm>
            <a:prstGeom prst="rect">
              <a:avLst/>
            </a:prstGeom>
            <a:solidFill>
              <a:srgbClr val="F26F26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3EF8A93-4112-BC49-9A68-02E70771CDC7}"/>
              </a:ext>
            </a:extLst>
          </p:cNvPr>
          <p:cNvGrpSpPr/>
          <p:nvPr userDrawn="1"/>
        </p:nvGrpSpPr>
        <p:grpSpPr>
          <a:xfrm>
            <a:off x="8120968" y="3022373"/>
            <a:ext cx="3638057" cy="1410928"/>
            <a:chOff x="2036620" y="2839762"/>
            <a:chExt cx="8889677" cy="1142706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54837BEB-2CBC-0C4D-A9F7-2AEAAF153CE0}"/>
                </a:ext>
              </a:extLst>
            </p:cNvPr>
            <p:cNvSpPr/>
            <p:nvPr/>
          </p:nvSpPr>
          <p:spPr>
            <a:xfrm>
              <a:off x="2036620" y="2839762"/>
              <a:ext cx="8889677" cy="114270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31520" tIns="0" rtlCol="0" anchor="ctr">
              <a:normAutofit/>
            </a:bodyPr>
            <a:lstStyle/>
            <a:p>
              <a:pPr>
                <a:spcBef>
                  <a:spcPts val="500"/>
                </a:spcBef>
              </a:pPr>
              <a:endParaRPr lang="en-US" sz="1000">
                <a:solidFill>
                  <a:schemeClr val="tx2"/>
                </a:solidFill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51A98045-CCC6-EC4B-BF47-CE1DF933E56A}"/>
                </a:ext>
              </a:extLst>
            </p:cNvPr>
            <p:cNvSpPr/>
            <p:nvPr/>
          </p:nvSpPr>
          <p:spPr>
            <a:xfrm>
              <a:off x="2036622" y="2839762"/>
              <a:ext cx="138440" cy="1141200"/>
            </a:xfrm>
            <a:prstGeom prst="rect">
              <a:avLst/>
            </a:prstGeom>
            <a:solidFill>
              <a:srgbClr val="F26F26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EF6BE1E0-1176-6040-A988-620B8F521191}"/>
              </a:ext>
            </a:extLst>
          </p:cNvPr>
          <p:cNvGrpSpPr/>
          <p:nvPr userDrawn="1"/>
        </p:nvGrpSpPr>
        <p:grpSpPr>
          <a:xfrm>
            <a:off x="432980" y="4615524"/>
            <a:ext cx="3638057" cy="1410928"/>
            <a:chOff x="2036620" y="2839762"/>
            <a:chExt cx="8889677" cy="1142706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A6419A26-18E1-3A4D-B7C0-ABFC13C54B71}"/>
                </a:ext>
              </a:extLst>
            </p:cNvPr>
            <p:cNvSpPr/>
            <p:nvPr/>
          </p:nvSpPr>
          <p:spPr>
            <a:xfrm>
              <a:off x="2036620" y="2839762"/>
              <a:ext cx="8889677" cy="114270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31520" tIns="0" rtlCol="0" anchor="ctr">
              <a:normAutofit/>
            </a:bodyPr>
            <a:lstStyle/>
            <a:p>
              <a:pPr>
                <a:spcBef>
                  <a:spcPts val="500"/>
                </a:spcBef>
              </a:pPr>
              <a:endParaRPr lang="en-US" sz="1000">
                <a:solidFill>
                  <a:schemeClr val="tx2"/>
                </a:solidFill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E5D626B7-D7D0-F545-9079-F14F639E0207}"/>
                </a:ext>
              </a:extLst>
            </p:cNvPr>
            <p:cNvSpPr/>
            <p:nvPr/>
          </p:nvSpPr>
          <p:spPr>
            <a:xfrm>
              <a:off x="2036622" y="2839762"/>
              <a:ext cx="138440" cy="1141200"/>
            </a:xfrm>
            <a:prstGeom prst="rect">
              <a:avLst/>
            </a:prstGeom>
            <a:solidFill>
              <a:srgbClr val="F26F26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B2A9AFCA-DA12-2949-8C65-B75E43A19476}"/>
              </a:ext>
            </a:extLst>
          </p:cNvPr>
          <p:cNvGrpSpPr/>
          <p:nvPr userDrawn="1"/>
        </p:nvGrpSpPr>
        <p:grpSpPr>
          <a:xfrm>
            <a:off x="4276973" y="4615524"/>
            <a:ext cx="3638057" cy="1410928"/>
            <a:chOff x="2036620" y="2839762"/>
            <a:chExt cx="8889677" cy="1142706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2DBADC86-66F4-0449-BD45-971D633FC0E6}"/>
                </a:ext>
              </a:extLst>
            </p:cNvPr>
            <p:cNvSpPr/>
            <p:nvPr/>
          </p:nvSpPr>
          <p:spPr>
            <a:xfrm>
              <a:off x="2036620" y="2839762"/>
              <a:ext cx="8889677" cy="114270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31520" tIns="0" rtlCol="0" anchor="ctr">
              <a:normAutofit/>
            </a:bodyPr>
            <a:lstStyle/>
            <a:p>
              <a:pPr>
                <a:spcBef>
                  <a:spcPts val="500"/>
                </a:spcBef>
              </a:pPr>
              <a:endParaRPr lang="en-US" sz="1000">
                <a:solidFill>
                  <a:schemeClr val="tx2"/>
                </a:solidFill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AEED5388-67A8-D04D-B4DA-703A8512F28D}"/>
                </a:ext>
              </a:extLst>
            </p:cNvPr>
            <p:cNvSpPr/>
            <p:nvPr/>
          </p:nvSpPr>
          <p:spPr>
            <a:xfrm>
              <a:off x="2036622" y="2839762"/>
              <a:ext cx="138440" cy="1141200"/>
            </a:xfrm>
            <a:prstGeom prst="rect">
              <a:avLst/>
            </a:prstGeom>
            <a:solidFill>
              <a:srgbClr val="F26F26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A12D752D-59CC-B348-AACE-A000E731E94A}"/>
              </a:ext>
            </a:extLst>
          </p:cNvPr>
          <p:cNvGrpSpPr/>
          <p:nvPr userDrawn="1"/>
        </p:nvGrpSpPr>
        <p:grpSpPr>
          <a:xfrm>
            <a:off x="8120968" y="4615524"/>
            <a:ext cx="3638057" cy="1410928"/>
            <a:chOff x="2036620" y="2839762"/>
            <a:chExt cx="8889677" cy="1142706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57AA474A-07C3-2548-824B-CA780BFBAB1E}"/>
                </a:ext>
              </a:extLst>
            </p:cNvPr>
            <p:cNvSpPr/>
            <p:nvPr/>
          </p:nvSpPr>
          <p:spPr>
            <a:xfrm>
              <a:off x="2036620" y="2839762"/>
              <a:ext cx="8889677" cy="114270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31520" tIns="0" rtlCol="0" anchor="ctr">
              <a:normAutofit/>
            </a:bodyPr>
            <a:lstStyle/>
            <a:p>
              <a:pPr>
                <a:spcBef>
                  <a:spcPts val="500"/>
                </a:spcBef>
              </a:pPr>
              <a:endParaRPr lang="en-US" sz="1000">
                <a:solidFill>
                  <a:schemeClr val="tx2"/>
                </a:solidFill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669B3EF9-CA8C-BD48-B082-CB6E133F8E14}"/>
                </a:ext>
              </a:extLst>
            </p:cNvPr>
            <p:cNvSpPr/>
            <p:nvPr/>
          </p:nvSpPr>
          <p:spPr>
            <a:xfrm>
              <a:off x="2036622" y="2839762"/>
              <a:ext cx="138440" cy="1141200"/>
            </a:xfrm>
            <a:prstGeom prst="rect">
              <a:avLst/>
            </a:prstGeom>
            <a:solidFill>
              <a:srgbClr val="F26F26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</p:grpSp>
      <p:sp>
        <p:nvSpPr>
          <p:cNvPr id="39" name="Text Placeholder 3">
            <a:extLst>
              <a:ext uri="{FF2B5EF4-FFF2-40B4-BE49-F238E27FC236}">
                <a16:creationId xmlns:a16="http://schemas.microsoft.com/office/drawing/2014/main" id="{988D02BE-FB51-844C-AF72-5EF859D601A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82783" y="3111335"/>
            <a:ext cx="2888252" cy="1231144"/>
          </a:xfrm>
          <a:prstGeom prst="rect">
            <a:avLst/>
          </a:prstGeom>
        </p:spPr>
        <p:txBody>
          <a:bodyPr lIns="0" anchor="ctr"/>
          <a:lstStyle>
            <a:lvl1pPr marL="0" indent="0">
              <a:spcBef>
                <a:spcPts val="0"/>
              </a:spcBef>
              <a:buNone/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700" indent="0">
              <a:buNone/>
              <a:defRPr sz="120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236519" indent="0">
              <a:buNone/>
              <a:defRPr sz="1200"/>
            </a:lvl3pPr>
            <a:lvl4pPr marL="460339" indent="0">
              <a:buNone/>
              <a:defRPr sz="1200"/>
            </a:lvl4pPr>
            <a:lvl5pPr marL="696860" indent="0">
              <a:buNone/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0" name="Text Placeholder 3">
            <a:extLst>
              <a:ext uri="{FF2B5EF4-FFF2-40B4-BE49-F238E27FC236}">
                <a16:creationId xmlns:a16="http://schemas.microsoft.com/office/drawing/2014/main" id="{FA41A4E1-93B3-804D-9B51-78681004F6B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026775" y="3111335"/>
            <a:ext cx="2888252" cy="1231144"/>
          </a:xfrm>
          <a:prstGeom prst="rect">
            <a:avLst/>
          </a:prstGeom>
        </p:spPr>
        <p:txBody>
          <a:bodyPr lIns="0" anchor="ctr"/>
          <a:lstStyle>
            <a:lvl1pPr marL="0" indent="0">
              <a:spcBef>
                <a:spcPts val="0"/>
              </a:spcBef>
              <a:buNone/>
              <a:defRPr lang="en-US" sz="1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700" indent="0">
              <a:buNone/>
              <a:defRPr sz="120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236519" indent="0">
              <a:buNone/>
              <a:defRPr sz="1200"/>
            </a:lvl3pPr>
            <a:lvl4pPr marL="460339" indent="0">
              <a:buNone/>
              <a:defRPr sz="1200"/>
            </a:lvl4pPr>
            <a:lvl5pPr marL="696860" indent="0">
              <a:buNone/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1" name="Text Placeholder 3">
            <a:extLst>
              <a:ext uri="{FF2B5EF4-FFF2-40B4-BE49-F238E27FC236}">
                <a16:creationId xmlns:a16="http://schemas.microsoft.com/office/drawing/2014/main" id="{29C882A2-D825-DA42-8E97-788DDC54172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867123" y="3111335"/>
            <a:ext cx="2888252" cy="1231144"/>
          </a:xfrm>
          <a:prstGeom prst="rect">
            <a:avLst/>
          </a:prstGeom>
        </p:spPr>
        <p:txBody>
          <a:bodyPr lIns="0" anchor="ctr"/>
          <a:lstStyle>
            <a:lvl1pPr marL="0" indent="0">
              <a:spcBef>
                <a:spcPts val="0"/>
              </a:spcBef>
              <a:buNone/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700" indent="0">
              <a:buNone/>
              <a:defRPr sz="120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236519" indent="0">
              <a:buNone/>
              <a:defRPr sz="1200"/>
            </a:lvl3pPr>
            <a:lvl4pPr marL="460339" indent="0">
              <a:buNone/>
              <a:defRPr sz="1200"/>
            </a:lvl4pPr>
            <a:lvl5pPr marL="696860" indent="0">
              <a:buNone/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2" name="Text Placeholder 3">
            <a:extLst>
              <a:ext uri="{FF2B5EF4-FFF2-40B4-BE49-F238E27FC236}">
                <a16:creationId xmlns:a16="http://schemas.microsoft.com/office/drawing/2014/main" id="{2976534D-88A9-E54C-9E28-630C3548DBE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182783" y="4714504"/>
            <a:ext cx="2888252" cy="1231144"/>
          </a:xfrm>
          <a:prstGeom prst="rect">
            <a:avLst/>
          </a:prstGeom>
        </p:spPr>
        <p:txBody>
          <a:bodyPr lIns="0" anchor="ctr"/>
          <a:lstStyle>
            <a:lvl1pPr marL="0" indent="0">
              <a:spcBef>
                <a:spcPts val="0"/>
              </a:spcBef>
              <a:buNone/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700" indent="0">
              <a:buNone/>
              <a:defRPr sz="120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236519" indent="0">
              <a:buNone/>
              <a:defRPr sz="1200"/>
            </a:lvl3pPr>
            <a:lvl4pPr marL="460339" indent="0">
              <a:buNone/>
              <a:defRPr sz="1200"/>
            </a:lvl4pPr>
            <a:lvl5pPr marL="696860" indent="0">
              <a:buNone/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3" name="Text Placeholder 3">
            <a:extLst>
              <a:ext uri="{FF2B5EF4-FFF2-40B4-BE49-F238E27FC236}">
                <a16:creationId xmlns:a16="http://schemas.microsoft.com/office/drawing/2014/main" id="{B5C9FC79-4A33-C043-8C7D-ACB28EEB2DF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026775" y="4714504"/>
            <a:ext cx="2888252" cy="1231144"/>
          </a:xfrm>
          <a:prstGeom prst="rect">
            <a:avLst/>
          </a:prstGeom>
        </p:spPr>
        <p:txBody>
          <a:bodyPr lIns="0" anchor="ctr"/>
          <a:lstStyle>
            <a:lvl1pPr marL="0" indent="0">
              <a:spcBef>
                <a:spcPts val="0"/>
              </a:spcBef>
              <a:buNone/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700" indent="0">
              <a:buNone/>
              <a:defRPr sz="120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236519" indent="0">
              <a:buNone/>
              <a:defRPr sz="1200"/>
            </a:lvl3pPr>
            <a:lvl4pPr marL="460339" indent="0">
              <a:buNone/>
              <a:defRPr sz="1200"/>
            </a:lvl4pPr>
            <a:lvl5pPr marL="696860" indent="0">
              <a:buNone/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4" name="Text Placeholder 3">
            <a:extLst>
              <a:ext uri="{FF2B5EF4-FFF2-40B4-BE49-F238E27FC236}">
                <a16:creationId xmlns:a16="http://schemas.microsoft.com/office/drawing/2014/main" id="{8168BFFC-BB57-1549-A264-7C11DAD4AE95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867123" y="4714504"/>
            <a:ext cx="2888252" cy="1231144"/>
          </a:xfrm>
          <a:prstGeom prst="rect">
            <a:avLst/>
          </a:prstGeom>
        </p:spPr>
        <p:txBody>
          <a:bodyPr lIns="0" anchor="ctr"/>
          <a:lstStyle>
            <a:lvl1pPr marL="0" indent="0">
              <a:spcBef>
                <a:spcPts val="0"/>
              </a:spcBef>
              <a:buNone/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700" indent="0">
              <a:buNone/>
              <a:defRPr sz="120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236519" indent="0">
              <a:buNone/>
              <a:defRPr sz="1200"/>
            </a:lvl3pPr>
            <a:lvl4pPr marL="460339" indent="0">
              <a:buNone/>
              <a:defRPr sz="1200"/>
            </a:lvl4pPr>
            <a:lvl5pPr marL="696860" indent="0">
              <a:buNone/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847454F-4B3E-A74B-907F-8AC6F84D9255}"/>
              </a:ext>
            </a:extLst>
          </p:cNvPr>
          <p:cNvSpPr/>
          <p:nvPr userDrawn="1"/>
        </p:nvSpPr>
        <p:spPr>
          <a:xfrm>
            <a:off x="4" y="-16431"/>
            <a:ext cx="12198625" cy="2820069"/>
          </a:xfrm>
          <a:prstGeom prst="rect">
            <a:avLst/>
          </a:prstGeom>
          <a:solidFill>
            <a:schemeClr val="tx1">
              <a:alpha val="5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7" name="Picture Placeholder 3">
            <a:extLst>
              <a:ext uri="{FF2B5EF4-FFF2-40B4-BE49-F238E27FC236}">
                <a16:creationId xmlns:a16="http://schemas.microsoft.com/office/drawing/2014/main" id="{1B2B3E40-350B-48FA-A058-6219042C63D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625" y="-16430"/>
            <a:ext cx="12192000" cy="2814484"/>
          </a:xfrm>
          <a:prstGeom prst="rect">
            <a:avLst/>
          </a:prstGeom>
          <a:solidFill>
            <a:srgbClr val="77787B"/>
          </a:solidFill>
          <a:effectLst/>
        </p:spPr>
        <p:txBody>
          <a:bodyPr anchor="ctr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Insert picture here</a:t>
            </a:r>
          </a:p>
        </p:txBody>
      </p:sp>
      <p:sp>
        <p:nvSpPr>
          <p:cNvPr id="145" name="Title 3">
            <a:extLst>
              <a:ext uri="{FF2B5EF4-FFF2-40B4-BE49-F238E27FC236}">
                <a16:creationId xmlns:a16="http://schemas.microsoft.com/office/drawing/2014/main" id="{9AE5FDD3-E4C9-4449-8FD8-1E0F4B55A7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19198" y="626214"/>
            <a:ext cx="9753607" cy="524819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THIS IS YOUR TITLE</a:t>
            </a:r>
          </a:p>
        </p:txBody>
      </p:sp>
      <p:sp>
        <p:nvSpPr>
          <p:cNvPr id="146" name="Text Placeholder 3">
            <a:extLst>
              <a:ext uri="{FF2B5EF4-FFF2-40B4-BE49-F238E27FC236}">
                <a16:creationId xmlns:a16="http://schemas.microsoft.com/office/drawing/2014/main" id="{8E140D6B-3DA4-4D39-908C-053DDED4D4B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192764" y="1519705"/>
            <a:ext cx="9769360" cy="395107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800" b="0">
                <a:solidFill>
                  <a:schemeClr val="bg1"/>
                </a:solidFill>
              </a:defRPr>
            </a:lvl1pPr>
            <a:lvl2pPr marL="12700" indent="0">
              <a:buNone/>
              <a:defRPr sz="1400"/>
            </a:lvl2pPr>
            <a:lvl3pPr marL="236519" indent="0">
              <a:buNone/>
              <a:defRPr sz="1200"/>
            </a:lvl3pPr>
            <a:lvl4pPr marL="460339" indent="0">
              <a:buNone/>
              <a:defRPr sz="1200"/>
            </a:lvl4pPr>
            <a:lvl5pPr marL="696860" indent="0">
              <a:buNone/>
              <a:defRPr sz="1200"/>
            </a:lvl5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This is your optional subtitle Try to keep this to two lines of type maximum if used</a:t>
            </a:r>
          </a:p>
        </p:txBody>
      </p:sp>
      <p:pic>
        <p:nvPicPr>
          <p:cNvPr id="73" name="Google Shape;107;p19">
            <a:extLst>
              <a:ext uri="{FF2B5EF4-FFF2-40B4-BE49-F238E27FC236}">
                <a16:creationId xmlns:a16="http://schemas.microsoft.com/office/drawing/2014/main" id="{A602160F-BD7B-1C47-8520-1DA68388F4CA}"/>
              </a:ext>
            </a:extLst>
          </p:cNvPr>
          <p:cNvPicPr/>
          <p:nvPr userDrawn="1"/>
        </p:nvPicPr>
        <p:blipFill>
          <a:blip r:embed="rId2"/>
          <a:stretch/>
        </p:blipFill>
        <p:spPr>
          <a:xfrm>
            <a:off x="-962" y="6362184"/>
            <a:ext cx="12191520" cy="523200"/>
          </a:xfrm>
          <a:prstGeom prst="rect">
            <a:avLst/>
          </a:prstGeom>
          <a:ln w="0">
            <a:noFill/>
          </a:ln>
        </p:spPr>
      </p:pic>
      <p:sp>
        <p:nvSpPr>
          <p:cNvPr id="76" name="Rectangle 75">
            <a:extLst>
              <a:ext uri="{FF2B5EF4-FFF2-40B4-BE49-F238E27FC236}">
                <a16:creationId xmlns:a16="http://schemas.microsoft.com/office/drawing/2014/main" id="{9D44B6C8-6775-FE44-B073-6E8CC0296F60}"/>
              </a:ext>
            </a:extLst>
          </p:cNvPr>
          <p:cNvSpPr/>
          <p:nvPr userDrawn="1"/>
        </p:nvSpPr>
        <p:spPr>
          <a:xfrm>
            <a:off x="11547063" y="641909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970640DA-FFB7-EC42-A481-3877BA7BCEAD}"/>
              </a:ext>
            </a:extLst>
          </p:cNvPr>
          <p:cNvSpPr/>
          <p:nvPr userDrawn="1"/>
        </p:nvSpPr>
        <p:spPr>
          <a:xfrm>
            <a:off x="11547063" y="646557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pic>
        <p:nvPicPr>
          <p:cNvPr id="37" name="Google Shape;108;p19">
            <a:extLst>
              <a:ext uri="{FF2B5EF4-FFF2-40B4-BE49-F238E27FC236}">
                <a16:creationId xmlns:a16="http://schemas.microsoft.com/office/drawing/2014/main" id="{C33E3D98-EBF0-9647-AC2B-791CE17DABB4}"/>
              </a:ext>
            </a:extLst>
          </p:cNvPr>
          <p:cNvPicPr/>
          <p:nvPr userDrawn="1"/>
        </p:nvPicPr>
        <p:blipFill>
          <a:blip r:embed="rId3" cstate="print"/>
          <a:stretch/>
        </p:blipFill>
        <p:spPr>
          <a:xfrm>
            <a:off x="389760" y="6451464"/>
            <a:ext cx="1264320" cy="344640"/>
          </a:xfrm>
          <a:prstGeom prst="rect">
            <a:avLst/>
          </a:prstGeom>
          <a:ln w="0">
            <a:noFill/>
          </a:ln>
        </p:spPr>
      </p:pic>
      <p:sp>
        <p:nvSpPr>
          <p:cNvPr id="38" name="Google Shape;109;p19">
            <a:extLst>
              <a:ext uri="{FF2B5EF4-FFF2-40B4-BE49-F238E27FC236}">
                <a16:creationId xmlns:a16="http://schemas.microsoft.com/office/drawing/2014/main" id="{CD3D1139-C76B-394B-82DF-83F9990BE14A}"/>
              </a:ext>
            </a:extLst>
          </p:cNvPr>
          <p:cNvSpPr/>
          <p:nvPr userDrawn="1"/>
        </p:nvSpPr>
        <p:spPr>
          <a:xfrm>
            <a:off x="9281760" y="6541678"/>
            <a:ext cx="1931040" cy="16421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1520">
              <a:lnSpc>
                <a:spcPct val="100000"/>
              </a:lnSpc>
              <a:tabLst>
                <a:tab pos="0" algn="l"/>
              </a:tabLst>
            </a:pPr>
            <a:r>
              <a:rPr lang="en" sz="1067" b="0" u="none" strike="noStrike">
                <a:uFillTx/>
                <a:latin typeface="Calibri"/>
                <a:ea typeface="Calibri"/>
              </a:rPr>
              <a:t>Tavant Proprietary &amp; Confidential</a:t>
            </a:r>
            <a:endParaRPr lang="en-IN" sz="1067" b="0" u="none" strike="noStrike">
              <a:uFillTx/>
              <a:latin typeface="Arial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6655C2F-B0FC-C74A-9C8B-C46E1E330B0D}"/>
              </a:ext>
            </a:extLst>
          </p:cNvPr>
          <p:cNvSpPr txBox="1"/>
          <p:nvPr userDrawn="1"/>
        </p:nvSpPr>
        <p:spPr>
          <a:xfrm>
            <a:off x="11502039" y="6495512"/>
            <a:ext cx="349775" cy="256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954E5BDB-61AA-4049-AE86-82CC72DFC771}" type="slidenum">
              <a:rPr lang="en-US" sz="1067" smtClean="0">
                <a:solidFill>
                  <a:schemeClr val="bg1"/>
                </a:solidFill>
              </a:rPr>
              <a:t>‹#›</a:t>
            </a:fld>
            <a:endParaRPr lang="en-US" sz="1067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0026904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s + Content 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itle Placeholder 1">
            <a:extLst>
              <a:ext uri="{FF2B5EF4-FFF2-40B4-BE49-F238E27FC236}">
                <a16:creationId xmlns:a16="http://schemas.microsoft.com/office/drawing/2014/main" id="{382B2D67-6109-A842-942F-76EBFE4B93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9759" y="292216"/>
            <a:ext cx="11299035" cy="359457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>
              <a:defRPr sz="2400" b="1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8" name="Text Placeholder 3">
            <a:extLst>
              <a:ext uri="{FF2B5EF4-FFF2-40B4-BE49-F238E27FC236}">
                <a16:creationId xmlns:a16="http://schemas.microsoft.com/office/drawing/2014/main" id="{78FC7EFA-DB55-5949-87DB-6EE4627771C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9759" y="618487"/>
            <a:ext cx="11299035" cy="409899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rgbClr val="F77A3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700" indent="0">
              <a:buNone/>
              <a:defRPr sz="1800">
                <a:solidFill>
                  <a:schemeClr val="accent1"/>
                </a:solidFill>
              </a:defRPr>
            </a:lvl2pPr>
            <a:lvl3pPr>
              <a:defRPr sz="1800">
                <a:solidFill>
                  <a:schemeClr val="accent1"/>
                </a:solidFill>
              </a:defRPr>
            </a:lvl3pPr>
            <a:lvl4pPr>
              <a:defRPr sz="1800">
                <a:solidFill>
                  <a:schemeClr val="accent1"/>
                </a:solidFill>
              </a:defRPr>
            </a:lvl4pPr>
            <a:lvl5pPr>
              <a:defRPr sz="18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39" name="Picture Placeholder 16" descr="A picture containing person, large, crowd, hall&#10;&#10;Description automatically generated">
            <a:extLst>
              <a:ext uri="{FF2B5EF4-FFF2-40B4-BE49-F238E27FC236}">
                <a16:creationId xmlns:a16="http://schemas.microsoft.com/office/drawing/2014/main" id="{A02DD634-E78F-0545-A7C4-38A45D8E204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-479" y="1376743"/>
            <a:ext cx="12191995" cy="5004585"/>
          </a:xfrm>
          <a:prstGeom prst="rect">
            <a:avLst/>
          </a:prstGeom>
        </p:spPr>
      </p:pic>
      <p:sp>
        <p:nvSpPr>
          <p:cNvPr id="40" name="Rectangle 39">
            <a:extLst>
              <a:ext uri="{FF2B5EF4-FFF2-40B4-BE49-F238E27FC236}">
                <a16:creationId xmlns:a16="http://schemas.microsoft.com/office/drawing/2014/main" id="{ABBC47D3-6666-2544-891B-610AD0571886}"/>
              </a:ext>
            </a:extLst>
          </p:cNvPr>
          <p:cNvSpPr/>
          <p:nvPr userDrawn="1"/>
        </p:nvSpPr>
        <p:spPr>
          <a:xfrm>
            <a:off x="4" y="1352971"/>
            <a:ext cx="12192001" cy="5009213"/>
          </a:xfrm>
          <a:prstGeom prst="rect">
            <a:avLst/>
          </a:prstGeom>
          <a:solidFill>
            <a:schemeClr val="tx1"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2" name="Picture Placeholder 3">
            <a:extLst>
              <a:ext uri="{FF2B5EF4-FFF2-40B4-BE49-F238E27FC236}">
                <a16:creationId xmlns:a16="http://schemas.microsoft.com/office/drawing/2014/main" id="{318F083C-11DD-1940-8619-0588014D28C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03199" y="1753456"/>
            <a:ext cx="3393304" cy="17768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txBody>
          <a:bodyPr anchor="ctr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Insert picture here</a:t>
            </a:r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96CDD83E-70A0-D24D-AF9C-31CD76897F8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399345" y="1753456"/>
            <a:ext cx="3393304" cy="17768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txBody>
          <a:bodyPr anchor="ctr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Insert picture here</a:t>
            </a:r>
          </a:p>
        </p:txBody>
      </p:sp>
      <p:sp>
        <p:nvSpPr>
          <p:cNvPr id="25" name="Picture Placeholder 3">
            <a:extLst>
              <a:ext uri="{FF2B5EF4-FFF2-40B4-BE49-F238E27FC236}">
                <a16:creationId xmlns:a16="http://schemas.microsoft.com/office/drawing/2014/main" id="{C9D30B82-9942-394F-9C0D-8F7A1886660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295491" y="1753456"/>
            <a:ext cx="3393304" cy="17768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txBody>
          <a:bodyPr anchor="ctr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Insert picture here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5832E85-D9DF-444D-BFD8-E107F69AFA26}"/>
              </a:ext>
            </a:extLst>
          </p:cNvPr>
          <p:cNvGrpSpPr/>
          <p:nvPr userDrawn="1"/>
        </p:nvGrpSpPr>
        <p:grpSpPr>
          <a:xfrm>
            <a:off x="411798" y="3694493"/>
            <a:ext cx="3563825" cy="2070207"/>
            <a:chOff x="411806" y="3694488"/>
            <a:chExt cx="3563825" cy="2070207"/>
          </a:xfrm>
          <a:effectLst/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5079176-55C6-8943-90B5-7B10720D8445}"/>
                </a:ext>
              </a:extLst>
            </p:cNvPr>
            <p:cNvSpPr/>
            <p:nvPr userDrawn="1"/>
          </p:nvSpPr>
          <p:spPr>
            <a:xfrm>
              <a:off x="411811" y="3694488"/>
              <a:ext cx="3563820" cy="207020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rtlCol="0" anchor="ctr"/>
            <a:lstStyle/>
            <a:p>
              <a:pPr>
                <a:lnSpc>
                  <a:spcPct val="130000"/>
                </a:lnSpc>
              </a:pPr>
              <a:endParaRPr lang="en-US" sz="1000">
                <a:solidFill>
                  <a:srgbClr val="FFFFFF">
                    <a:alpha val="70000"/>
                  </a:srgbClr>
                </a:solidFill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4B317D83-A7D7-5E43-8B36-ED8270C802A5}"/>
                </a:ext>
              </a:extLst>
            </p:cNvPr>
            <p:cNvSpPr/>
            <p:nvPr/>
          </p:nvSpPr>
          <p:spPr>
            <a:xfrm rot="16200000">
              <a:off x="2167277" y="1939017"/>
              <a:ext cx="52873" cy="3563815"/>
            </a:xfrm>
            <a:prstGeom prst="rect">
              <a:avLst/>
            </a:prstGeom>
            <a:solidFill>
              <a:srgbClr val="F26F26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CC660DC6-92AA-4449-B2D2-C98FA58EF75F}"/>
              </a:ext>
            </a:extLst>
          </p:cNvPr>
          <p:cNvGrpSpPr/>
          <p:nvPr userDrawn="1"/>
        </p:nvGrpSpPr>
        <p:grpSpPr>
          <a:xfrm>
            <a:off x="4314071" y="3694493"/>
            <a:ext cx="3563820" cy="2070207"/>
            <a:chOff x="4307951" y="3694488"/>
            <a:chExt cx="3563820" cy="2070207"/>
          </a:xfrm>
          <a:effectLst/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F3569F49-A3C4-0343-9E29-653EB487B8A1}"/>
                </a:ext>
              </a:extLst>
            </p:cNvPr>
            <p:cNvSpPr/>
            <p:nvPr/>
          </p:nvSpPr>
          <p:spPr>
            <a:xfrm>
              <a:off x="4307951" y="3694488"/>
              <a:ext cx="3563820" cy="207020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rtlCol="0" anchor="ctr"/>
            <a:lstStyle/>
            <a:p>
              <a:pPr>
                <a:lnSpc>
                  <a:spcPct val="130000"/>
                </a:lnSpc>
              </a:pPr>
              <a:endParaRPr lang="en-US" sz="1000">
                <a:solidFill>
                  <a:srgbClr val="FFFFFF">
                    <a:alpha val="70000"/>
                  </a:srgbClr>
                </a:solidFill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C811D5DA-11C6-4A42-9603-9D58B8C7D7CC}"/>
                </a:ext>
              </a:extLst>
            </p:cNvPr>
            <p:cNvSpPr/>
            <p:nvPr/>
          </p:nvSpPr>
          <p:spPr>
            <a:xfrm rot="16200000">
              <a:off x="6063427" y="1939017"/>
              <a:ext cx="52873" cy="3563815"/>
            </a:xfrm>
            <a:prstGeom prst="rect">
              <a:avLst/>
            </a:prstGeom>
            <a:solidFill>
              <a:srgbClr val="F26F26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5FE5D56A-9061-AA44-B4F3-777922DBA845}"/>
              </a:ext>
            </a:extLst>
          </p:cNvPr>
          <p:cNvGrpSpPr/>
          <p:nvPr/>
        </p:nvGrpSpPr>
        <p:grpSpPr>
          <a:xfrm>
            <a:off x="8204091" y="3694493"/>
            <a:ext cx="3563832" cy="2070207"/>
            <a:chOff x="8204091" y="3694488"/>
            <a:chExt cx="3563832" cy="2070207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95D1714E-4862-BD48-AEC0-4004413781D8}"/>
                </a:ext>
              </a:extLst>
            </p:cNvPr>
            <p:cNvSpPr/>
            <p:nvPr/>
          </p:nvSpPr>
          <p:spPr>
            <a:xfrm>
              <a:off x="8204103" y="3694488"/>
              <a:ext cx="3563820" cy="207020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rtlCol="0" anchor="ctr"/>
            <a:lstStyle/>
            <a:p>
              <a:pPr>
                <a:lnSpc>
                  <a:spcPct val="130000"/>
                </a:lnSpc>
              </a:pPr>
              <a:endParaRPr lang="en-US" sz="1000">
                <a:solidFill>
                  <a:srgbClr val="FFFFFF">
                    <a:alpha val="70000"/>
                  </a:srgbClr>
                </a:solidFill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330A35A7-093D-8F41-8B7E-9044BE182036}"/>
                </a:ext>
              </a:extLst>
            </p:cNvPr>
            <p:cNvSpPr/>
            <p:nvPr/>
          </p:nvSpPr>
          <p:spPr>
            <a:xfrm rot="16200000">
              <a:off x="9959562" y="1939017"/>
              <a:ext cx="52873" cy="3563815"/>
            </a:xfrm>
            <a:prstGeom prst="rect">
              <a:avLst/>
            </a:prstGeom>
            <a:solidFill>
              <a:srgbClr val="F26F26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</p:grp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1A11B08B-4395-B542-A320-AB076CD591E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8439" y="3911555"/>
            <a:ext cx="3181080" cy="1636072"/>
          </a:xfrm>
          <a:prstGeom prst="rect">
            <a:avLst/>
          </a:prstGeom>
        </p:spPr>
        <p:txBody>
          <a:bodyPr lIns="0" anchor="ctr"/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700" indent="0">
              <a:buNone/>
              <a:defRPr sz="140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236519" indent="0">
              <a:buNone/>
              <a:defRPr sz="1200"/>
            </a:lvl3pPr>
            <a:lvl4pPr marL="460339" indent="0">
              <a:buNone/>
              <a:defRPr sz="1200"/>
            </a:lvl4pPr>
            <a:lvl5pPr marL="696860" indent="0">
              <a:buNone/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5" name="Text Placeholder 3">
            <a:extLst>
              <a:ext uri="{FF2B5EF4-FFF2-40B4-BE49-F238E27FC236}">
                <a16:creationId xmlns:a16="http://schemas.microsoft.com/office/drawing/2014/main" id="{2062D9DB-8D23-814F-B542-0928DA5CD32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508472" y="3911555"/>
            <a:ext cx="3181080" cy="1636072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700" indent="0">
              <a:buNone/>
              <a:defRPr sz="140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236519" indent="0">
              <a:buNone/>
              <a:defRPr sz="1200"/>
            </a:lvl3pPr>
            <a:lvl4pPr marL="460339" indent="0">
              <a:buNone/>
              <a:defRPr sz="1200"/>
            </a:lvl4pPr>
            <a:lvl5pPr marL="696860" indent="0">
              <a:buNone/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32572569-F432-B840-B254-46012451EE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407731" y="3911555"/>
            <a:ext cx="3181080" cy="1636072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700" indent="0">
              <a:buNone/>
              <a:defRPr sz="140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236519" indent="0">
              <a:buNone/>
              <a:defRPr sz="1200"/>
            </a:lvl3pPr>
            <a:lvl4pPr marL="460339" indent="0">
              <a:buNone/>
              <a:defRPr sz="1200"/>
            </a:lvl4pPr>
            <a:lvl5pPr marL="696860" indent="0">
              <a:buNone/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pic>
        <p:nvPicPr>
          <p:cNvPr id="27" name="Google Shape;107;p19">
            <a:extLst>
              <a:ext uri="{FF2B5EF4-FFF2-40B4-BE49-F238E27FC236}">
                <a16:creationId xmlns:a16="http://schemas.microsoft.com/office/drawing/2014/main" id="{C640E297-EB6B-3B4A-B3DF-08AD447DFD40}"/>
              </a:ext>
            </a:extLst>
          </p:cNvPr>
          <p:cNvPicPr/>
          <p:nvPr userDrawn="1"/>
        </p:nvPicPr>
        <p:blipFill>
          <a:blip r:embed="rId3"/>
          <a:stretch/>
        </p:blipFill>
        <p:spPr>
          <a:xfrm>
            <a:off x="-962" y="6362184"/>
            <a:ext cx="12191520" cy="523200"/>
          </a:xfrm>
          <a:prstGeom prst="rect">
            <a:avLst/>
          </a:prstGeom>
          <a:ln w="0">
            <a:noFill/>
          </a:ln>
        </p:spPr>
      </p:pic>
      <p:sp>
        <p:nvSpPr>
          <p:cNvPr id="47" name="Rectangle 46">
            <a:extLst>
              <a:ext uri="{FF2B5EF4-FFF2-40B4-BE49-F238E27FC236}">
                <a16:creationId xmlns:a16="http://schemas.microsoft.com/office/drawing/2014/main" id="{7C33BDBC-0CCC-104B-A29F-6A86014596D9}"/>
              </a:ext>
            </a:extLst>
          </p:cNvPr>
          <p:cNvSpPr/>
          <p:nvPr userDrawn="1"/>
        </p:nvSpPr>
        <p:spPr>
          <a:xfrm>
            <a:off x="11547063" y="641909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0B9D3F34-334D-F249-A88C-41072C2D78EA}"/>
              </a:ext>
            </a:extLst>
          </p:cNvPr>
          <p:cNvSpPr/>
          <p:nvPr userDrawn="1"/>
        </p:nvSpPr>
        <p:spPr>
          <a:xfrm>
            <a:off x="11547063" y="646557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pic>
        <p:nvPicPr>
          <p:cNvPr id="29" name="Google Shape;108;p19">
            <a:extLst>
              <a:ext uri="{FF2B5EF4-FFF2-40B4-BE49-F238E27FC236}">
                <a16:creationId xmlns:a16="http://schemas.microsoft.com/office/drawing/2014/main" id="{3956F64E-70AD-C047-AF7B-A753352C9BF6}"/>
              </a:ext>
            </a:extLst>
          </p:cNvPr>
          <p:cNvPicPr/>
          <p:nvPr userDrawn="1"/>
        </p:nvPicPr>
        <p:blipFill>
          <a:blip r:embed="rId4" cstate="print"/>
          <a:stretch/>
        </p:blipFill>
        <p:spPr>
          <a:xfrm>
            <a:off x="389760" y="6451464"/>
            <a:ext cx="1264320" cy="344640"/>
          </a:xfrm>
          <a:prstGeom prst="rect">
            <a:avLst/>
          </a:prstGeom>
          <a:ln w="0">
            <a:noFill/>
          </a:ln>
        </p:spPr>
      </p:pic>
      <p:sp>
        <p:nvSpPr>
          <p:cNvPr id="31" name="Google Shape;109;p19">
            <a:extLst>
              <a:ext uri="{FF2B5EF4-FFF2-40B4-BE49-F238E27FC236}">
                <a16:creationId xmlns:a16="http://schemas.microsoft.com/office/drawing/2014/main" id="{20225994-8455-324B-AB4A-FD40CF6DED82}"/>
              </a:ext>
            </a:extLst>
          </p:cNvPr>
          <p:cNvSpPr/>
          <p:nvPr userDrawn="1"/>
        </p:nvSpPr>
        <p:spPr>
          <a:xfrm>
            <a:off x="9281760" y="6541678"/>
            <a:ext cx="1931040" cy="16421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1520">
              <a:lnSpc>
                <a:spcPct val="100000"/>
              </a:lnSpc>
              <a:tabLst>
                <a:tab pos="0" algn="l"/>
              </a:tabLst>
            </a:pPr>
            <a:r>
              <a:rPr lang="en" sz="1067" b="0" u="none" strike="noStrike">
                <a:uFillTx/>
                <a:latin typeface="Calibri"/>
                <a:ea typeface="Calibri"/>
              </a:rPr>
              <a:t>Tavant Proprietary &amp; Confidential</a:t>
            </a:r>
            <a:endParaRPr lang="en-IN" sz="1067" b="0" u="none" strike="noStrike">
              <a:uFillTx/>
              <a:latin typeface="Arial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6A4D997-2688-844E-8E20-AE299C12F7EF}"/>
              </a:ext>
            </a:extLst>
          </p:cNvPr>
          <p:cNvSpPr txBox="1"/>
          <p:nvPr userDrawn="1"/>
        </p:nvSpPr>
        <p:spPr>
          <a:xfrm>
            <a:off x="11502039" y="6495512"/>
            <a:ext cx="349775" cy="256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954E5BDB-61AA-4049-AE86-82CC72DFC771}" type="slidenum">
              <a:rPr lang="en-US" sz="1067" smtClean="0">
                <a:solidFill>
                  <a:schemeClr val="bg1"/>
                </a:solidFill>
              </a:rPr>
              <a:t>‹#›</a:t>
            </a:fld>
            <a:endParaRPr lang="en-US" sz="1067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2729679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+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1DCBD4F-40A1-4846-94F9-4AB9ABD036FB}"/>
              </a:ext>
            </a:extLst>
          </p:cNvPr>
          <p:cNvSpPr/>
          <p:nvPr userDrawn="1"/>
        </p:nvSpPr>
        <p:spPr>
          <a:xfrm>
            <a:off x="5324685" y="1367760"/>
            <a:ext cx="6867319" cy="486422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777A9F32-DF1A-DC41-96CF-65D7737E9178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5686427" y="1520617"/>
            <a:ext cx="6114096" cy="4554203"/>
          </a:xfrm>
          <a:prstGeom prst="rect">
            <a:avLst/>
          </a:prstGeom>
          <a:solidFill>
            <a:schemeClr val="bg1"/>
          </a:solidFill>
          <a:effectLst/>
        </p:spPr>
        <p:txBody>
          <a:bodyPr anchor="ctr"/>
          <a:lstStyle>
            <a:lvl1pPr marL="143997" indent="0" algn="ctr">
              <a:buNone/>
              <a:defRPr/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E3AF06D-0212-664A-B47B-1A95FEB68454}"/>
              </a:ext>
            </a:extLst>
          </p:cNvPr>
          <p:cNvSpPr/>
          <p:nvPr/>
        </p:nvSpPr>
        <p:spPr>
          <a:xfrm>
            <a:off x="-1" y="4784243"/>
            <a:ext cx="4372469" cy="1446552"/>
          </a:xfrm>
          <a:prstGeom prst="rect">
            <a:avLst/>
          </a:prstGeom>
          <a:solidFill>
            <a:srgbClr val="F26F26"/>
          </a:solidFill>
          <a:ln>
            <a:noFill/>
          </a:ln>
          <a:effectLst>
            <a:outerShdw blurRad="508000" dist="114300" dir="5400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pPr>
              <a:lnSpc>
                <a:spcPct val="130000"/>
              </a:lnSpc>
            </a:pPr>
            <a:endParaRPr lang="en-US" sz="1000">
              <a:solidFill>
                <a:srgbClr val="FFFFFF">
                  <a:alpha val="70000"/>
                </a:srgbClr>
              </a:solidFill>
            </a:endParaRPr>
          </a:p>
        </p:txBody>
      </p:sp>
      <p:sp>
        <p:nvSpPr>
          <p:cNvPr id="21" name="Title Placeholder 1">
            <a:extLst>
              <a:ext uri="{FF2B5EF4-FFF2-40B4-BE49-F238E27FC236}">
                <a16:creationId xmlns:a16="http://schemas.microsoft.com/office/drawing/2014/main" id="{AA385DD0-4BDF-B247-B036-8031CA2323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9760" y="292216"/>
            <a:ext cx="11322864" cy="359457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>
              <a:defRPr sz="2400" b="1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2A680094-A8AC-E240-98B9-F83842D70C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9760" y="618487"/>
            <a:ext cx="11322864" cy="585516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rgbClr val="F77A3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700" indent="0">
              <a:buNone/>
              <a:defRPr sz="1800">
                <a:solidFill>
                  <a:schemeClr val="accent1"/>
                </a:solidFill>
              </a:defRPr>
            </a:lvl2pPr>
            <a:lvl3pPr>
              <a:defRPr sz="1800">
                <a:solidFill>
                  <a:schemeClr val="accent1"/>
                </a:solidFill>
              </a:defRPr>
            </a:lvl3pPr>
            <a:lvl4pPr>
              <a:defRPr sz="1800">
                <a:solidFill>
                  <a:schemeClr val="accent1"/>
                </a:solidFill>
              </a:defRPr>
            </a:lvl4pPr>
            <a:lvl5pPr>
              <a:defRPr sz="18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0577B239-3785-B44E-8D77-AA6E9CE841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9544" y="4905035"/>
            <a:ext cx="4132929" cy="120497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143997" indent="0">
              <a:buNone/>
              <a:defRPr sz="2400" i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700" indent="0">
              <a:buNone/>
              <a:defRPr sz="1800">
                <a:solidFill>
                  <a:schemeClr val="accent1"/>
                </a:solidFill>
              </a:defRPr>
            </a:lvl2pPr>
            <a:lvl3pPr>
              <a:defRPr sz="1800">
                <a:solidFill>
                  <a:schemeClr val="accent1"/>
                </a:solidFill>
              </a:defRPr>
            </a:lvl3pPr>
            <a:lvl4pPr>
              <a:defRPr sz="1800">
                <a:solidFill>
                  <a:schemeClr val="accent1"/>
                </a:solidFill>
              </a:defRPr>
            </a:lvl4pPr>
            <a:lvl5pPr>
              <a:defRPr sz="18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B40829BC-2ED1-44F2-9576-6AF5778ABE49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389760" y="1500475"/>
            <a:ext cx="4505440" cy="316298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Clr>
                <a:srgbClr val="FF8909"/>
              </a:buClr>
              <a:buFont typeface="Wingdings" panose="05000000000000000000" pitchFamily="2" charset="2"/>
              <a:buNone/>
              <a:defRPr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67" indent="-182866">
              <a:buClr>
                <a:srgbClr val="FF8909"/>
              </a:buClr>
              <a:buFont typeface="Calibri" panose="020F0502020204030204" pitchFamily="34" charset="0"/>
              <a:buChar char="‒"/>
              <a:defRPr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731466" indent="-182866">
              <a:buClr>
                <a:srgbClr val="FF8909"/>
              </a:buClr>
              <a:buFontTx/>
              <a:buChar char="•"/>
              <a:defRPr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61701000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40D8962D-CAD5-5E45-A140-FB6450D176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9761" y="292216"/>
            <a:ext cx="11322864" cy="359457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>
              <a:defRPr sz="2400" b="1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E3EDC04A-78D7-4545-B8A8-FBF43456053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9761" y="618487"/>
            <a:ext cx="11322864" cy="401844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rgbClr val="F77A3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700" indent="0">
              <a:buNone/>
              <a:defRPr sz="1800">
                <a:solidFill>
                  <a:schemeClr val="accent1"/>
                </a:solidFill>
              </a:defRPr>
            </a:lvl2pPr>
            <a:lvl3pPr>
              <a:defRPr sz="1800">
                <a:solidFill>
                  <a:schemeClr val="accent1"/>
                </a:solidFill>
              </a:defRPr>
            </a:lvl3pPr>
            <a:lvl4pPr>
              <a:defRPr sz="1800">
                <a:solidFill>
                  <a:schemeClr val="accent1"/>
                </a:solidFill>
              </a:defRPr>
            </a:lvl4pPr>
            <a:lvl5pPr>
              <a:defRPr sz="18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F8E8D36-07ED-8C4D-9F7D-8905B270F3E6}"/>
              </a:ext>
            </a:extLst>
          </p:cNvPr>
          <p:cNvCxnSpPr/>
          <p:nvPr userDrawn="1"/>
        </p:nvCxnSpPr>
        <p:spPr>
          <a:xfrm>
            <a:off x="0" y="2099485"/>
            <a:ext cx="12192000" cy="0"/>
          </a:xfrm>
          <a:prstGeom prst="line">
            <a:avLst/>
          </a:prstGeom>
          <a:ln w="28575">
            <a:solidFill>
              <a:srgbClr val="F36F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C360C23F-E932-CD4E-9815-9A2E2DD1E10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86095" y="1471143"/>
            <a:ext cx="1155340" cy="5855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143997" indent="0" algn="ctr">
              <a:buNone/>
              <a:defRPr sz="1800">
                <a:solidFill>
                  <a:schemeClr val="tx1"/>
                </a:solidFill>
              </a:defRPr>
            </a:lvl1pPr>
            <a:lvl2pPr marL="12700" indent="0">
              <a:buNone/>
              <a:defRPr sz="1800">
                <a:solidFill>
                  <a:schemeClr val="accent1"/>
                </a:solidFill>
              </a:defRPr>
            </a:lvl2pPr>
            <a:lvl3pPr>
              <a:defRPr sz="1800">
                <a:solidFill>
                  <a:schemeClr val="accent1"/>
                </a:solidFill>
              </a:defRPr>
            </a:lvl3pPr>
            <a:lvl4pPr>
              <a:defRPr sz="1800">
                <a:solidFill>
                  <a:schemeClr val="accent1"/>
                </a:solidFill>
              </a:defRPr>
            </a:lvl4pPr>
            <a:lvl5pPr>
              <a:defRPr sz="18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Date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F1DF69C-FAF2-4307-A24D-513A9759CEDD}"/>
              </a:ext>
            </a:extLst>
          </p:cNvPr>
          <p:cNvGrpSpPr/>
          <p:nvPr userDrawn="1"/>
        </p:nvGrpSpPr>
        <p:grpSpPr>
          <a:xfrm>
            <a:off x="7497824" y="1947085"/>
            <a:ext cx="304800" cy="640080"/>
            <a:chOff x="7497824" y="1947085"/>
            <a:chExt cx="304800" cy="640080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2D16FD7-B25A-47EB-B118-33B394647319}"/>
                </a:ext>
              </a:extLst>
            </p:cNvPr>
            <p:cNvCxnSpPr/>
            <p:nvPr/>
          </p:nvCxnSpPr>
          <p:spPr>
            <a:xfrm>
              <a:off x="7650224" y="2099485"/>
              <a:ext cx="0" cy="487680"/>
            </a:xfrm>
            <a:prstGeom prst="line">
              <a:avLst/>
            </a:prstGeom>
            <a:ln w="19050">
              <a:solidFill>
                <a:schemeClr val="tx1">
                  <a:lumMod val="75000"/>
                  <a:lumOff val="25000"/>
                </a:schemeClr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9C8CE7A6-5309-4425-A9FB-AEE7A24E84E9}"/>
                </a:ext>
              </a:extLst>
            </p:cNvPr>
            <p:cNvSpPr/>
            <p:nvPr/>
          </p:nvSpPr>
          <p:spPr>
            <a:xfrm rot="16200000">
              <a:off x="7497824" y="1947085"/>
              <a:ext cx="304800" cy="30480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121904" indent="-121904" algn="ctr">
                <a:spcBef>
                  <a:spcPts val="1600"/>
                </a:spcBef>
                <a:buClr>
                  <a:srgbClr val="005CB9"/>
                </a:buClr>
                <a:defRPr/>
              </a:pPr>
              <a:endParaRPr lang="en-US" sz="2133">
                <a:solidFill>
                  <a:srgbClr val="005CB9"/>
                </a:solidFill>
                <a:latin typeface="Arial"/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6DC579A-7AD2-454E-86CD-1D12C91C483B}"/>
              </a:ext>
            </a:extLst>
          </p:cNvPr>
          <p:cNvGrpSpPr/>
          <p:nvPr userDrawn="1"/>
        </p:nvGrpSpPr>
        <p:grpSpPr>
          <a:xfrm>
            <a:off x="10606271" y="1947090"/>
            <a:ext cx="304800" cy="640079"/>
            <a:chOff x="10606271" y="1947087"/>
            <a:chExt cx="304800" cy="640078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4B88508D-2A24-4B40-B812-04F7121B139E}"/>
                </a:ext>
              </a:extLst>
            </p:cNvPr>
            <p:cNvCxnSpPr/>
            <p:nvPr/>
          </p:nvCxnSpPr>
          <p:spPr>
            <a:xfrm>
              <a:off x="10758671" y="2099485"/>
              <a:ext cx="0" cy="487680"/>
            </a:xfrm>
            <a:prstGeom prst="line">
              <a:avLst/>
            </a:prstGeom>
            <a:ln w="19050">
              <a:solidFill>
                <a:srgbClr val="F36F26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2C04D8C4-AEC2-40BE-BE45-732997700796}"/>
                </a:ext>
              </a:extLst>
            </p:cNvPr>
            <p:cNvSpPr/>
            <p:nvPr/>
          </p:nvSpPr>
          <p:spPr>
            <a:xfrm rot="16200000">
              <a:off x="10606271" y="1947087"/>
              <a:ext cx="304800" cy="304800"/>
            </a:xfrm>
            <a:prstGeom prst="ellipse">
              <a:avLst/>
            </a:prstGeom>
            <a:solidFill>
              <a:srgbClr val="F36F26"/>
            </a:solidFill>
            <a:ln w="19050">
              <a:solidFill>
                <a:srgbClr val="F36F26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121904" indent="-121904" algn="ctr">
                <a:spcBef>
                  <a:spcPts val="1600"/>
                </a:spcBef>
                <a:buClr>
                  <a:srgbClr val="005CB9"/>
                </a:buClr>
                <a:defRPr/>
              </a:pPr>
              <a:endParaRPr lang="en-US" sz="2133">
                <a:solidFill>
                  <a:srgbClr val="005CB9"/>
                </a:solidFill>
                <a:latin typeface="Arial"/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145EA19C-1DD7-47CD-846F-3295D3B608D1}"/>
              </a:ext>
            </a:extLst>
          </p:cNvPr>
          <p:cNvGrpSpPr/>
          <p:nvPr userDrawn="1"/>
        </p:nvGrpSpPr>
        <p:grpSpPr>
          <a:xfrm>
            <a:off x="5943600" y="1947090"/>
            <a:ext cx="304800" cy="2225039"/>
            <a:chOff x="5943600" y="1947087"/>
            <a:chExt cx="304800" cy="2225038"/>
          </a:xfrm>
        </p:grpSpPr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6910AC3-51E6-41EB-860E-24034EB06454}"/>
                </a:ext>
              </a:extLst>
            </p:cNvPr>
            <p:cNvCxnSpPr/>
            <p:nvPr/>
          </p:nvCxnSpPr>
          <p:spPr>
            <a:xfrm>
              <a:off x="6096000" y="2099485"/>
              <a:ext cx="0" cy="2072640"/>
            </a:xfrm>
            <a:prstGeom prst="line">
              <a:avLst/>
            </a:prstGeom>
            <a:ln w="19050">
              <a:solidFill>
                <a:srgbClr val="F36F26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1CB4F9D0-E628-428E-8AE4-E2BF4F79E0EB}"/>
                </a:ext>
              </a:extLst>
            </p:cNvPr>
            <p:cNvSpPr/>
            <p:nvPr/>
          </p:nvSpPr>
          <p:spPr>
            <a:xfrm rot="16200000">
              <a:off x="5943600" y="1947087"/>
              <a:ext cx="304800" cy="304800"/>
            </a:xfrm>
            <a:prstGeom prst="ellipse">
              <a:avLst/>
            </a:prstGeom>
            <a:solidFill>
              <a:srgbClr val="F36F26"/>
            </a:solidFill>
            <a:ln w="19050">
              <a:solidFill>
                <a:srgbClr val="F36F26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121904" indent="-121904" algn="ctr">
                <a:spcBef>
                  <a:spcPts val="1600"/>
                </a:spcBef>
                <a:buClr>
                  <a:srgbClr val="005CB9"/>
                </a:buClr>
                <a:defRPr/>
              </a:pPr>
              <a:endParaRPr lang="en-US" sz="2133">
                <a:solidFill>
                  <a:srgbClr val="005CB9"/>
                </a:solidFill>
                <a:latin typeface="Arial"/>
              </a:endParaRP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493E5CE8-BCC5-40F7-8392-AF77A6014B1C}"/>
              </a:ext>
            </a:extLst>
          </p:cNvPr>
          <p:cNvGrpSpPr/>
          <p:nvPr userDrawn="1"/>
        </p:nvGrpSpPr>
        <p:grpSpPr>
          <a:xfrm>
            <a:off x="9052048" y="1947090"/>
            <a:ext cx="304800" cy="2225039"/>
            <a:chOff x="9052048" y="1947087"/>
            <a:chExt cx="304800" cy="2225038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968B87B0-E679-4B22-B26A-B1869477DE6A}"/>
                </a:ext>
              </a:extLst>
            </p:cNvPr>
            <p:cNvCxnSpPr/>
            <p:nvPr/>
          </p:nvCxnSpPr>
          <p:spPr>
            <a:xfrm>
              <a:off x="9200113" y="2099485"/>
              <a:ext cx="0" cy="2072640"/>
            </a:xfrm>
            <a:prstGeom prst="line">
              <a:avLst/>
            </a:prstGeom>
            <a:ln w="19050">
              <a:solidFill>
                <a:schemeClr val="tx1">
                  <a:lumMod val="75000"/>
                  <a:lumOff val="25000"/>
                </a:schemeClr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8F601832-AE43-4E74-B7E3-102D1F669020}"/>
                </a:ext>
              </a:extLst>
            </p:cNvPr>
            <p:cNvSpPr/>
            <p:nvPr/>
          </p:nvSpPr>
          <p:spPr>
            <a:xfrm rot="16200000">
              <a:off x="9052048" y="1947087"/>
              <a:ext cx="304800" cy="30480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121904" indent="-121904" algn="ctr">
                <a:spcBef>
                  <a:spcPts val="1600"/>
                </a:spcBef>
                <a:buClr>
                  <a:srgbClr val="005CB9"/>
                </a:buClr>
                <a:defRPr/>
              </a:pPr>
              <a:endParaRPr lang="en-US" sz="2133">
                <a:solidFill>
                  <a:srgbClr val="005CB9"/>
                </a:solidFill>
                <a:latin typeface="Arial"/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A260A328-F3D7-4890-AD37-9CCCB064E224}"/>
              </a:ext>
            </a:extLst>
          </p:cNvPr>
          <p:cNvGrpSpPr/>
          <p:nvPr userDrawn="1"/>
        </p:nvGrpSpPr>
        <p:grpSpPr>
          <a:xfrm>
            <a:off x="2835157" y="1947090"/>
            <a:ext cx="304800" cy="2225039"/>
            <a:chOff x="2835155" y="1947087"/>
            <a:chExt cx="304800" cy="2225038"/>
          </a:xfrm>
        </p:grpSpPr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AFC08464-4B1D-40FD-B625-F14922374D4B}"/>
                </a:ext>
              </a:extLst>
            </p:cNvPr>
            <p:cNvCxnSpPr/>
            <p:nvPr/>
          </p:nvCxnSpPr>
          <p:spPr>
            <a:xfrm>
              <a:off x="2979361" y="2099485"/>
              <a:ext cx="0" cy="2072640"/>
            </a:xfrm>
            <a:prstGeom prst="line">
              <a:avLst/>
            </a:prstGeom>
            <a:ln w="19050">
              <a:solidFill>
                <a:schemeClr val="tx1">
                  <a:lumMod val="75000"/>
                  <a:lumOff val="25000"/>
                </a:schemeClr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92E16695-2075-40A4-9787-406788C384C6}"/>
                </a:ext>
              </a:extLst>
            </p:cNvPr>
            <p:cNvSpPr/>
            <p:nvPr/>
          </p:nvSpPr>
          <p:spPr>
            <a:xfrm rot="16200000">
              <a:off x="2835155" y="1947087"/>
              <a:ext cx="304800" cy="30480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121904" indent="-121904" algn="ctr">
                <a:spcBef>
                  <a:spcPts val="1600"/>
                </a:spcBef>
                <a:buClr>
                  <a:srgbClr val="005CB9"/>
                </a:buClr>
                <a:defRPr/>
              </a:pPr>
              <a:endParaRPr lang="en-US" sz="2133">
                <a:solidFill>
                  <a:srgbClr val="005CB9"/>
                </a:solidFill>
                <a:latin typeface="Arial"/>
              </a:endParaRP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8E4E4B2F-DE6B-46D1-AFC5-8DEBAD72AB9F}"/>
              </a:ext>
            </a:extLst>
          </p:cNvPr>
          <p:cNvGrpSpPr/>
          <p:nvPr userDrawn="1"/>
        </p:nvGrpSpPr>
        <p:grpSpPr>
          <a:xfrm>
            <a:off x="4389379" y="1947090"/>
            <a:ext cx="304800" cy="640079"/>
            <a:chOff x="4389377" y="1947087"/>
            <a:chExt cx="304800" cy="640078"/>
          </a:xfrm>
        </p:grpSpPr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6666B193-6211-4A69-8409-417DFBE45C85}"/>
                </a:ext>
              </a:extLst>
            </p:cNvPr>
            <p:cNvCxnSpPr/>
            <p:nvPr/>
          </p:nvCxnSpPr>
          <p:spPr>
            <a:xfrm>
              <a:off x="4535515" y="2099485"/>
              <a:ext cx="0" cy="487680"/>
            </a:xfrm>
            <a:prstGeom prst="line">
              <a:avLst/>
            </a:prstGeom>
            <a:ln w="19050">
              <a:solidFill>
                <a:schemeClr val="tx1">
                  <a:lumMod val="75000"/>
                  <a:lumOff val="25000"/>
                </a:schemeClr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C732C868-028C-443B-BD53-AA3C61F52F4C}"/>
                </a:ext>
              </a:extLst>
            </p:cNvPr>
            <p:cNvSpPr/>
            <p:nvPr/>
          </p:nvSpPr>
          <p:spPr>
            <a:xfrm rot="16200000">
              <a:off x="4389377" y="1947087"/>
              <a:ext cx="304800" cy="30480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121904" indent="-121904" algn="ctr">
                <a:spcBef>
                  <a:spcPts val="1600"/>
                </a:spcBef>
                <a:buClr>
                  <a:srgbClr val="005CB9"/>
                </a:buClr>
                <a:defRPr/>
              </a:pPr>
              <a:endParaRPr lang="en-US" sz="2133">
                <a:solidFill>
                  <a:srgbClr val="005CB9"/>
                </a:solidFill>
                <a:latin typeface="Arial"/>
              </a:endParaRP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26812736-C7D7-44EA-BA1E-DAA8544DAAB6}"/>
              </a:ext>
            </a:extLst>
          </p:cNvPr>
          <p:cNvGrpSpPr/>
          <p:nvPr userDrawn="1"/>
        </p:nvGrpSpPr>
        <p:grpSpPr>
          <a:xfrm>
            <a:off x="1156083" y="1947085"/>
            <a:ext cx="304800" cy="640080"/>
            <a:chOff x="1280929" y="1947085"/>
            <a:chExt cx="304800" cy="640080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E4AD679E-FE79-4A72-A8B2-19F254A9B80B}"/>
                </a:ext>
              </a:extLst>
            </p:cNvPr>
            <p:cNvCxnSpPr/>
            <p:nvPr/>
          </p:nvCxnSpPr>
          <p:spPr>
            <a:xfrm>
              <a:off x="1433329" y="2099485"/>
              <a:ext cx="0" cy="487680"/>
            </a:xfrm>
            <a:prstGeom prst="line">
              <a:avLst/>
            </a:prstGeom>
            <a:ln w="19050">
              <a:solidFill>
                <a:schemeClr val="tx1">
                  <a:lumMod val="75000"/>
                  <a:lumOff val="25000"/>
                </a:schemeClr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1A3EB1E8-9CA3-4728-8A2B-B12B0B1BF020}"/>
                </a:ext>
              </a:extLst>
            </p:cNvPr>
            <p:cNvSpPr/>
            <p:nvPr/>
          </p:nvSpPr>
          <p:spPr>
            <a:xfrm rot="16200000">
              <a:off x="1280929" y="1947085"/>
              <a:ext cx="304800" cy="30480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121904" indent="-121904" algn="ctr">
                <a:spcBef>
                  <a:spcPts val="1600"/>
                </a:spcBef>
                <a:buClr>
                  <a:srgbClr val="005CB9"/>
                </a:buClr>
                <a:defRPr/>
              </a:pPr>
              <a:endParaRPr lang="en-US" sz="2133">
                <a:solidFill>
                  <a:srgbClr val="005CB9"/>
                </a:solidFill>
                <a:latin typeface="Arial"/>
              </a:endParaRPr>
            </a:p>
          </p:txBody>
        </p:sp>
      </p:grpSp>
      <p:sp>
        <p:nvSpPr>
          <p:cNvPr id="42" name="Text Placeholder 3">
            <a:extLst>
              <a:ext uri="{FF2B5EF4-FFF2-40B4-BE49-F238E27FC236}">
                <a16:creationId xmlns:a16="http://schemas.microsoft.com/office/drawing/2014/main" id="{DA5142F6-BC0F-4F99-A454-19AE14714BD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988561" y="4297817"/>
            <a:ext cx="2214883" cy="1401947"/>
          </a:xfrm>
          <a:prstGeom prst="rect">
            <a:avLst/>
          </a:prstGeom>
        </p:spPr>
        <p:txBody>
          <a:bodyPr anchor="t"/>
          <a:lstStyle>
            <a:lvl1pPr marL="143997" indent="0" algn="ctr">
              <a:buNone/>
              <a:defRPr sz="1600" b="1">
                <a:solidFill>
                  <a:srgbClr val="F77A3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700" indent="0" algn="ctr">
              <a:buFont typeface="Arial" panose="020B0604020202020204" pitchFamily="34" charset="0"/>
              <a:buNone/>
              <a:defRPr sz="1200">
                <a:solidFill>
                  <a:srgbClr val="F77A3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236519" indent="0">
              <a:buNone/>
              <a:defRPr sz="1200"/>
            </a:lvl3pPr>
            <a:lvl4pPr marL="460339" indent="0">
              <a:buNone/>
              <a:defRPr sz="1200"/>
            </a:lvl4pPr>
            <a:lvl5pPr marL="696860" indent="0">
              <a:buNone/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4" name="Text Placeholder 3">
            <a:extLst>
              <a:ext uri="{FF2B5EF4-FFF2-40B4-BE49-F238E27FC236}">
                <a16:creationId xmlns:a16="http://schemas.microsoft.com/office/drawing/2014/main" id="{CE942E9D-88AB-CA4D-82B1-D7A84536DB0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409887" y="1471143"/>
            <a:ext cx="1155340" cy="5855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143997" indent="0" algn="ctr">
              <a:buNone/>
              <a:defRPr sz="18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700" indent="0">
              <a:buNone/>
              <a:defRPr sz="1800">
                <a:solidFill>
                  <a:schemeClr val="accent1"/>
                </a:solidFill>
              </a:defRPr>
            </a:lvl2pPr>
            <a:lvl3pPr>
              <a:defRPr sz="1800">
                <a:solidFill>
                  <a:schemeClr val="accent1"/>
                </a:solidFill>
              </a:defRPr>
            </a:lvl3pPr>
            <a:lvl4pPr>
              <a:defRPr sz="1800">
                <a:solidFill>
                  <a:schemeClr val="accent1"/>
                </a:solidFill>
              </a:defRPr>
            </a:lvl4pPr>
            <a:lvl5pPr>
              <a:defRPr sz="18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55" name="Text Placeholder 3">
            <a:extLst>
              <a:ext uri="{FF2B5EF4-FFF2-40B4-BE49-F238E27FC236}">
                <a16:creationId xmlns:a16="http://schemas.microsoft.com/office/drawing/2014/main" id="{633C6E1C-0558-7646-8789-F49B27B3E40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964111" y="1471143"/>
            <a:ext cx="1155340" cy="5855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143997" indent="0" algn="ctr">
              <a:buNone/>
              <a:defRPr sz="18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700" indent="0">
              <a:buNone/>
              <a:defRPr sz="1800">
                <a:solidFill>
                  <a:schemeClr val="accent1"/>
                </a:solidFill>
              </a:defRPr>
            </a:lvl2pPr>
            <a:lvl3pPr>
              <a:defRPr sz="1800">
                <a:solidFill>
                  <a:schemeClr val="accent1"/>
                </a:solidFill>
              </a:defRPr>
            </a:lvl3pPr>
            <a:lvl4pPr>
              <a:defRPr sz="1800">
                <a:solidFill>
                  <a:schemeClr val="accent1"/>
                </a:solidFill>
              </a:defRPr>
            </a:lvl4pPr>
            <a:lvl5pPr>
              <a:defRPr sz="18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57" name="Text Placeholder 3">
            <a:extLst>
              <a:ext uri="{FF2B5EF4-FFF2-40B4-BE49-F238E27FC236}">
                <a16:creationId xmlns:a16="http://schemas.microsoft.com/office/drawing/2014/main" id="{D8B67B19-550E-844A-89F0-E0052CDD7E0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518331" y="1471143"/>
            <a:ext cx="1155340" cy="5855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143997" indent="0" algn="ctr">
              <a:buNone/>
              <a:defRPr sz="18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700" indent="0">
              <a:buNone/>
              <a:defRPr sz="1800">
                <a:solidFill>
                  <a:schemeClr val="accent1"/>
                </a:solidFill>
              </a:defRPr>
            </a:lvl2pPr>
            <a:lvl3pPr>
              <a:defRPr sz="1800">
                <a:solidFill>
                  <a:schemeClr val="accent1"/>
                </a:solidFill>
              </a:defRPr>
            </a:lvl3pPr>
            <a:lvl4pPr>
              <a:defRPr sz="1800">
                <a:solidFill>
                  <a:schemeClr val="accent1"/>
                </a:solidFill>
              </a:defRPr>
            </a:lvl4pPr>
            <a:lvl5pPr>
              <a:defRPr sz="18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58" name="Text Placeholder 3">
            <a:extLst>
              <a:ext uri="{FF2B5EF4-FFF2-40B4-BE49-F238E27FC236}">
                <a16:creationId xmlns:a16="http://schemas.microsoft.com/office/drawing/2014/main" id="{83885574-AB81-E244-88D7-F8875ED1F77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072555" y="1471143"/>
            <a:ext cx="1155340" cy="5855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143997" indent="0" algn="ctr">
              <a:buNone/>
              <a:defRPr sz="18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700" indent="0">
              <a:buNone/>
              <a:defRPr sz="1800">
                <a:solidFill>
                  <a:schemeClr val="accent1"/>
                </a:solidFill>
              </a:defRPr>
            </a:lvl2pPr>
            <a:lvl3pPr>
              <a:defRPr sz="1800">
                <a:solidFill>
                  <a:schemeClr val="accent1"/>
                </a:solidFill>
              </a:defRPr>
            </a:lvl3pPr>
            <a:lvl4pPr>
              <a:defRPr sz="1800">
                <a:solidFill>
                  <a:schemeClr val="accent1"/>
                </a:solidFill>
              </a:defRPr>
            </a:lvl4pPr>
            <a:lvl5pPr>
              <a:defRPr sz="18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59" name="Text Placeholder 3">
            <a:extLst>
              <a:ext uri="{FF2B5EF4-FFF2-40B4-BE49-F238E27FC236}">
                <a16:creationId xmlns:a16="http://schemas.microsoft.com/office/drawing/2014/main" id="{D4B822D5-0687-E24B-9381-5A73810E120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626775" y="1471143"/>
            <a:ext cx="1155340" cy="5855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143997" indent="0" algn="ctr">
              <a:buNone/>
              <a:defRPr sz="18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700" indent="0">
              <a:buNone/>
              <a:defRPr sz="1800">
                <a:solidFill>
                  <a:schemeClr val="accent1"/>
                </a:solidFill>
              </a:defRPr>
            </a:lvl2pPr>
            <a:lvl3pPr>
              <a:defRPr sz="1800">
                <a:solidFill>
                  <a:schemeClr val="accent1"/>
                </a:solidFill>
              </a:defRPr>
            </a:lvl3pPr>
            <a:lvl4pPr>
              <a:defRPr sz="1800">
                <a:solidFill>
                  <a:schemeClr val="accent1"/>
                </a:solidFill>
              </a:defRPr>
            </a:lvl4pPr>
            <a:lvl5pPr>
              <a:defRPr sz="18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60" name="Text Placeholder 3">
            <a:extLst>
              <a:ext uri="{FF2B5EF4-FFF2-40B4-BE49-F238E27FC236}">
                <a16:creationId xmlns:a16="http://schemas.microsoft.com/office/drawing/2014/main" id="{08A255F3-ABFC-9F43-B89A-0CB33A8F624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180999" y="1471143"/>
            <a:ext cx="1155340" cy="5855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143997" indent="0" algn="ctr">
              <a:buNone/>
              <a:defRPr sz="18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700" indent="0">
              <a:buNone/>
              <a:defRPr sz="1800">
                <a:solidFill>
                  <a:schemeClr val="accent1"/>
                </a:solidFill>
              </a:defRPr>
            </a:lvl2pPr>
            <a:lvl3pPr>
              <a:defRPr sz="1800">
                <a:solidFill>
                  <a:schemeClr val="accent1"/>
                </a:solidFill>
              </a:defRPr>
            </a:lvl3pPr>
            <a:lvl4pPr>
              <a:defRPr sz="1800">
                <a:solidFill>
                  <a:schemeClr val="accent1"/>
                </a:solidFill>
              </a:defRPr>
            </a:lvl4pPr>
            <a:lvl5pPr>
              <a:defRPr sz="18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61" name="Text Placeholder 3">
            <a:extLst>
              <a:ext uri="{FF2B5EF4-FFF2-40B4-BE49-F238E27FC236}">
                <a16:creationId xmlns:a16="http://schemas.microsoft.com/office/drawing/2014/main" id="{2B53BB59-7180-DB46-83C9-CFB19E5896FD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880117" y="4297817"/>
            <a:ext cx="2214883" cy="1401947"/>
          </a:xfrm>
          <a:prstGeom prst="rect">
            <a:avLst/>
          </a:prstGeom>
        </p:spPr>
        <p:txBody>
          <a:bodyPr anchor="t"/>
          <a:lstStyle>
            <a:lvl1pPr marL="143997" indent="0" algn="ctr">
              <a:buNone/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700" indent="0" algn="ctr">
              <a:buFont typeface="Arial" panose="020B0604020202020204" pitchFamily="34" charset="0"/>
              <a:buNone/>
              <a:defRPr sz="120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236519" indent="0">
              <a:buNone/>
              <a:defRPr sz="1200"/>
            </a:lvl3pPr>
            <a:lvl4pPr marL="460339" indent="0">
              <a:buNone/>
              <a:defRPr sz="1200"/>
            </a:lvl4pPr>
            <a:lvl5pPr marL="696860" indent="0">
              <a:buNone/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62" name="Text Placeholder 3">
            <a:extLst>
              <a:ext uri="{FF2B5EF4-FFF2-40B4-BE49-F238E27FC236}">
                <a16:creationId xmlns:a16="http://schemas.microsoft.com/office/drawing/2014/main" id="{EABD5A21-41EE-CD45-BFBA-BD651EBC12FD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8097001" y="4297817"/>
            <a:ext cx="2214883" cy="1401947"/>
          </a:xfrm>
          <a:prstGeom prst="rect">
            <a:avLst/>
          </a:prstGeom>
        </p:spPr>
        <p:txBody>
          <a:bodyPr anchor="t"/>
          <a:lstStyle>
            <a:lvl1pPr marL="143997" indent="0" algn="ctr">
              <a:buNone/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700" indent="0" algn="ctr">
              <a:buFont typeface="Arial" panose="020B0604020202020204" pitchFamily="34" charset="0"/>
              <a:buNone/>
              <a:defRPr sz="120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236519" indent="0">
              <a:buNone/>
              <a:defRPr sz="1200"/>
            </a:lvl3pPr>
            <a:lvl4pPr marL="460339" indent="0">
              <a:buNone/>
              <a:defRPr sz="1200"/>
            </a:lvl4pPr>
            <a:lvl5pPr marL="696860" indent="0">
              <a:buNone/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64" name="Text Placeholder 3">
            <a:extLst>
              <a:ext uri="{FF2B5EF4-FFF2-40B4-BE49-F238E27FC236}">
                <a16:creationId xmlns:a16="http://schemas.microsoft.com/office/drawing/2014/main" id="{84211E11-2B68-8444-A28C-6D1341F2F79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436505" y="2702697"/>
            <a:ext cx="2214883" cy="1401947"/>
          </a:xfrm>
          <a:prstGeom prst="rect">
            <a:avLst/>
          </a:prstGeom>
        </p:spPr>
        <p:txBody>
          <a:bodyPr anchor="t"/>
          <a:lstStyle>
            <a:lvl1pPr marL="143997" indent="0" algn="ctr">
              <a:buNone/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700" indent="0" algn="ctr">
              <a:buFont typeface="Arial" panose="020B0604020202020204" pitchFamily="34" charset="0"/>
              <a:buNone/>
              <a:defRPr sz="120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236519" indent="0">
              <a:buNone/>
              <a:defRPr sz="1200"/>
            </a:lvl3pPr>
            <a:lvl4pPr marL="460339" indent="0">
              <a:buNone/>
              <a:defRPr sz="1200"/>
            </a:lvl4pPr>
            <a:lvl5pPr marL="696860" indent="0">
              <a:buNone/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65" name="Text Placeholder 3">
            <a:extLst>
              <a:ext uri="{FF2B5EF4-FFF2-40B4-BE49-F238E27FC236}">
                <a16:creationId xmlns:a16="http://schemas.microsoft.com/office/drawing/2014/main" id="{471A887C-2CFE-4545-B5D7-51763D70FC3E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10761" y="2702697"/>
            <a:ext cx="2214883" cy="1401947"/>
          </a:xfrm>
          <a:prstGeom prst="rect">
            <a:avLst/>
          </a:prstGeom>
        </p:spPr>
        <p:txBody>
          <a:bodyPr anchor="t"/>
          <a:lstStyle>
            <a:lvl1pPr marL="143997" indent="0" algn="ctr">
              <a:buNone/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700" indent="0" algn="ctr">
              <a:buFont typeface="Arial" panose="020B0604020202020204" pitchFamily="34" charset="0"/>
              <a:buNone/>
              <a:defRPr sz="120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236519" indent="0">
              <a:buNone/>
              <a:defRPr sz="1200"/>
            </a:lvl3pPr>
            <a:lvl4pPr marL="460339" indent="0">
              <a:buNone/>
              <a:defRPr sz="1200"/>
            </a:lvl4pPr>
            <a:lvl5pPr marL="696860" indent="0">
              <a:buNone/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66" name="Text Placeholder 3">
            <a:extLst>
              <a:ext uri="{FF2B5EF4-FFF2-40B4-BE49-F238E27FC236}">
                <a16:creationId xmlns:a16="http://schemas.microsoft.com/office/drawing/2014/main" id="{18C5D157-1A27-5F4A-9EC2-38235858DBC2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542781" y="2702697"/>
            <a:ext cx="2214883" cy="1401947"/>
          </a:xfrm>
          <a:prstGeom prst="rect">
            <a:avLst/>
          </a:prstGeom>
        </p:spPr>
        <p:txBody>
          <a:bodyPr anchor="t"/>
          <a:lstStyle>
            <a:lvl1pPr marL="143997" indent="0" algn="ctr">
              <a:buNone/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700" indent="0" algn="ctr">
              <a:buFont typeface="Arial" panose="020B0604020202020204" pitchFamily="34" charset="0"/>
              <a:buNone/>
              <a:defRPr sz="120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236519" indent="0">
              <a:buNone/>
              <a:defRPr sz="1200"/>
            </a:lvl3pPr>
            <a:lvl4pPr marL="460339" indent="0">
              <a:buNone/>
              <a:defRPr sz="1200"/>
            </a:lvl4pPr>
            <a:lvl5pPr marL="696860" indent="0">
              <a:buNone/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67" name="Text Placeholder 3">
            <a:extLst>
              <a:ext uri="{FF2B5EF4-FFF2-40B4-BE49-F238E27FC236}">
                <a16:creationId xmlns:a16="http://schemas.microsoft.com/office/drawing/2014/main" id="{5A6F5C30-7460-9040-B454-799ED5C0422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9642561" y="2702697"/>
            <a:ext cx="2214883" cy="1401947"/>
          </a:xfrm>
          <a:prstGeom prst="rect">
            <a:avLst/>
          </a:prstGeom>
        </p:spPr>
        <p:txBody>
          <a:bodyPr anchor="t"/>
          <a:lstStyle>
            <a:lvl1pPr marL="143997" indent="0" algn="ctr">
              <a:buNone/>
              <a:defRPr sz="1600" b="1">
                <a:solidFill>
                  <a:srgbClr val="F77A3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700" indent="0" algn="ctr">
              <a:buFont typeface="Arial" panose="020B0604020202020204" pitchFamily="34" charset="0"/>
              <a:buNone/>
              <a:defRPr sz="1200">
                <a:solidFill>
                  <a:srgbClr val="F77A3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236519" indent="0">
              <a:buNone/>
              <a:defRPr sz="1200"/>
            </a:lvl3pPr>
            <a:lvl4pPr marL="460339" indent="0">
              <a:buNone/>
              <a:defRPr sz="1200"/>
            </a:lvl4pPr>
            <a:lvl5pPr marL="696860" indent="0">
              <a:buNone/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pic>
        <p:nvPicPr>
          <p:cNvPr id="45" name="Google Shape;107;p19">
            <a:extLst>
              <a:ext uri="{FF2B5EF4-FFF2-40B4-BE49-F238E27FC236}">
                <a16:creationId xmlns:a16="http://schemas.microsoft.com/office/drawing/2014/main" id="{73699E57-8419-F840-A15B-3C7522887C37}"/>
              </a:ext>
            </a:extLst>
          </p:cNvPr>
          <p:cNvPicPr/>
          <p:nvPr userDrawn="1"/>
        </p:nvPicPr>
        <p:blipFill>
          <a:blip r:embed="rId2"/>
          <a:stretch/>
        </p:blipFill>
        <p:spPr>
          <a:xfrm>
            <a:off x="-962" y="6362184"/>
            <a:ext cx="12191520" cy="523200"/>
          </a:xfrm>
          <a:prstGeom prst="rect">
            <a:avLst/>
          </a:prstGeom>
          <a:ln w="0">
            <a:noFill/>
          </a:ln>
        </p:spPr>
      </p:pic>
      <p:sp>
        <p:nvSpPr>
          <p:cNvPr id="53" name="Rectangle 52">
            <a:extLst>
              <a:ext uri="{FF2B5EF4-FFF2-40B4-BE49-F238E27FC236}">
                <a16:creationId xmlns:a16="http://schemas.microsoft.com/office/drawing/2014/main" id="{B9E8147A-8BF5-6048-B874-3F7FA7AEE47F}"/>
              </a:ext>
            </a:extLst>
          </p:cNvPr>
          <p:cNvSpPr/>
          <p:nvPr userDrawn="1"/>
        </p:nvSpPr>
        <p:spPr>
          <a:xfrm>
            <a:off x="11547063" y="641909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63B50E4-4A01-9142-9960-F72B5E44150C}"/>
              </a:ext>
            </a:extLst>
          </p:cNvPr>
          <p:cNvSpPr/>
          <p:nvPr userDrawn="1"/>
        </p:nvSpPr>
        <p:spPr>
          <a:xfrm>
            <a:off x="11547063" y="646557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pic>
        <p:nvPicPr>
          <p:cNvPr id="46" name="Google Shape;108;p19">
            <a:extLst>
              <a:ext uri="{FF2B5EF4-FFF2-40B4-BE49-F238E27FC236}">
                <a16:creationId xmlns:a16="http://schemas.microsoft.com/office/drawing/2014/main" id="{704359F6-7EA6-D34B-BD8D-A12B11DA7436}"/>
              </a:ext>
            </a:extLst>
          </p:cNvPr>
          <p:cNvPicPr/>
          <p:nvPr userDrawn="1"/>
        </p:nvPicPr>
        <p:blipFill>
          <a:blip r:embed="rId3" cstate="print"/>
          <a:stretch/>
        </p:blipFill>
        <p:spPr>
          <a:xfrm>
            <a:off x="389760" y="6451464"/>
            <a:ext cx="1264320" cy="344640"/>
          </a:xfrm>
          <a:prstGeom prst="rect">
            <a:avLst/>
          </a:prstGeom>
          <a:ln w="0">
            <a:noFill/>
          </a:ln>
        </p:spPr>
      </p:pic>
      <p:sp>
        <p:nvSpPr>
          <p:cNvPr id="48" name="Google Shape;109;p19">
            <a:extLst>
              <a:ext uri="{FF2B5EF4-FFF2-40B4-BE49-F238E27FC236}">
                <a16:creationId xmlns:a16="http://schemas.microsoft.com/office/drawing/2014/main" id="{682FB727-1C2D-3943-9346-E0BFD4974828}"/>
              </a:ext>
            </a:extLst>
          </p:cNvPr>
          <p:cNvSpPr/>
          <p:nvPr userDrawn="1"/>
        </p:nvSpPr>
        <p:spPr>
          <a:xfrm>
            <a:off x="9281760" y="6541678"/>
            <a:ext cx="1931040" cy="16421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1520">
              <a:lnSpc>
                <a:spcPct val="100000"/>
              </a:lnSpc>
              <a:tabLst>
                <a:tab pos="0" algn="l"/>
              </a:tabLst>
            </a:pPr>
            <a:r>
              <a:rPr lang="en" sz="1067" b="0" u="none" strike="noStrike">
                <a:uFillTx/>
                <a:latin typeface="Calibri"/>
                <a:ea typeface="Calibri"/>
              </a:rPr>
              <a:t>Tavant Proprietary &amp; Confidential</a:t>
            </a:r>
            <a:endParaRPr lang="en-IN" sz="1067" b="0" u="none" strike="noStrike">
              <a:uFillTx/>
              <a:latin typeface="Arial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BA6F583-FA59-834C-B8FE-23640FD0C579}"/>
              </a:ext>
            </a:extLst>
          </p:cNvPr>
          <p:cNvSpPr txBox="1"/>
          <p:nvPr userDrawn="1"/>
        </p:nvSpPr>
        <p:spPr>
          <a:xfrm>
            <a:off x="11502039" y="6495512"/>
            <a:ext cx="349775" cy="256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954E5BDB-61AA-4049-AE86-82CC72DFC771}" type="slidenum">
              <a:rPr lang="en-US" sz="1067" smtClean="0">
                <a:solidFill>
                  <a:schemeClr val="bg1"/>
                </a:solidFill>
              </a:rPr>
              <a:t>‹#›</a:t>
            </a:fld>
            <a:endParaRPr lang="en-US" sz="1067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1244790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- Grey"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7;p19">
            <a:extLst>
              <a:ext uri="{FF2B5EF4-FFF2-40B4-BE49-F238E27FC236}">
                <a16:creationId xmlns:a16="http://schemas.microsoft.com/office/drawing/2014/main" id="{EB642119-D1DA-2A41-9E40-D8B8ED072025}"/>
              </a:ext>
            </a:extLst>
          </p:cNvPr>
          <p:cNvPicPr/>
          <p:nvPr userDrawn="1"/>
        </p:nvPicPr>
        <p:blipFill>
          <a:blip r:embed="rId2"/>
          <a:stretch/>
        </p:blipFill>
        <p:spPr>
          <a:xfrm>
            <a:off x="-962" y="6362184"/>
            <a:ext cx="12191520" cy="523200"/>
          </a:xfrm>
          <a:prstGeom prst="rect">
            <a:avLst/>
          </a:prstGeom>
          <a:ln w="0">
            <a:noFill/>
          </a:ln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67BE79E2-C9BE-0B45-B7B9-B90FF6DB172F}"/>
              </a:ext>
            </a:extLst>
          </p:cNvPr>
          <p:cNvSpPr/>
          <p:nvPr userDrawn="1"/>
        </p:nvSpPr>
        <p:spPr>
          <a:xfrm>
            <a:off x="11547063" y="641909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EF44AC2-DA98-DF49-8A31-93632B2FB633}"/>
              </a:ext>
            </a:extLst>
          </p:cNvPr>
          <p:cNvSpPr/>
          <p:nvPr userDrawn="1"/>
        </p:nvSpPr>
        <p:spPr>
          <a:xfrm>
            <a:off x="11547063" y="646557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A0E174B-16EF-5F4F-BAA8-928FE02C1800}"/>
              </a:ext>
            </a:extLst>
          </p:cNvPr>
          <p:cNvSpPr txBox="1"/>
          <p:nvPr userDrawn="1"/>
        </p:nvSpPr>
        <p:spPr>
          <a:xfrm>
            <a:off x="11502039" y="6495512"/>
            <a:ext cx="349775" cy="256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954E5BDB-61AA-4049-AE86-82CC72DFC771}" type="slidenum">
              <a:rPr lang="en-US" sz="1067" smtClean="0">
                <a:solidFill>
                  <a:schemeClr val="bg1"/>
                </a:solidFill>
              </a:rPr>
              <a:t>‹#›</a:t>
            </a:fld>
            <a:endParaRPr lang="en-US" sz="1067">
              <a:solidFill>
                <a:schemeClr val="bg1"/>
              </a:solidFill>
            </a:endParaRPr>
          </a:p>
        </p:txBody>
      </p:sp>
      <p:sp>
        <p:nvSpPr>
          <p:cNvPr id="13" name="Google Shape;109;p19">
            <a:extLst>
              <a:ext uri="{FF2B5EF4-FFF2-40B4-BE49-F238E27FC236}">
                <a16:creationId xmlns:a16="http://schemas.microsoft.com/office/drawing/2014/main" id="{383F7148-1946-CB41-9C4B-9ABFEB5D817D}"/>
              </a:ext>
            </a:extLst>
          </p:cNvPr>
          <p:cNvSpPr/>
          <p:nvPr userDrawn="1"/>
        </p:nvSpPr>
        <p:spPr>
          <a:xfrm>
            <a:off x="9281760" y="6541678"/>
            <a:ext cx="1931040" cy="1646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1520">
              <a:lnSpc>
                <a:spcPct val="100000"/>
              </a:lnSpc>
              <a:tabLst>
                <a:tab pos="0" algn="l"/>
              </a:tabLst>
            </a:pPr>
            <a:r>
              <a:rPr lang="en-IN" sz="1070" b="0" i="0" kern="120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Tavant &amp; Customer Confidential</a:t>
            </a:r>
            <a:endParaRPr lang="en-IN" sz="1070" b="0" u="none" strike="noStrike"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99514E-6A92-4F1B-BF99-08F4220E1F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4739" y="339472"/>
            <a:ext cx="11542522" cy="359457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>
              <a:defRPr sz="2400" b="1" baseline="0">
                <a:solidFill>
                  <a:schemeClr val="bg1"/>
                </a:solidFill>
                <a:latin typeface="+mj-lt"/>
                <a:cs typeface="Calibri" panose="020F0502020204030204" pitchFamily="34" charset="0"/>
              </a:defRPr>
            </a:lvl1pPr>
          </a:lstStyle>
          <a:p>
            <a:r>
              <a:rPr lang="en-US"/>
              <a:t>THIS IS YOUR TITLE – KEEP IT TO ONE LINE MAXIMUM</a:t>
            </a:r>
          </a:p>
        </p:txBody>
      </p:sp>
      <p:pic>
        <p:nvPicPr>
          <p:cNvPr id="11" name="Google Shape;108;p19">
            <a:extLst>
              <a:ext uri="{FF2B5EF4-FFF2-40B4-BE49-F238E27FC236}">
                <a16:creationId xmlns:a16="http://schemas.microsoft.com/office/drawing/2014/main" id="{4D85C159-335C-6F46-A7D6-8ABC1BE5D4E9}"/>
              </a:ext>
            </a:extLst>
          </p:cNvPr>
          <p:cNvPicPr/>
          <p:nvPr userDrawn="1"/>
        </p:nvPicPr>
        <p:blipFill>
          <a:blip r:embed="rId3" cstate="print"/>
          <a:stretch/>
        </p:blipFill>
        <p:spPr>
          <a:xfrm>
            <a:off x="265064" y="6462185"/>
            <a:ext cx="1264320" cy="344640"/>
          </a:xfrm>
          <a:prstGeom prst="rect">
            <a:avLst/>
          </a:prstGeom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431722187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B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74;p15">
            <a:extLst>
              <a:ext uri="{FF2B5EF4-FFF2-40B4-BE49-F238E27FC236}">
                <a16:creationId xmlns:a16="http://schemas.microsoft.com/office/drawing/2014/main" id="{E472C359-95D0-EE4E-953B-9BEE9A62A676}"/>
              </a:ext>
            </a:extLst>
          </p:cNvPr>
          <p:cNvPicPr/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48708" y="103793"/>
            <a:ext cx="6236915" cy="6752975"/>
          </a:xfrm>
          <a:prstGeom prst="rect">
            <a:avLst/>
          </a:prstGeom>
          <a:ln w="0">
            <a:noFill/>
          </a:ln>
        </p:spPr>
      </p:pic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447C2F5C-3901-8E43-802F-45CFFB00C7C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45620" y="3573016"/>
            <a:ext cx="5503089" cy="456954"/>
          </a:xfrm>
          <a:prstGeom prst="rect">
            <a:avLst/>
          </a:prstGeom>
        </p:spPr>
        <p:txBody>
          <a:bodyPr lIns="0" anchor="ctr" anchorCtr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tabLst>
                <a:tab pos="0" algn="l"/>
              </a:tabLst>
              <a:defRPr sz="1800">
                <a:solidFill>
                  <a:srgbClr val="F77A33"/>
                </a:solidFill>
                <a:latin typeface="+mj-lt"/>
                <a:cs typeface="Calibri" panose="020F0502020204030204" pitchFamily="34" charset="0"/>
              </a:defRPr>
            </a:lvl1pPr>
            <a:lvl2pPr marL="12700" indent="0">
              <a:buNone/>
              <a:defRPr sz="1800">
                <a:solidFill>
                  <a:schemeClr val="accent1"/>
                </a:solidFill>
              </a:defRPr>
            </a:lvl2pPr>
            <a:lvl3pPr>
              <a:defRPr sz="1800">
                <a:solidFill>
                  <a:schemeClr val="accent1"/>
                </a:solidFill>
              </a:defRPr>
            </a:lvl3pPr>
            <a:lvl4pPr>
              <a:defRPr sz="1800">
                <a:solidFill>
                  <a:schemeClr val="accent1"/>
                </a:solidFill>
              </a:defRPr>
            </a:lvl4pPr>
            <a:lvl5pPr>
              <a:defRPr sz="1800">
                <a:solidFill>
                  <a:schemeClr val="accent1"/>
                </a:solidFill>
              </a:defRPr>
            </a:lvl5pPr>
          </a:lstStyle>
          <a:p>
            <a:pPr>
              <a:lnSpc>
                <a:spcPct val="90000"/>
              </a:lnSpc>
              <a:tabLst>
                <a:tab pos="0" algn="l"/>
              </a:tabLst>
            </a:pPr>
            <a:r>
              <a:rPr lang="en-IN" sz="1800">
                <a:solidFill>
                  <a:srgbClr val="F36F26"/>
                </a:solidFill>
                <a:ea typeface="Calibri"/>
              </a:rPr>
              <a:t>This is your optional subtitle. Try to keep this to a maximum two lines.</a:t>
            </a:r>
            <a:endParaRPr lang="en-IN" sz="1800">
              <a:solidFill>
                <a:srgbClr val="000000"/>
              </a:solidFill>
            </a:endParaRP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C41B0FDA-65ED-6F45-8A82-DEAB865DDBE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5622" y="4274366"/>
            <a:ext cx="5503088" cy="360000"/>
          </a:xfrm>
          <a:prstGeom prst="rect">
            <a:avLst/>
          </a:prstGeom>
        </p:spPr>
        <p:txBody>
          <a:bodyPr lIns="0" anchor="ctr" anchorCtr="0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800">
                <a:solidFill>
                  <a:schemeClr val="bg1"/>
                </a:solidFill>
                <a:latin typeface="+mj-lt"/>
                <a:cs typeface="Calibri" panose="020F0502020204030204" pitchFamily="34" charset="0"/>
              </a:defRPr>
            </a:lvl1pPr>
            <a:lvl2pPr marL="12700" indent="0">
              <a:buNone/>
              <a:defRPr sz="1800">
                <a:solidFill>
                  <a:schemeClr val="accent1"/>
                </a:solidFill>
              </a:defRPr>
            </a:lvl2pPr>
            <a:lvl3pPr>
              <a:defRPr sz="1800">
                <a:solidFill>
                  <a:schemeClr val="accent1"/>
                </a:solidFill>
              </a:defRPr>
            </a:lvl3pPr>
            <a:lvl4pPr>
              <a:defRPr sz="1800">
                <a:solidFill>
                  <a:schemeClr val="accent1"/>
                </a:solidFill>
              </a:defRPr>
            </a:lvl4pPr>
            <a:lvl5pPr>
              <a:defRPr sz="1800">
                <a:solidFill>
                  <a:schemeClr val="accent1"/>
                </a:solidFill>
              </a:defRPr>
            </a:lvl5pPr>
          </a:lstStyle>
          <a:p>
            <a:pPr>
              <a:tabLst>
                <a:tab pos="0" algn="l"/>
              </a:tabLst>
            </a:pPr>
            <a:r>
              <a:rPr lang="en" sz="1800">
                <a:solidFill>
                  <a:schemeClr val="lt1"/>
                </a:solidFill>
                <a:latin typeface="Calibri"/>
                <a:ea typeface="Calibri"/>
              </a:rPr>
              <a:t>Date (Optional)</a:t>
            </a:r>
            <a:endParaRPr lang="en-IN" sz="180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Google Shape;61;p13">
            <a:extLst>
              <a:ext uri="{FF2B5EF4-FFF2-40B4-BE49-F238E27FC236}">
                <a16:creationId xmlns:a16="http://schemas.microsoft.com/office/drawing/2014/main" id="{86DDE0A7-8172-2247-8A48-64EA1BB8487E}"/>
              </a:ext>
            </a:extLst>
          </p:cNvPr>
          <p:cNvSpPr/>
          <p:nvPr userDrawn="1"/>
        </p:nvSpPr>
        <p:spPr>
          <a:xfrm>
            <a:off x="420951" y="5238763"/>
            <a:ext cx="2914660" cy="45153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>
              <a:tabLst>
                <a:tab pos="0" algn="l"/>
              </a:tabLst>
            </a:pPr>
            <a:r>
              <a:rPr lang="en" sz="1467">
                <a:solidFill>
                  <a:srgbClr val="F26F26"/>
                </a:solidFill>
                <a:latin typeface="+mj-lt"/>
                <a:ea typeface="Calibri"/>
              </a:rPr>
              <a:t>Unlocking the power of AI.</a:t>
            </a:r>
            <a:br>
              <a:rPr lang="en" sz="1467">
                <a:solidFill>
                  <a:srgbClr val="F26F26"/>
                </a:solidFill>
                <a:latin typeface="+mj-lt"/>
                <a:ea typeface="Calibri"/>
              </a:rPr>
            </a:br>
            <a:r>
              <a:rPr lang="en" sz="1467">
                <a:solidFill>
                  <a:srgbClr val="F26F26"/>
                </a:solidFill>
                <a:latin typeface="+mj-lt"/>
                <a:ea typeface="Calibri"/>
              </a:rPr>
              <a:t>Accelerating digital transformation.</a:t>
            </a:r>
            <a:endParaRPr lang="en-IN" sz="1467">
              <a:solidFill>
                <a:srgbClr val="F26F26"/>
              </a:solidFill>
              <a:latin typeface="+mj-lt"/>
            </a:endParaRP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54896872-B460-2D4C-825E-FB1BFCAFD54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5620" y="1744215"/>
            <a:ext cx="5503089" cy="1601743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5000"/>
              <a:buFontTx/>
              <a:buNone/>
              <a:tabLst>
                <a:tab pos="0" algn="l"/>
              </a:tabLst>
              <a:defRPr sz="4000" b="1" i="0" baseline="0">
                <a:solidFill>
                  <a:schemeClr val="bg1"/>
                </a:solidFill>
                <a:latin typeface="+mj-lt"/>
                <a:cs typeface="Calibri" panose="020F0502020204030204" pitchFamily="34" charset="0"/>
              </a:defRPr>
            </a:lvl1pPr>
            <a:lvl2pPr marL="12700" indent="0">
              <a:buNone/>
              <a:defRPr sz="1800">
                <a:solidFill>
                  <a:schemeClr val="accent1"/>
                </a:solidFill>
              </a:defRPr>
            </a:lvl2pPr>
            <a:lvl3pPr>
              <a:defRPr sz="1800">
                <a:solidFill>
                  <a:schemeClr val="accent1"/>
                </a:solidFill>
              </a:defRPr>
            </a:lvl3pPr>
            <a:lvl4pPr>
              <a:defRPr sz="1800">
                <a:solidFill>
                  <a:schemeClr val="accent1"/>
                </a:solidFill>
              </a:defRPr>
            </a:lvl4pPr>
            <a:lvl5pPr>
              <a:defRPr sz="1800">
                <a:solidFill>
                  <a:schemeClr val="accent1"/>
                </a:solidFill>
              </a:defRPr>
            </a:lvl5pPr>
          </a:lstStyle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5000"/>
              <a:buFontTx/>
              <a:buNone/>
              <a:tabLst>
                <a:tab pos="0" algn="l"/>
              </a:tabLst>
              <a:defRPr/>
            </a:pPr>
            <a:r>
              <a:rPr kumimoji="0" lang="en-IN" sz="4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THIS IS YOUR TITLE</a:t>
            </a:r>
          </a:p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5000"/>
              <a:buFontTx/>
              <a:buNone/>
              <a:tabLst>
                <a:tab pos="0" algn="l"/>
              </a:tabLst>
              <a:defRPr/>
            </a:pPr>
            <a:r>
              <a:rPr kumimoji="0" lang="en-IN" sz="4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TRY TO KEEP TO</a:t>
            </a:r>
          </a:p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5000"/>
              <a:buFontTx/>
              <a:buNone/>
              <a:tabLst>
                <a:tab pos="0" algn="l"/>
              </a:tabLst>
              <a:defRPr/>
            </a:pPr>
            <a:r>
              <a:rPr kumimoji="0" lang="en-IN" sz="4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THREE LINES</a:t>
            </a:r>
            <a:endParaRPr kumimoji="0" lang="en-IN" sz="1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Google Shape;56;p13">
            <a:extLst>
              <a:ext uri="{FF2B5EF4-FFF2-40B4-BE49-F238E27FC236}">
                <a16:creationId xmlns:a16="http://schemas.microsoft.com/office/drawing/2014/main" id="{73A72B38-DE8D-4C4D-986A-7AFE13D47CA3}"/>
              </a:ext>
            </a:extLst>
          </p:cNvPr>
          <p:cNvPicPr/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285709" y="306720"/>
            <a:ext cx="2699520" cy="736320"/>
          </a:xfrm>
          <a:prstGeom prst="rect">
            <a:avLst/>
          </a:prstGeom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3308088169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hape&#10;&#10;Description automatically generated with low confidence">
            <a:extLst>
              <a:ext uri="{FF2B5EF4-FFF2-40B4-BE49-F238E27FC236}">
                <a16:creationId xmlns:a16="http://schemas.microsoft.com/office/drawing/2014/main" id="{46577264-DEDF-4041-8B6B-92EDABBB407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809514" y="1"/>
            <a:ext cx="1382485" cy="1193678"/>
          </a:xfrm>
          <a:prstGeom prst="rect">
            <a:avLst/>
          </a:prstGeom>
        </p:spPr>
      </p:pic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610AFDA3-5670-CB47-BBCD-C711997CFFB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2049" y="1193679"/>
            <a:ext cx="6278207" cy="4832501"/>
          </a:xfrm>
        </p:spPr>
        <p:txBody>
          <a:bodyPr tIns="46800" rIns="90000" bIns="46800" anchor="ctr" anchorCtr="0"/>
          <a:lstStyle>
            <a:lvl1pPr marL="403225" indent="-403225" algn="l">
              <a:lnSpc>
                <a:spcPct val="90000"/>
              </a:lnSpc>
              <a:spcAft>
                <a:spcPts val="1000"/>
              </a:spcAft>
              <a:buClr>
                <a:srgbClr val="F36F26"/>
              </a:buClr>
              <a:buSzPct val="100000"/>
              <a:buFont typeface="+mj-lt"/>
              <a:buAutoNum type="arabicPeriod"/>
              <a:tabLst/>
              <a:defRPr sz="2000" b="1" kern="1200" baseline="0">
                <a:latin typeface="+mn-lt"/>
              </a:defRPr>
            </a:lvl1pPr>
            <a:lvl2pPr marL="630000" indent="-165600">
              <a:lnSpc>
                <a:spcPct val="90000"/>
              </a:lnSpc>
              <a:spcBef>
                <a:spcPts val="500"/>
              </a:spcBef>
              <a:spcAft>
                <a:spcPts val="1000"/>
              </a:spcAft>
              <a:buClr>
                <a:srgbClr val="F36F26"/>
              </a:buClr>
              <a:buFont typeface="Wingdings" pitchFamily="2" charset="2"/>
              <a:buChar char="§"/>
              <a:tabLst/>
              <a:defRPr kern="1200" baseline="0">
                <a:solidFill>
                  <a:schemeClr val="bg2"/>
                </a:solidFill>
                <a:latin typeface="+mn-lt"/>
              </a:defRPr>
            </a:lvl2pPr>
            <a:lvl3pPr marL="630000" indent="-165600">
              <a:lnSpc>
                <a:spcPct val="90000"/>
              </a:lnSpc>
              <a:spcBef>
                <a:spcPts val="500"/>
              </a:spcBef>
              <a:spcAft>
                <a:spcPts val="1000"/>
              </a:spcAft>
              <a:buClr>
                <a:srgbClr val="F36F26"/>
              </a:buClr>
              <a:buFont typeface="Calibri" panose="020F0502020204030204" pitchFamily="34" charset="0"/>
              <a:buChar char="‒"/>
              <a:tabLst/>
              <a:defRPr sz="1400" kern="1200" baseline="0">
                <a:solidFill>
                  <a:schemeClr val="bg2"/>
                </a:solidFill>
                <a:latin typeface="+mn-lt"/>
              </a:defRPr>
            </a:lvl3pPr>
            <a:lvl4pPr marL="630000" indent="-165600">
              <a:lnSpc>
                <a:spcPct val="90000"/>
              </a:lnSpc>
              <a:spcBef>
                <a:spcPts val="500"/>
              </a:spcBef>
              <a:spcAft>
                <a:spcPts val="1000"/>
              </a:spcAft>
              <a:buClr>
                <a:srgbClr val="F36F26"/>
              </a:buClr>
              <a:buFont typeface="Calibri" panose="020F0502020204030204" pitchFamily="34" charset="0"/>
              <a:buChar char="●"/>
              <a:tabLst/>
              <a:defRPr sz="1400" kern="1200" baseline="0">
                <a:solidFill>
                  <a:schemeClr val="bg2"/>
                </a:solidFill>
                <a:latin typeface="+mn-lt"/>
              </a:defRPr>
            </a:lvl4pPr>
            <a:lvl5pPr marL="630000" indent="-165600">
              <a:lnSpc>
                <a:spcPct val="90000"/>
              </a:lnSpc>
              <a:spcBef>
                <a:spcPts val="500"/>
              </a:spcBef>
              <a:spcAft>
                <a:spcPts val="1000"/>
              </a:spcAft>
              <a:buFont typeface=".Hiragino Kaku Gothic Interface W3"/>
              <a:buChar char="▫"/>
              <a:tabLst/>
              <a:defRPr sz="1400" kern="1200" baseline="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4" name="Google Shape;67;p14">
            <a:extLst>
              <a:ext uri="{FF2B5EF4-FFF2-40B4-BE49-F238E27FC236}">
                <a16:creationId xmlns:a16="http://schemas.microsoft.com/office/drawing/2014/main" id="{E92733B9-3577-B248-AA28-3D2EFD6B8228}"/>
              </a:ext>
            </a:extLst>
          </p:cNvPr>
          <p:cNvPicPr/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266329" y="-27384"/>
            <a:ext cx="5925191" cy="6408712"/>
          </a:xfrm>
          <a:prstGeom prst="rect">
            <a:avLst/>
          </a:prstGeom>
          <a:ln w="0">
            <a:noFill/>
          </a:ln>
        </p:spPr>
      </p:pic>
      <p:pic>
        <p:nvPicPr>
          <p:cNvPr id="15" name="Google Shape;107;p19">
            <a:extLst>
              <a:ext uri="{FF2B5EF4-FFF2-40B4-BE49-F238E27FC236}">
                <a16:creationId xmlns:a16="http://schemas.microsoft.com/office/drawing/2014/main" id="{E37AEFD1-0E55-A34F-8749-1E61EDF43B62}"/>
              </a:ext>
            </a:extLst>
          </p:cNvPr>
          <p:cNvPicPr/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-962" y="6362184"/>
            <a:ext cx="12191520" cy="523200"/>
          </a:xfrm>
          <a:prstGeom prst="rect">
            <a:avLst/>
          </a:prstGeom>
          <a:ln w="0">
            <a:noFill/>
          </a:ln>
        </p:spPr>
      </p:pic>
      <p:sp>
        <p:nvSpPr>
          <p:cNvPr id="19" name="Google Shape;109;p19">
            <a:extLst>
              <a:ext uri="{FF2B5EF4-FFF2-40B4-BE49-F238E27FC236}">
                <a16:creationId xmlns:a16="http://schemas.microsoft.com/office/drawing/2014/main" id="{9F1E7F74-74E7-794E-B31E-B71E6FEFB2B2}"/>
              </a:ext>
            </a:extLst>
          </p:cNvPr>
          <p:cNvSpPr/>
          <p:nvPr userDrawn="1"/>
        </p:nvSpPr>
        <p:spPr>
          <a:xfrm>
            <a:off x="9281760" y="6541678"/>
            <a:ext cx="1931040" cy="1646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1520">
              <a:lnSpc>
                <a:spcPct val="100000"/>
              </a:lnSpc>
              <a:tabLst>
                <a:tab pos="0" algn="l"/>
              </a:tabLst>
            </a:pPr>
            <a:r>
              <a:rPr lang="en-IN" sz="1070" b="0" i="0" kern="120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Tavant &amp; Customer Confidential</a:t>
            </a:r>
            <a:endParaRPr lang="en-IN" sz="1070" b="0" u="none" strike="noStrike"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0D20D30-D737-9D47-93B8-89B62F522F1E}"/>
              </a:ext>
            </a:extLst>
          </p:cNvPr>
          <p:cNvSpPr txBox="1"/>
          <p:nvPr userDrawn="1"/>
        </p:nvSpPr>
        <p:spPr>
          <a:xfrm>
            <a:off x="11502039" y="6495512"/>
            <a:ext cx="349775" cy="256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954E5BDB-61AA-4049-AE86-82CC72DFC771}" type="slidenum">
              <a:rPr lang="en-US" sz="1067" smtClean="0">
                <a:solidFill>
                  <a:schemeClr val="bg1"/>
                </a:solidFill>
              </a:rPr>
              <a:t>‹#›</a:t>
            </a:fld>
            <a:endParaRPr lang="en-US" sz="1067">
              <a:solidFill>
                <a:schemeClr val="bg1"/>
              </a:solidFill>
            </a:endParaRP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CD1BEC87-BA0D-4D4D-92DB-2D2879784C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2049" y="357925"/>
            <a:ext cx="2827606" cy="726649"/>
          </a:xfrm>
          <a:noFill/>
        </p:spPr>
        <p:txBody>
          <a:bodyPr anchor="ctr"/>
          <a:lstStyle>
            <a:lvl1pPr algn="l">
              <a:defRPr sz="2400" baseline="0">
                <a:solidFill>
                  <a:srgbClr val="F36F26"/>
                </a:solidFill>
              </a:defRPr>
            </a:lvl1pPr>
          </a:lstStyle>
          <a:p>
            <a:r>
              <a:rPr lang="en-US" sz="2400" b="1">
                <a:latin typeface="Calibri" panose="020F0502020204030204" pitchFamily="34" charset="0"/>
                <a:cs typeface="Calibri" panose="020F0502020204030204" pitchFamily="34" charset="0"/>
              </a:rPr>
              <a:t>AGENDA</a:t>
            </a:r>
            <a:endParaRPr lang="en-US" sz="4200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1" name="Google Shape;108;p19">
            <a:extLst>
              <a:ext uri="{FF2B5EF4-FFF2-40B4-BE49-F238E27FC236}">
                <a16:creationId xmlns:a16="http://schemas.microsoft.com/office/drawing/2014/main" id="{5425B208-C81E-B847-A5D1-6AD4D1EF011D}"/>
              </a:ext>
            </a:extLst>
          </p:cNvPr>
          <p:cNvPicPr/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265064" y="6462185"/>
            <a:ext cx="1264320" cy="344640"/>
          </a:xfrm>
          <a:prstGeom prst="rect">
            <a:avLst/>
          </a:prstGeom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2670644144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2-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07;p19">
            <a:extLst>
              <a:ext uri="{FF2B5EF4-FFF2-40B4-BE49-F238E27FC236}">
                <a16:creationId xmlns:a16="http://schemas.microsoft.com/office/drawing/2014/main" id="{C0900330-6551-A544-97F3-E769CFB0E122}"/>
              </a:ext>
            </a:extLst>
          </p:cNvPr>
          <p:cNvPicPr/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-962" y="6362184"/>
            <a:ext cx="12191520" cy="523200"/>
          </a:xfrm>
          <a:prstGeom prst="rect">
            <a:avLst/>
          </a:prstGeom>
          <a:ln w="0">
            <a:noFill/>
          </a:ln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36629CA4-ED6B-7F4B-8BF1-531AA0FE90AA}"/>
              </a:ext>
            </a:extLst>
          </p:cNvPr>
          <p:cNvSpPr/>
          <p:nvPr userDrawn="1"/>
        </p:nvSpPr>
        <p:spPr>
          <a:xfrm>
            <a:off x="11547063" y="641909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83A8395-25FD-BA4B-B53D-93C34EB64F3F}"/>
              </a:ext>
            </a:extLst>
          </p:cNvPr>
          <p:cNvSpPr/>
          <p:nvPr userDrawn="1"/>
        </p:nvSpPr>
        <p:spPr>
          <a:xfrm>
            <a:off x="11547063" y="646557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23F962B-2D91-8F4B-9B4A-B37EAC284358}"/>
              </a:ext>
            </a:extLst>
          </p:cNvPr>
          <p:cNvSpPr txBox="1"/>
          <p:nvPr userDrawn="1"/>
        </p:nvSpPr>
        <p:spPr>
          <a:xfrm>
            <a:off x="11502039" y="6495512"/>
            <a:ext cx="349775" cy="256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954E5BDB-61AA-4049-AE86-82CC72DFC771}" type="slidenum">
              <a:rPr lang="en-US" sz="1067" smtClean="0">
                <a:solidFill>
                  <a:schemeClr val="bg1"/>
                </a:solidFill>
              </a:rPr>
              <a:t>‹#›</a:t>
            </a:fld>
            <a:endParaRPr lang="en-US" sz="1067">
              <a:solidFill>
                <a:schemeClr val="bg1"/>
              </a:solidFill>
            </a:endParaRP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7858BFB7-3A61-1440-AC90-6470F952E712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323679" y="1268760"/>
            <a:ext cx="5647781" cy="4820400"/>
          </a:xfrm>
          <a:prstGeom prst="rect">
            <a:avLst/>
          </a:prstGeom>
        </p:spPr>
        <p:txBody>
          <a:bodyPr tIns="46800" rIns="90000" bIns="46800"/>
          <a:lstStyle>
            <a:lvl1pPr marL="274320" indent="-274320">
              <a:lnSpc>
                <a:spcPct val="90000"/>
              </a:lnSpc>
              <a:spcBef>
                <a:spcPts val="1000"/>
              </a:spcBef>
              <a:buClr>
                <a:srgbClr val="FF8909"/>
              </a:buClr>
              <a:buSzPct val="100000"/>
              <a:buFont typeface="Wingdings" panose="05000000000000000000" pitchFamily="2" charset="2"/>
              <a:buChar char="§"/>
              <a:defRPr sz="1800" kern="1200" baseline="0">
                <a:latin typeface="+mj-lt"/>
                <a:ea typeface="Roboto" pitchFamily="2" charset="0"/>
                <a:cs typeface="Roboto" pitchFamily="2" charset="0"/>
              </a:defRPr>
            </a:lvl1pPr>
            <a:lvl2pPr marL="457200" indent="-182880">
              <a:lnSpc>
                <a:spcPct val="90000"/>
              </a:lnSpc>
              <a:spcBef>
                <a:spcPts val="500"/>
              </a:spcBef>
              <a:buClr>
                <a:srgbClr val="FF8909"/>
              </a:buClr>
              <a:buFont typeface="Calibri" panose="020F0502020204030204" pitchFamily="34" charset="0"/>
              <a:buChar char="‒"/>
              <a:defRPr sz="1600" kern="1200" baseline="0">
                <a:solidFill>
                  <a:schemeClr val="tx1"/>
                </a:solidFill>
                <a:latin typeface="+mj-lt"/>
                <a:ea typeface="Roboto" pitchFamily="2" charset="0"/>
                <a:cs typeface="Roboto" pitchFamily="2" charset="0"/>
              </a:defRPr>
            </a:lvl2pPr>
            <a:lvl3pPr marL="731520" indent="-182880">
              <a:lnSpc>
                <a:spcPct val="90000"/>
              </a:lnSpc>
              <a:spcBef>
                <a:spcPts val="500"/>
              </a:spcBef>
              <a:buClr>
                <a:srgbClr val="FF8909"/>
              </a:buClr>
              <a:buFontTx/>
              <a:buChar char="•"/>
              <a:defRPr sz="1400" kern="1200" baseline="0">
                <a:solidFill>
                  <a:schemeClr val="tx1"/>
                </a:solidFill>
                <a:latin typeface="+mj-lt"/>
                <a:ea typeface="Roboto" pitchFamily="2" charset="0"/>
                <a:cs typeface="Roboto" pitchFamily="2" charset="0"/>
              </a:defRPr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6"/>
            <a:endParaRPr lang="en-US"/>
          </a:p>
        </p:txBody>
      </p:sp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975B1725-DF57-1F46-B6C8-CFD1A90E3C11}"/>
              </a:ext>
            </a:extLst>
          </p:cNvPr>
          <p:cNvSpPr>
            <a:spLocks noGrp="1"/>
          </p:cNvSpPr>
          <p:nvPr>
            <p:ph sz="quarter" idx="34"/>
          </p:nvPr>
        </p:nvSpPr>
        <p:spPr>
          <a:xfrm>
            <a:off x="6219480" y="1268760"/>
            <a:ext cx="5647781" cy="4820400"/>
          </a:xfrm>
          <a:prstGeom prst="rect">
            <a:avLst/>
          </a:prstGeom>
        </p:spPr>
        <p:txBody>
          <a:bodyPr tIns="46800" rIns="90000" bIns="46800"/>
          <a:lstStyle>
            <a:lvl1pPr marL="274320" indent="-274320">
              <a:lnSpc>
                <a:spcPct val="90000"/>
              </a:lnSpc>
              <a:spcBef>
                <a:spcPts val="1000"/>
              </a:spcBef>
              <a:buClr>
                <a:srgbClr val="FF8909"/>
              </a:buClr>
              <a:buSzPct val="100000"/>
              <a:buFont typeface="Wingdings" panose="05000000000000000000" pitchFamily="2" charset="2"/>
              <a:buChar char="§"/>
              <a:defRPr sz="1800" kern="1200" baseline="0">
                <a:latin typeface="+mj-lt"/>
                <a:ea typeface="Roboto" pitchFamily="2" charset="0"/>
                <a:cs typeface="Roboto" pitchFamily="2" charset="0"/>
              </a:defRPr>
            </a:lvl1pPr>
            <a:lvl2pPr marL="457200" indent="-182880">
              <a:lnSpc>
                <a:spcPct val="90000"/>
              </a:lnSpc>
              <a:spcBef>
                <a:spcPts val="500"/>
              </a:spcBef>
              <a:buClr>
                <a:srgbClr val="FF8909"/>
              </a:buClr>
              <a:buFont typeface="Calibri" panose="020F0502020204030204" pitchFamily="34" charset="0"/>
              <a:buChar char="‒"/>
              <a:defRPr sz="1600" kern="1200" baseline="0">
                <a:solidFill>
                  <a:schemeClr val="tx1"/>
                </a:solidFill>
                <a:latin typeface="+mj-lt"/>
                <a:ea typeface="Roboto" pitchFamily="2" charset="0"/>
                <a:cs typeface="Roboto" pitchFamily="2" charset="0"/>
              </a:defRPr>
            </a:lvl2pPr>
            <a:lvl3pPr marL="731520" indent="-182880">
              <a:lnSpc>
                <a:spcPct val="90000"/>
              </a:lnSpc>
              <a:spcBef>
                <a:spcPts val="500"/>
              </a:spcBef>
              <a:buClr>
                <a:srgbClr val="FF8909"/>
              </a:buClr>
              <a:buFontTx/>
              <a:buChar char="•"/>
              <a:defRPr sz="1400" kern="1200" baseline="0">
                <a:solidFill>
                  <a:schemeClr val="tx1"/>
                </a:solidFill>
                <a:latin typeface="+mj-lt"/>
                <a:ea typeface="Roboto" pitchFamily="2" charset="0"/>
                <a:cs typeface="Roboto" pitchFamily="2" charset="0"/>
              </a:defRPr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6"/>
            <a:endParaRPr lang="en-US"/>
          </a:p>
        </p:txBody>
      </p:sp>
      <p:sp>
        <p:nvSpPr>
          <p:cNvPr id="14" name="Google Shape;109;p19">
            <a:extLst>
              <a:ext uri="{FF2B5EF4-FFF2-40B4-BE49-F238E27FC236}">
                <a16:creationId xmlns:a16="http://schemas.microsoft.com/office/drawing/2014/main" id="{350C7520-6495-5140-9350-61FB8C2D4E2D}"/>
              </a:ext>
            </a:extLst>
          </p:cNvPr>
          <p:cNvSpPr/>
          <p:nvPr userDrawn="1"/>
        </p:nvSpPr>
        <p:spPr>
          <a:xfrm>
            <a:off x="9281760" y="6541678"/>
            <a:ext cx="1931040" cy="1646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1520">
              <a:lnSpc>
                <a:spcPct val="100000"/>
              </a:lnSpc>
              <a:tabLst>
                <a:tab pos="0" algn="l"/>
              </a:tabLst>
            </a:pPr>
            <a:r>
              <a:rPr lang="en-IN" sz="1070" b="0" i="0" kern="120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Tavant &amp; Customer Confidential</a:t>
            </a:r>
            <a:endParaRPr lang="en-IN" sz="1070" b="0" u="none" strike="noStrike"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35C3D2FF-95D9-E34A-AB59-2B316910E86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4739" y="717388"/>
            <a:ext cx="11542522" cy="377121"/>
          </a:xfrm>
        </p:spPr>
        <p:txBody>
          <a:bodyPr lIns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rgbClr val="F77A33"/>
                </a:solidFill>
                <a:latin typeface="+mn-lt"/>
                <a:cs typeface="Calibri" panose="020F0502020204030204" pitchFamily="34" charset="0"/>
              </a:defRPr>
            </a:lvl1pPr>
            <a:lvl2pPr marL="12700" indent="0">
              <a:buNone/>
              <a:defRPr sz="1800">
                <a:solidFill>
                  <a:schemeClr val="accent1"/>
                </a:solidFill>
              </a:defRPr>
            </a:lvl2pPr>
            <a:lvl3pPr>
              <a:defRPr sz="1800">
                <a:solidFill>
                  <a:schemeClr val="accent1"/>
                </a:solidFill>
              </a:defRPr>
            </a:lvl3pPr>
            <a:lvl4pPr>
              <a:defRPr sz="1800">
                <a:solidFill>
                  <a:schemeClr val="accent1"/>
                </a:solidFill>
              </a:defRPr>
            </a:lvl4pPr>
            <a:lvl5pPr>
              <a:defRPr sz="18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This Is Your Optional Subtitle – Keep to One Line Maximum if Used</a:t>
            </a:r>
          </a:p>
        </p:txBody>
      </p:sp>
      <p:sp>
        <p:nvSpPr>
          <p:cNvPr id="19" name="Title Placeholder 1">
            <a:extLst>
              <a:ext uri="{FF2B5EF4-FFF2-40B4-BE49-F238E27FC236}">
                <a16:creationId xmlns:a16="http://schemas.microsoft.com/office/drawing/2014/main" id="{F0B59DA3-6998-3545-9F3C-7FFBBB9E9E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4739" y="339472"/>
            <a:ext cx="11542522" cy="359457"/>
          </a:xfrm>
          <a:prstGeom prst="rect">
            <a:avLst/>
          </a:prstGeom>
        </p:spPr>
        <p:txBody>
          <a:bodyPr vert="horz" lIns="0" tIns="45720" rIns="91440" bIns="45720" rtlCol="0" anchor="ctr" anchorCtr="0">
            <a:noAutofit/>
          </a:bodyPr>
          <a:lstStyle>
            <a:lvl1pPr>
              <a:defRPr sz="2400" b="1">
                <a:latin typeface="+mj-lt"/>
                <a:cs typeface="Calibri" panose="020F0502020204030204" pitchFamily="34" charset="0"/>
              </a:defRPr>
            </a:lvl1pPr>
          </a:lstStyle>
          <a:p>
            <a:r>
              <a:rPr lang="en-US"/>
              <a:t>THIS IS YOUR TITLE – KEEP IT TO ONE LINE MAXIMUM</a:t>
            </a:r>
          </a:p>
        </p:txBody>
      </p:sp>
      <p:pic>
        <p:nvPicPr>
          <p:cNvPr id="20" name="Google Shape;108;p19">
            <a:extLst>
              <a:ext uri="{FF2B5EF4-FFF2-40B4-BE49-F238E27FC236}">
                <a16:creationId xmlns:a16="http://schemas.microsoft.com/office/drawing/2014/main" id="{AD8871D2-4CF6-D044-A965-ECBD6C6003EB}"/>
              </a:ext>
            </a:extLst>
          </p:cNvPr>
          <p:cNvPicPr/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265064" y="6462185"/>
            <a:ext cx="1264320" cy="344640"/>
          </a:xfrm>
          <a:prstGeom prst="rect">
            <a:avLst/>
          </a:prstGeom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519783027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ER SLID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83;p16">
            <a:extLst>
              <a:ext uri="{FF2B5EF4-FFF2-40B4-BE49-F238E27FC236}">
                <a16:creationId xmlns:a16="http://schemas.microsoft.com/office/drawing/2014/main" id="{B381CFA4-4653-A944-B576-D620472C2E58}"/>
              </a:ext>
            </a:extLst>
          </p:cNvPr>
          <p:cNvPicPr/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36" b="-4"/>
          <a:stretch/>
        </p:blipFill>
        <p:spPr>
          <a:xfrm>
            <a:off x="3692735" y="44624"/>
            <a:ext cx="8499265" cy="6284044"/>
          </a:xfrm>
          <a:prstGeom prst="rect">
            <a:avLst/>
          </a:prstGeom>
          <a:ln w="0">
            <a:noFill/>
          </a:ln>
        </p:spPr>
      </p:pic>
      <p:pic>
        <p:nvPicPr>
          <p:cNvPr id="12" name="Google Shape;107;p19">
            <a:extLst>
              <a:ext uri="{FF2B5EF4-FFF2-40B4-BE49-F238E27FC236}">
                <a16:creationId xmlns:a16="http://schemas.microsoft.com/office/drawing/2014/main" id="{AB6DCF16-E5E8-9A44-972A-09C2C3281563}"/>
              </a:ext>
            </a:extLst>
          </p:cNvPr>
          <p:cNvPicPr/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-962" y="6362184"/>
            <a:ext cx="12191520" cy="523200"/>
          </a:xfrm>
          <a:prstGeom prst="rect">
            <a:avLst/>
          </a:prstGeom>
          <a:ln w="0">
            <a:noFill/>
          </a:ln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BC535D3A-CF20-774F-B198-D96775085F64}"/>
              </a:ext>
            </a:extLst>
          </p:cNvPr>
          <p:cNvSpPr/>
          <p:nvPr userDrawn="1"/>
        </p:nvSpPr>
        <p:spPr>
          <a:xfrm>
            <a:off x="11547063" y="641909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DE695A4-0722-884A-9867-163EB04712C5}"/>
              </a:ext>
            </a:extLst>
          </p:cNvPr>
          <p:cNvSpPr/>
          <p:nvPr userDrawn="1"/>
        </p:nvSpPr>
        <p:spPr>
          <a:xfrm>
            <a:off x="11547063" y="646557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F84BF60-351B-2849-8434-CF84E3B9FAE6}"/>
              </a:ext>
            </a:extLst>
          </p:cNvPr>
          <p:cNvSpPr txBox="1"/>
          <p:nvPr userDrawn="1"/>
        </p:nvSpPr>
        <p:spPr>
          <a:xfrm>
            <a:off x="11502039" y="6495512"/>
            <a:ext cx="349775" cy="256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954E5BDB-61AA-4049-AE86-82CC72DFC771}" type="slidenum">
              <a:rPr lang="en-US" sz="1067" smtClean="0">
                <a:solidFill>
                  <a:schemeClr val="bg1"/>
                </a:solidFill>
              </a:rPr>
              <a:t>‹#›</a:t>
            </a:fld>
            <a:endParaRPr lang="en-US" sz="1067">
              <a:solidFill>
                <a:schemeClr val="bg1"/>
              </a:solidFill>
            </a:endParaRP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3BF4C7B0-F6C2-C743-9FBD-CAF725A4051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1675" y="3284985"/>
            <a:ext cx="3822117" cy="1368151"/>
          </a:xfrm>
          <a:prstGeom prst="rect">
            <a:avLst/>
          </a:prstGeom>
        </p:spPr>
        <p:txBody>
          <a:bodyPr tIns="46800" rIns="90000" bIns="46800" anchor="t" anchorCtr="0"/>
          <a:lstStyle>
            <a:lvl1pPr marL="0" indent="0" algn="l">
              <a:lnSpc>
                <a:spcPct val="90000"/>
              </a:lnSpc>
              <a:spcAft>
                <a:spcPts val="1000"/>
              </a:spcAft>
              <a:buClr>
                <a:srgbClr val="F36F26"/>
              </a:buClr>
              <a:buSzPct val="100000"/>
              <a:buFont typeface="+mj-lt"/>
              <a:buNone/>
              <a:tabLst/>
              <a:defRPr b="0" kern="1200" baseline="0">
                <a:solidFill>
                  <a:schemeClr val="bg1"/>
                </a:solidFill>
              </a:defRPr>
            </a:lvl1pPr>
            <a:lvl2pPr marL="630000" indent="-165600">
              <a:lnSpc>
                <a:spcPct val="90000"/>
              </a:lnSpc>
              <a:spcBef>
                <a:spcPts val="500"/>
              </a:spcBef>
              <a:spcAft>
                <a:spcPts val="1000"/>
              </a:spcAft>
              <a:buClr>
                <a:srgbClr val="F36F26"/>
              </a:buClr>
              <a:buFont typeface="Wingdings" pitchFamily="2" charset="2"/>
              <a:buChar char="§"/>
              <a:tabLst/>
              <a:defRPr sz="1600" kern="1200" baseline="0">
                <a:solidFill>
                  <a:schemeClr val="bg1"/>
                </a:solidFill>
              </a:defRPr>
            </a:lvl2pPr>
            <a:lvl3pPr marL="630000" indent="-165600">
              <a:lnSpc>
                <a:spcPct val="90000"/>
              </a:lnSpc>
              <a:spcBef>
                <a:spcPts val="500"/>
              </a:spcBef>
              <a:spcAft>
                <a:spcPts val="1000"/>
              </a:spcAft>
              <a:buClr>
                <a:srgbClr val="F36F26"/>
              </a:buClr>
              <a:buFont typeface="Calibri" panose="020F0502020204030204" pitchFamily="34" charset="0"/>
              <a:buChar char="‒"/>
              <a:tabLst/>
              <a:defRPr sz="1400" kern="1200" baseline="0">
                <a:solidFill>
                  <a:schemeClr val="bg1"/>
                </a:solidFill>
              </a:defRPr>
            </a:lvl3pPr>
            <a:lvl4pPr marL="630000" indent="-165600">
              <a:lnSpc>
                <a:spcPct val="90000"/>
              </a:lnSpc>
              <a:spcBef>
                <a:spcPts val="500"/>
              </a:spcBef>
              <a:spcAft>
                <a:spcPts val="1000"/>
              </a:spcAft>
              <a:buClr>
                <a:srgbClr val="F36F26"/>
              </a:buClr>
              <a:buFont typeface="Calibri" panose="020F0502020204030204" pitchFamily="34" charset="0"/>
              <a:buChar char="●"/>
              <a:tabLst/>
              <a:defRPr sz="1400" kern="1200" baseline="0">
                <a:solidFill>
                  <a:schemeClr val="bg1"/>
                </a:solidFill>
              </a:defRPr>
            </a:lvl4pPr>
            <a:lvl5pPr marL="630000" indent="-165600">
              <a:lnSpc>
                <a:spcPct val="90000"/>
              </a:lnSpc>
              <a:spcBef>
                <a:spcPts val="500"/>
              </a:spcBef>
              <a:spcAft>
                <a:spcPts val="1000"/>
              </a:spcAft>
              <a:buFont typeface=".Hiragino Kaku Gothic Interface W3"/>
              <a:buChar char="▫"/>
              <a:tabLst/>
              <a:defRPr sz="1400" kern="120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Key Point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Google Shape;109;p19">
            <a:extLst>
              <a:ext uri="{FF2B5EF4-FFF2-40B4-BE49-F238E27FC236}">
                <a16:creationId xmlns:a16="http://schemas.microsoft.com/office/drawing/2014/main" id="{C21593A5-CB27-9A4A-9C1D-432396E02FF0}"/>
              </a:ext>
            </a:extLst>
          </p:cNvPr>
          <p:cNvSpPr/>
          <p:nvPr userDrawn="1"/>
        </p:nvSpPr>
        <p:spPr>
          <a:xfrm>
            <a:off x="9281760" y="6541678"/>
            <a:ext cx="1931040" cy="1646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1520">
              <a:lnSpc>
                <a:spcPct val="100000"/>
              </a:lnSpc>
              <a:tabLst>
                <a:tab pos="0" algn="l"/>
              </a:tabLst>
            </a:pPr>
            <a:r>
              <a:rPr lang="en-IN" sz="1070" b="0" i="0" kern="120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Tavant &amp; Customer Confidential</a:t>
            </a:r>
            <a:endParaRPr lang="en-IN" sz="1070" b="0" u="none" strike="noStrike"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itle Placeholder 1">
            <a:extLst>
              <a:ext uri="{FF2B5EF4-FFF2-40B4-BE49-F238E27FC236}">
                <a16:creationId xmlns:a16="http://schemas.microsoft.com/office/drawing/2014/main" id="{F9996841-9264-A54A-BB39-065AFAADA1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1674" y="2543175"/>
            <a:ext cx="5344607" cy="428625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>
              <a:defRPr sz="2400" b="1">
                <a:solidFill>
                  <a:srgbClr val="F77A33"/>
                </a:solidFill>
                <a:latin typeface="+mj-lt"/>
                <a:cs typeface="Calibri" panose="020F0502020204030204" pitchFamily="34" charset="0"/>
              </a:defRPr>
            </a:lvl1pPr>
          </a:lstStyle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US"/>
              <a:t>THIS IS YOUR BREAKER SLIDE TITLE</a:t>
            </a:r>
            <a:endParaRPr lang="en-IN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" name="Google Shape;108;p19">
            <a:extLst>
              <a:ext uri="{FF2B5EF4-FFF2-40B4-BE49-F238E27FC236}">
                <a16:creationId xmlns:a16="http://schemas.microsoft.com/office/drawing/2014/main" id="{7ED8FF4F-09D3-6946-9373-9711E224135D}"/>
              </a:ext>
            </a:extLst>
          </p:cNvPr>
          <p:cNvPicPr/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265064" y="6462185"/>
            <a:ext cx="1264320" cy="344640"/>
          </a:xfrm>
          <a:prstGeom prst="rect">
            <a:avLst/>
          </a:prstGeom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1219264055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7;p19">
            <a:extLst>
              <a:ext uri="{FF2B5EF4-FFF2-40B4-BE49-F238E27FC236}">
                <a16:creationId xmlns:a16="http://schemas.microsoft.com/office/drawing/2014/main" id="{EB642119-D1DA-2A41-9E40-D8B8ED072025}"/>
              </a:ext>
            </a:extLst>
          </p:cNvPr>
          <p:cNvPicPr/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-962" y="6362184"/>
            <a:ext cx="12191520" cy="523200"/>
          </a:xfrm>
          <a:prstGeom prst="rect">
            <a:avLst/>
          </a:prstGeom>
          <a:ln w="0">
            <a:noFill/>
          </a:ln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67BE79E2-C9BE-0B45-B7B9-B90FF6DB172F}"/>
              </a:ext>
            </a:extLst>
          </p:cNvPr>
          <p:cNvSpPr/>
          <p:nvPr userDrawn="1"/>
        </p:nvSpPr>
        <p:spPr>
          <a:xfrm>
            <a:off x="11547063" y="641909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EF44AC2-DA98-DF49-8A31-93632B2FB633}"/>
              </a:ext>
            </a:extLst>
          </p:cNvPr>
          <p:cNvSpPr/>
          <p:nvPr userDrawn="1"/>
        </p:nvSpPr>
        <p:spPr>
          <a:xfrm>
            <a:off x="11547063" y="646557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A0E174B-16EF-5F4F-BAA8-928FE02C1800}"/>
              </a:ext>
            </a:extLst>
          </p:cNvPr>
          <p:cNvSpPr txBox="1"/>
          <p:nvPr userDrawn="1"/>
        </p:nvSpPr>
        <p:spPr>
          <a:xfrm>
            <a:off x="11502039" y="6495512"/>
            <a:ext cx="349775" cy="256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954E5BDB-61AA-4049-AE86-82CC72DFC771}" type="slidenum">
              <a:rPr lang="en-US" sz="1067" smtClean="0">
                <a:solidFill>
                  <a:schemeClr val="bg1"/>
                </a:solidFill>
              </a:rPr>
              <a:t>‹#›</a:t>
            </a:fld>
            <a:endParaRPr lang="en-US" sz="1067">
              <a:solidFill>
                <a:schemeClr val="bg1"/>
              </a:solidFill>
            </a:endParaRP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C3C79DDA-FD12-054C-B80F-F314FC7465A2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326056" y="980727"/>
            <a:ext cx="11539888" cy="5098325"/>
          </a:xfrm>
          <a:prstGeom prst="rect">
            <a:avLst/>
          </a:prstGeom>
        </p:spPr>
        <p:txBody>
          <a:bodyPr tIns="46800" rIns="90000" bIns="46800"/>
          <a:lstStyle>
            <a:lvl1pPr marL="274320" indent="-274320">
              <a:lnSpc>
                <a:spcPct val="90000"/>
              </a:lnSpc>
              <a:spcBef>
                <a:spcPts val="1000"/>
              </a:spcBef>
              <a:buClr>
                <a:srgbClr val="FF8909"/>
              </a:buClr>
              <a:buSzPct val="100000"/>
              <a:buFont typeface="Wingdings" panose="05000000000000000000" pitchFamily="2" charset="2"/>
              <a:buChar char="§"/>
              <a:defRPr sz="1800" kern="1200" baseline="0">
                <a:latin typeface="+mn-lt"/>
                <a:ea typeface="Roboto" pitchFamily="2" charset="0"/>
                <a:cs typeface="Roboto" pitchFamily="2" charset="0"/>
              </a:defRPr>
            </a:lvl1pPr>
            <a:lvl2pPr marL="457200" indent="-182880">
              <a:lnSpc>
                <a:spcPct val="90000"/>
              </a:lnSpc>
              <a:spcBef>
                <a:spcPts val="500"/>
              </a:spcBef>
              <a:buClr>
                <a:srgbClr val="FF8909"/>
              </a:buClr>
              <a:buFont typeface="Calibri" panose="020F0502020204030204" pitchFamily="34" charset="0"/>
              <a:buChar char="‒"/>
              <a:defRPr sz="1600" kern="1200" baseline="0">
                <a:solidFill>
                  <a:schemeClr val="tx1"/>
                </a:solidFill>
                <a:latin typeface="+mj-lt"/>
                <a:ea typeface="Roboto" pitchFamily="2" charset="0"/>
                <a:cs typeface="Roboto" pitchFamily="2" charset="0"/>
              </a:defRPr>
            </a:lvl2pPr>
            <a:lvl3pPr marL="731520" indent="-182880">
              <a:lnSpc>
                <a:spcPct val="90000"/>
              </a:lnSpc>
              <a:spcBef>
                <a:spcPts val="500"/>
              </a:spcBef>
              <a:buClr>
                <a:srgbClr val="FF8909"/>
              </a:buClr>
              <a:buFontTx/>
              <a:buChar char="•"/>
              <a:defRPr sz="1400" kern="1200" baseline="0">
                <a:solidFill>
                  <a:schemeClr val="tx1"/>
                </a:solidFill>
                <a:latin typeface="+mj-lt"/>
                <a:ea typeface="Roboto" pitchFamily="2" charset="0"/>
                <a:cs typeface="Roboto" pitchFamily="2" charset="0"/>
              </a:defRPr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6"/>
            <a:endParaRPr lang="en-US"/>
          </a:p>
        </p:txBody>
      </p:sp>
      <p:sp>
        <p:nvSpPr>
          <p:cNvPr id="14" name="Google Shape;109;p19">
            <a:extLst>
              <a:ext uri="{FF2B5EF4-FFF2-40B4-BE49-F238E27FC236}">
                <a16:creationId xmlns:a16="http://schemas.microsoft.com/office/drawing/2014/main" id="{40FE002C-F8CA-AD43-BA79-BB938BF88C0B}"/>
              </a:ext>
            </a:extLst>
          </p:cNvPr>
          <p:cNvSpPr/>
          <p:nvPr userDrawn="1"/>
        </p:nvSpPr>
        <p:spPr>
          <a:xfrm>
            <a:off x="9281760" y="6541678"/>
            <a:ext cx="1931040" cy="1646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1520">
              <a:lnSpc>
                <a:spcPct val="100000"/>
              </a:lnSpc>
              <a:tabLst>
                <a:tab pos="0" algn="l"/>
              </a:tabLst>
            </a:pPr>
            <a:r>
              <a:rPr lang="en-IN" sz="1070" b="0" i="0" kern="120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Tavant &amp; Customer Confidential</a:t>
            </a:r>
            <a:endParaRPr lang="en-IN" sz="1070" b="0" u="none" strike="noStrike"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D160F419-F562-CB44-AA36-DF4A19AB3AA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4739" y="339472"/>
            <a:ext cx="11542522" cy="359457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>
              <a:defRPr sz="2400" b="1">
                <a:latin typeface="+mj-lt"/>
                <a:cs typeface="Calibri" panose="020F0502020204030204" pitchFamily="34" charset="0"/>
              </a:defRPr>
            </a:lvl1pPr>
          </a:lstStyle>
          <a:p>
            <a:r>
              <a:rPr lang="en-US"/>
              <a:t>THIS IS YOUR TITLE – KEEP IT TO ONE LINE MAXIMUM</a:t>
            </a:r>
          </a:p>
        </p:txBody>
      </p:sp>
      <p:pic>
        <p:nvPicPr>
          <p:cNvPr id="11" name="Google Shape;108;p19">
            <a:extLst>
              <a:ext uri="{FF2B5EF4-FFF2-40B4-BE49-F238E27FC236}">
                <a16:creationId xmlns:a16="http://schemas.microsoft.com/office/drawing/2014/main" id="{5D066C0B-9CAF-D84D-B3D4-BFBB4F704C28}"/>
              </a:ext>
            </a:extLst>
          </p:cNvPr>
          <p:cNvPicPr/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265064" y="6462185"/>
            <a:ext cx="1264320" cy="344640"/>
          </a:xfrm>
          <a:prstGeom prst="rect">
            <a:avLst/>
          </a:prstGeom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1101260699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ulti-Case Stu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7998594-4779-DA40-B080-0BF035DBB086}"/>
              </a:ext>
            </a:extLst>
          </p:cNvPr>
          <p:cNvSpPr/>
          <p:nvPr/>
        </p:nvSpPr>
        <p:spPr>
          <a:xfrm>
            <a:off x="463827" y="1337201"/>
            <a:ext cx="2167078" cy="46328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41300" dist="38100" dir="8100000" sx="101000" sy="101000" algn="tr" rotWithShape="0">
              <a:prstClr val="black">
                <a:alpha val="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92000" rtlCol="0" anchor="ctr"/>
          <a:lstStyle/>
          <a:p>
            <a:pPr>
              <a:lnSpc>
                <a:spcPct val="130000"/>
              </a:lnSpc>
            </a:pPr>
            <a:endParaRPr lang="en-US" sz="1000">
              <a:solidFill>
                <a:srgbClr val="FFFFFF">
                  <a:alpha val="70000"/>
                </a:srgbClr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3CE1E66-EC15-5B40-9968-E896A29B13FA}"/>
              </a:ext>
            </a:extLst>
          </p:cNvPr>
          <p:cNvSpPr/>
          <p:nvPr userDrawn="1"/>
        </p:nvSpPr>
        <p:spPr>
          <a:xfrm rot="16200000">
            <a:off x="1511483" y="4852345"/>
            <a:ext cx="68400" cy="2167083"/>
          </a:xfrm>
          <a:prstGeom prst="rect">
            <a:avLst/>
          </a:prstGeom>
          <a:solidFill>
            <a:srgbClr val="F26F2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44" name="Text Placeholder 3">
            <a:extLst>
              <a:ext uri="{FF2B5EF4-FFF2-40B4-BE49-F238E27FC236}">
                <a16:creationId xmlns:a16="http://schemas.microsoft.com/office/drawing/2014/main" id="{2302A5E5-2BCF-2B43-8ACA-A92738C32683}"/>
              </a:ext>
            </a:extLst>
          </p:cNvPr>
          <p:cNvSpPr>
            <a:spLocks noGrp="1"/>
          </p:cNvSpPr>
          <p:nvPr userDrawn="1">
            <p:ph type="body" sz="quarter" idx="19" hasCustomPrompt="1"/>
          </p:nvPr>
        </p:nvSpPr>
        <p:spPr>
          <a:xfrm>
            <a:off x="584282" y="2747226"/>
            <a:ext cx="1971016" cy="2371161"/>
          </a:xfrm>
        </p:spPr>
        <p:txBody>
          <a:bodyPr lIns="0" anchor="ctr"/>
          <a:lstStyle>
            <a:lvl1pPr marL="0" indent="0" algn="ctr">
              <a:spcBef>
                <a:spcPts val="0"/>
              </a:spcBef>
              <a:spcAft>
                <a:spcPts val="667"/>
              </a:spcAft>
              <a:buNone/>
              <a:defRPr sz="1400" b="1">
                <a:solidFill>
                  <a:schemeClr val="tx1"/>
                </a:solidFill>
                <a:latin typeface="+mj-lt"/>
              </a:defRPr>
            </a:lvl1pPr>
            <a:lvl2pPr marL="12700" indent="0" algn="ctr">
              <a:buNone/>
              <a:defRPr sz="1200">
                <a:latin typeface="+mj-lt"/>
              </a:defRPr>
            </a:lvl2pPr>
            <a:lvl3pPr marL="236519" indent="0">
              <a:buNone/>
              <a:defRPr sz="1200"/>
            </a:lvl3pPr>
            <a:lvl4pPr marL="460339" indent="0">
              <a:buNone/>
              <a:defRPr sz="1200"/>
            </a:lvl4pPr>
            <a:lvl5pPr marL="696860" indent="0">
              <a:buNone/>
              <a:defRPr sz="1200"/>
            </a:lvl5pPr>
          </a:lstStyle>
          <a:p>
            <a:pPr marL="9525">
              <a:spcBef>
                <a:spcPts val="0"/>
              </a:spcBef>
              <a:spcAft>
                <a:spcPts val="500"/>
              </a:spcAft>
            </a:pPr>
            <a:r>
              <a:rPr lang="en-US" sz="1400" b="1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Text placeholder</a:t>
            </a:r>
          </a:p>
          <a:p>
            <a:pPr marL="22225" lvl="1">
              <a:spcBef>
                <a:spcPts val="0"/>
              </a:spcBef>
              <a:spcAft>
                <a:spcPts val="500"/>
              </a:spcAft>
            </a:pPr>
            <a:r>
              <a:rPr lang="en-US"/>
              <a:t>Second level</a:t>
            </a:r>
          </a:p>
        </p:txBody>
      </p:sp>
      <p:pic>
        <p:nvPicPr>
          <p:cNvPr id="58" name="Google Shape;107;p19">
            <a:extLst>
              <a:ext uri="{FF2B5EF4-FFF2-40B4-BE49-F238E27FC236}">
                <a16:creationId xmlns:a16="http://schemas.microsoft.com/office/drawing/2014/main" id="{A6CBC8BD-8D2A-574D-A0AE-C83A03733932}"/>
              </a:ext>
            </a:extLst>
          </p:cNvPr>
          <p:cNvPicPr/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-962" y="6362184"/>
            <a:ext cx="12191520" cy="523200"/>
          </a:xfrm>
          <a:prstGeom prst="rect">
            <a:avLst/>
          </a:prstGeom>
          <a:ln w="0">
            <a:noFill/>
          </a:ln>
        </p:spPr>
      </p:pic>
      <p:sp>
        <p:nvSpPr>
          <p:cNvPr id="61" name="Rectangle 60">
            <a:extLst>
              <a:ext uri="{FF2B5EF4-FFF2-40B4-BE49-F238E27FC236}">
                <a16:creationId xmlns:a16="http://schemas.microsoft.com/office/drawing/2014/main" id="{9CBC9869-D1D2-8549-B499-2ABFA66FF945}"/>
              </a:ext>
            </a:extLst>
          </p:cNvPr>
          <p:cNvSpPr/>
          <p:nvPr userDrawn="1"/>
        </p:nvSpPr>
        <p:spPr>
          <a:xfrm>
            <a:off x="11547063" y="641909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193EEC2E-0CB1-2548-8B79-FA1890DED15D}"/>
              </a:ext>
            </a:extLst>
          </p:cNvPr>
          <p:cNvSpPr/>
          <p:nvPr userDrawn="1"/>
        </p:nvSpPr>
        <p:spPr>
          <a:xfrm>
            <a:off x="11547063" y="646557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7C092A4-19F6-0D4F-BEAF-18A563D01E4A}"/>
              </a:ext>
            </a:extLst>
          </p:cNvPr>
          <p:cNvSpPr txBox="1"/>
          <p:nvPr userDrawn="1"/>
        </p:nvSpPr>
        <p:spPr>
          <a:xfrm>
            <a:off x="11502039" y="6495512"/>
            <a:ext cx="349775" cy="256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954E5BDB-61AA-4049-AE86-82CC72DFC771}" type="slidenum">
              <a:rPr lang="en-US" sz="1067" smtClean="0">
                <a:solidFill>
                  <a:schemeClr val="bg1"/>
                </a:solidFill>
              </a:rPr>
              <a:t>‹#›</a:t>
            </a:fld>
            <a:endParaRPr lang="en-US" sz="1067">
              <a:solidFill>
                <a:schemeClr val="bg1"/>
              </a:solidFill>
            </a:endParaRPr>
          </a:p>
        </p:txBody>
      </p:sp>
      <p:sp>
        <p:nvSpPr>
          <p:cNvPr id="39" name="Google Shape;109;p19">
            <a:extLst>
              <a:ext uri="{FF2B5EF4-FFF2-40B4-BE49-F238E27FC236}">
                <a16:creationId xmlns:a16="http://schemas.microsoft.com/office/drawing/2014/main" id="{EBC63B50-310F-114C-BBFD-D90F6F855332}"/>
              </a:ext>
            </a:extLst>
          </p:cNvPr>
          <p:cNvSpPr/>
          <p:nvPr userDrawn="1"/>
        </p:nvSpPr>
        <p:spPr>
          <a:xfrm>
            <a:off x="9281760" y="6541678"/>
            <a:ext cx="1931040" cy="1646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1520">
              <a:lnSpc>
                <a:spcPct val="100000"/>
              </a:lnSpc>
              <a:tabLst>
                <a:tab pos="0" algn="l"/>
              </a:tabLst>
            </a:pPr>
            <a:r>
              <a:rPr lang="en-IN" sz="1070" b="0" i="0" kern="120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Tavant &amp; Customer Confidential</a:t>
            </a:r>
            <a:endParaRPr lang="en-IN" sz="1070" b="0" u="none" strike="noStrike"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1" name="Text Placeholder 3">
            <a:extLst>
              <a:ext uri="{FF2B5EF4-FFF2-40B4-BE49-F238E27FC236}">
                <a16:creationId xmlns:a16="http://schemas.microsoft.com/office/drawing/2014/main" id="{240C645C-D767-FF49-8E35-268265016BD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24739" y="717388"/>
            <a:ext cx="11542522" cy="377121"/>
          </a:xfrm>
        </p:spPr>
        <p:txBody>
          <a:bodyPr lIns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rgbClr val="F77A33"/>
                </a:solidFill>
                <a:latin typeface="+mn-lt"/>
                <a:cs typeface="Calibri" panose="020F0502020204030204" pitchFamily="34" charset="0"/>
              </a:defRPr>
            </a:lvl1pPr>
            <a:lvl2pPr marL="12700" indent="0">
              <a:buNone/>
              <a:defRPr sz="1800">
                <a:solidFill>
                  <a:schemeClr val="accent1"/>
                </a:solidFill>
              </a:defRPr>
            </a:lvl2pPr>
            <a:lvl3pPr>
              <a:defRPr sz="1800">
                <a:solidFill>
                  <a:schemeClr val="accent1"/>
                </a:solidFill>
              </a:defRPr>
            </a:lvl3pPr>
            <a:lvl4pPr>
              <a:defRPr sz="1800">
                <a:solidFill>
                  <a:schemeClr val="accent1"/>
                </a:solidFill>
              </a:defRPr>
            </a:lvl4pPr>
            <a:lvl5pPr>
              <a:defRPr sz="18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This Is Your Optional Subtitle – Keep to One Line Maximum if Used</a:t>
            </a:r>
          </a:p>
        </p:txBody>
      </p:sp>
      <p:sp>
        <p:nvSpPr>
          <p:cNvPr id="42" name="Title Placeholder 1">
            <a:extLst>
              <a:ext uri="{FF2B5EF4-FFF2-40B4-BE49-F238E27FC236}">
                <a16:creationId xmlns:a16="http://schemas.microsoft.com/office/drawing/2014/main" id="{CF08E23A-2A2E-E841-841A-505F7362D9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4739" y="339472"/>
            <a:ext cx="11542522" cy="359457"/>
          </a:xfrm>
          <a:prstGeom prst="rect">
            <a:avLst/>
          </a:prstGeom>
        </p:spPr>
        <p:txBody>
          <a:bodyPr vert="horz" lIns="0" tIns="45720" rIns="91440" bIns="45720" rtlCol="0" anchor="ctr" anchorCtr="0">
            <a:noAutofit/>
          </a:bodyPr>
          <a:lstStyle>
            <a:lvl1pPr>
              <a:defRPr sz="2400" b="1">
                <a:latin typeface="+mj-lt"/>
                <a:cs typeface="Calibri" panose="020F0502020204030204" pitchFamily="34" charset="0"/>
              </a:defRPr>
            </a:lvl1pPr>
          </a:lstStyle>
          <a:p>
            <a:r>
              <a:rPr lang="en-US"/>
              <a:t>THIS IS YOUR TITLE – KEEP IT TO ONE LINE MAXIMUM</a:t>
            </a:r>
          </a:p>
        </p:txBody>
      </p:sp>
      <p:pic>
        <p:nvPicPr>
          <p:cNvPr id="50" name="Google Shape;108;p19">
            <a:extLst>
              <a:ext uri="{FF2B5EF4-FFF2-40B4-BE49-F238E27FC236}">
                <a16:creationId xmlns:a16="http://schemas.microsoft.com/office/drawing/2014/main" id="{C487BA9A-BC8E-3247-8CFE-087F0471F227}"/>
              </a:ext>
            </a:extLst>
          </p:cNvPr>
          <p:cNvPicPr/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265064" y="6462185"/>
            <a:ext cx="1264320" cy="344640"/>
          </a:xfrm>
          <a:prstGeom prst="rect">
            <a:avLst/>
          </a:prstGeom>
          <a:ln w="0">
            <a:noFill/>
          </a:ln>
        </p:spPr>
      </p:pic>
      <p:sp>
        <p:nvSpPr>
          <p:cNvPr id="72" name="Rectangle 71">
            <a:extLst>
              <a:ext uri="{FF2B5EF4-FFF2-40B4-BE49-F238E27FC236}">
                <a16:creationId xmlns:a16="http://schemas.microsoft.com/office/drawing/2014/main" id="{041C1EF1-1F23-534F-A331-B6AB5516BF69}"/>
              </a:ext>
            </a:extLst>
          </p:cNvPr>
          <p:cNvSpPr/>
          <p:nvPr userDrawn="1"/>
        </p:nvSpPr>
        <p:spPr>
          <a:xfrm>
            <a:off x="2749919" y="1337201"/>
            <a:ext cx="2167078" cy="46328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41300" dist="38100" dir="8100000" sx="101000" sy="101000" algn="tr" rotWithShape="0">
              <a:prstClr val="black">
                <a:alpha val="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92000" rtlCol="0" anchor="ctr"/>
          <a:lstStyle/>
          <a:p>
            <a:pPr>
              <a:lnSpc>
                <a:spcPct val="130000"/>
              </a:lnSpc>
            </a:pPr>
            <a:endParaRPr lang="en-US" sz="1000">
              <a:solidFill>
                <a:srgbClr val="FFFFFF">
                  <a:alpha val="70000"/>
                </a:srgbClr>
              </a:solidFill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CA766EA1-B667-364E-BAB6-72D6459AFAA1}"/>
              </a:ext>
            </a:extLst>
          </p:cNvPr>
          <p:cNvSpPr/>
          <p:nvPr userDrawn="1"/>
        </p:nvSpPr>
        <p:spPr>
          <a:xfrm rot="16200000">
            <a:off x="3797575" y="4852345"/>
            <a:ext cx="68400" cy="2167083"/>
          </a:xfrm>
          <a:prstGeom prst="rect">
            <a:avLst/>
          </a:prstGeom>
          <a:solidFill>
            <a:srgbClr val="F26F2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75" name="Text Placeholder 3">
            <a:extLst>
              <a:ext uri="{FF2B5EF4-FFF2-40B4-BE49-F238E27FC236}">
                <a16:creationId xmlns:a16="http://schemas.microsoft.com/office/drawing/2014/main" id="{B3746CD0-A1CB-7F44-AAFD-03922B5AD4E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870374" y="2747226"/>
            <a:ext cx="1971016" cy="2371161"/>
          </a:xfrm>
        </p:spPr>
        <p:txBody>
          <a:bodyPr lIns="0" anchor="ctr"/>
          <a:lstStyle>
            <a:lvl1pPr marL="0" indent="0" algn="ctr">
              <a:spcBef>
                <a:spcPts val="0"/>
              </a:spcBef>
              <a:spcAft>
                <a:spcPts val="667"/>
              </a:spcAft>
              <a:buNone/>
              <a:defRPr sz="1400" b="1">
                <a:solidFill>
                  <a:schemeClr val="tx1"/>
                </a:solidFill>
                <a:latin typeface="+mj-lt"/>
              </a:defRPr>
            </a:lvl1pPr>
            <a:lvl2pPr marL="12700" indent="0" algn="ctr">
              <a:buNone/>
              <a:defRPr sz="1200">
                <a:latin typeface="+mj-lt"/>
              </a:defRPr>
            </a:lvl2pPr>
            <a:lvl3pPr marL="236519" indent="0">
              <a:buNone/>
              <a:defRPr sz="1200"/>
            </a:lvl3pPr>
            <a:lvl4pPr marL="460339" indent="0">
              <a:buNone/>
              <a:defRPr sz="1200"/>
            </a:lvl4pPr>
            <a:lvl5pPr marL="696860" indent="0">
              <a:buNone/>
              <a:defRPr sz="1200"/>
            </a:lvl5pPr>
          </a:lstStyle>
          <a:p>
            <a:pPr marL="9525">
              <a:spcBef>
                <a:spcPts val="0"/>
              </a:spcBef>
              <a:spcAft>
                <a:spcPts val="500"/>
              </a:spcAft>
            </a:pPr>
            <a:r>
              <a:rPr lang="en-US" sz="1400" b="1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Text placeholder</a:t>
            </a:r>
          </a:p>
          <a:p>
            <a:pPr marL="22225" lvl="1">
              <a:spcBef>
                <a:spcPts val="0"/>
              </a:spcBef>
              <a:spcAft>
                <a:spcPts val="500"/>
              </a:spcAft>
            </a:pPr>
            <a:r>
              <a:rPr lang="en-US"/>
              <a:t>Second level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B7DD4762-EA8D-2246-B883-05282949E17F}"/>
              </a:ext>
            </a:extLst>
          </p:cNvPr>
          <p:cNvSpPr/>
          <p:nvPr userDrawn="1"/>
        </p:nvSpPr>
        <p:spPr>
          <a:xfrm>
            <a:off x="5064729" y="1337201"/>
            <a:ext cx="2167078" cy="46328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41300" dist="38100" dir="8100000" sx="101000" sy="101000" algn="tr" rotWithShape="0">
              <a:prstClr val="black">
                <a:alpha val="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92000" rtlCol="0" anchor="ctr"/>
          <a:lstStyle/>
          <a:p>
            <a:pPr>
              <a:lnSpc>
                <a:spcPct val="130000"/>
              </a:lnSpc>
            </a:pPr>
            <a:endParaRPr lang="en-US" sz="1000">
              <a:solidFill>
                <a:srgbClr val="FFFFFF">
                  <a:alpha val="70000"/>
                </a:srgbClr>
              </a:solidFill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7E6D4667-455B-2D47-9D7F-5190DF427B90}"/>
              </a:ext>
            </a:extLst>
          </p:cNvPr>
          <p:cNvSpPr/>
          <p:nvPr userDrawn="1"/>
        </p:nvSpPr>
        <p:spPr>
          <a:xfrm rot="16200000">
            <a:off x="6128427" y="4852345"/>
            <a:ext cx="68400" cy="2167083"/>
          </a:xfrm>
          <a:prstGeom prst="rect">
            <a:avLst/>
          </a:prstGeom>
          <a:solidFill>
            <a:srgbClr val="F26F2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79" name="Text Placeholder 3">
            <a:extLst>
              <a:ext uri="{FF2B5EF4-FFF2-40B4-BE49-F238E27FC236}">
                <a16:creationId xmlns:a16="http://schemas.microsoft.com/office/drawing/2014/main" id="{B31B673E-0437-764D-8442-B33C86F694D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185184" y="2747226"/>
            <a:ext cx="1971016" cy="2371161"/>
          </a:xfrm>
        </p:spPr>
        <p:txBody>
          <a:bodyPr lIns="0" anchor="ctr"/>
          <a:lstStyle>
            <a:lvl1pPr marL="0" indent="0" algn="ctr">
              <a:spcBef>
                <a:spcPts val="0"/>
              </a:spcBef>
              <a:spcAft>
                <a:spcPts val="667"/>
              </a:spcAft>
              <a:buNone/>
              <a:defRPr sz="1400" b="1">
                <a:solidFill>
                  <a:schemeClr val="tx1"/>
                </a:solidFill>
                <a:latin typeface="+mj-lt"/>
              </a:defRPr>
            </a:lvl1pPr>
            <a:lvl2pPr marL="12700" indent="0" algn="ctr">
              <a:buNone/>
              <a:defRPr sz="1200">
                <a:latin typeface="+mj-lt"/>
              </a:defRPr>
            </a:lvl2pPr>
            <a:lvl3pPr marL="236519" indent="0">
              <a:buNone/>
              <a:defRPr sz="1200"/>
            </a:lvl3pPr>
            <a:lvl4pPr marL="460339" indent="0">
              <a:buNone/>
              <a:defRPr sz="1200"/>
            </a:lvl4pPr>
            <a:lvl5pPr marL="696860" indent="0">
              <a:buNone/>
              <a:defRPr sz="1200"/>
            </a:lvl5pPr>
          </a:lstStyle>
          <a:p>
            <a:pPr marL="9525">
              <a:spcBef>
                <a:spcPts val="0"/>
              </a:spcBef>
              <a:spcAft>
                <a:spcPts val="500"/>
              </a:spcAft>
            </a:pPr>
            <a:r>
              <a:rPr lang="en-US" sz="1400" b="1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Text placeholder</a:t>
            </a:r>
          </a:p>
          <a:p>
            <a:pPr marL="22225" lvl="1">
              <a:spcBef>
                <a:spcPts val="0"/>
              </a:spcBef>
              <a:spcAft>
                <a:spcPts val="500"/>
              </a:spcAft>
            </a:pPr>
            <a:r>
              <a:rPr lang="en-US"/>
              <a:t>Second level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0FA28B61-EFFC-A441-B016-3533E2BE60AE}"/>
              </a:ext>
            </a:extLst>
          </p:cNvPr>
          <p:cNvSpPr/>
          <p:nvPr userDrawn="1"/>
        </p:nvSpPr>
        <p:spPr>
          <a:xfrm>
            <a:off x="7376173" y="1337201"/>
            <a:ext cx="2167078" cy="46328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41300" dist="38100" dir="8100000" sx="101000" sy="101000" algn="tr" rotWithShape="0">
              <a:prstClr val="black">
                <a:alpha val="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92000" rtlCol="0" anchor="ctr"/>
          <a:lstStyle/>
          <a:p>
            <a:pPr>
              <a:lnSpc>
                <a:spcPct val="130000"/>
              </a:lnSpc>
            </a:pPr>
            <a:endParaRPr lang="en-US" sz="1000">
              <a:solidFill>
                <a:srgbClr val="FFFFFF">
                  <a:alpha val="70000"/>
                </a:srgbClr>
              </a:solidFill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FCA2E23B-67DE-BA4B-8228-60B78A0DC76D}"/>
              </a:ext>
            </a:extLst>
          </p:cNvPr>
          <p:cNvSpPr/>
          <p:nvPr userDrawn="1"/>
        </p:nvSpPr>
        <p:spPr>
          <a:xfrm rot="16200000">
            <a:off x="8455913" y="4852345"/>
            <a:ext cx="68400" cy="2167083"/>
          </a:xfrm>
          <a:prstGeom prst="rect">
            <a:avLst/>
          </a:prstGeom>
          <a:solidFill>
            <a:srgbClr val="F26F2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83" name="Text Placeholder 3">
            <a:extLst>
              <a:ext uri="{FF2B5EF4-FFF2-40B4-BE49-F238E27FC236}">
                <a16:creationId xmlns:a16="http://schemas.microsoft.com/office/drawing/2014/main" id="{469828CF-4188-0F46-A1E4-4224FA477CD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496628" y="2747226"/>
            <a:ext cx="1971016" cy="2371161"/>
          </a:xfrm>
        </p:spPr>
        <p:txBody>
          <a:bodyPr lIns="0" anchor="ctr"/>
          <a:lstStyle>
            <a:lvl1pPr marL="0" indent="0" algn="ctr">
              <a:spcBef>
                <a:spcPts val="0"/>
              </a:spcBef>
              <a:spcAft>
                <a:spcPts val="667"/>
              </a:spcAft>
              <a:buNone/>
              <a:defRPr sz="1400" b="1">
                <a:solidFill>
                  <a:schemeClr val="tx1"/>
                </a:solidFill>
                <a:latin typeface="+mj-lt"/>
              </a:defRPr>
            </a:lvl1pPr>
            <a:lvl2pPr marL="12700" indent="0" algn="ctr">
              <a:buNone/>
              <a:defRPr sz="1200">
                <a:latin typeface="+mj-lt"/>
              </a:defRPr>
            </a:lvl2pPr>
            <a:lvl3pPr marL="236519" indent="0">
              <a:buNone/>
              <a:defRPr sz="1200"/>
            </a:lvl3pPr>
            <a:lvl4pPr marL="460339" indent="0">
              <a:buNone/>
              <a:defRPr sz="1200"/>
            </a:lvl4pPr>
            <a:lvl5pPr marL="696860" indent="0">
              <a:buNone/>
              <a:defRPr sz="1200"/>
            </a:lvl5pPr>
          </a:lstStyle>
          <a:p>
            <a:pPr marL="9525">
              <a:spcBef>
                <a:spcPts val="0"/>
              </a:spcBef>
              <a:spcAft>
                <a:spcPts val="500"/>
              </a:spcAft>
            </a:pPr>
            <a:r>
              <a:rPr lang="en-US" sz="1400" b="1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Text placeholder</a:t>
            </a:r>
          </a:p>
          <a:p>
            <a:pPr marL="22225" lvl="1">
              <a:spcBef>
                <a:spcPts val="0"/>
              </a:spcBef>
              <a:spcAft>
                <a:spcPts val="500"/>
              </a:spcAft>
            </a:pPr>
            <a:r>
              <a:rPr lang="en-US"/>
              <a:t>Second level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DA9E9D72-E997-F248-BFAB-24202ABA282E}"/>
              </a:ext>
            </a:extLst>
          </p:cNvPr>
          <p:cNvSpPr/>
          <p:nvPr userDrawn="1"/>
        </p:nvSpPr>
        <p:spPr>
          <a:xfrm>
            <a:off x="9694349" y="1337201"/>
            <a:ext cx="2167078" cy="46328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41300" dist="38100" dir="8100000" sx="101000" sy="101000" algn="tr" rotWithShape="0">
              <a:prstClr val="black">
                <a:alpha val="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92000" rtlCol="0" anchor="ctr"/>
          <a:lstStyle/>
          <a:p>
            <a:pPr>
              <a:lnSpc>
                <a:spcPct val="130000"/>
              </a:lnSpc>
            </a:pPr>
            <a:endParaRPr lang="en-US" sz="1000">
              <a:solidFill>
                <a:srgbClr val="FFFFFF">
                  <a:alpha val="70000"/>
                </a:srgbClr>
              </a:solidFill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A111B443-B88D-9347-94CC-E42B022D33B2}"/>
              </a:ext>
            </a:extLst>
          </p:cNvPr>
          <p:cNvSpPr/>
          <p:nvPr userDrawn="1"/>
        </p:nvSpPr>
        <p:spPr>
          <a:xfrm rot="16200000">
            <a:off x="10742005" y="4852345"/>
            <a:ext cx="68400" cy="2167083"/>
          </a:xfrm>
          <a:prstGeom prst="rect">
            <a:avLst/>
          </a:prstGeom>
          <a:solidFill>
            <a:srgbClr val="F26F2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87" name="Text Placeholder 3">
            <a:extLst>
              <a:ext uri="{FF2B5EF4-FFF2-40B4-BE49-F238E27FC236}">
                <a16:creationId xmlns:a16="http://schemas.microsoft.com/office/drawing/2014/main" id="{D1702066-1353-C04A-B96D-BEF098948B0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814804" y="2747226"/>
            <a:ext cx="1971016" cy="2371161"/>
          </a:xfrm>
        </p:spPr>
        <p:txBody>
          <a:bodyPr lIns="0" anchor="ctr"/>
          <a:lstStyle>
            <a:lvl1pPr marL="0" indent="0" algn="ctr">
              <a:spcBef>
                <a:spcPts val="0"/>
              </a:spcBef>
              <a:spcAft>
                <a:spcPts val="667"/>
              </a:spcAft>
              <a:buNone/>
              <a:defRPr sz="1400" b="1">
                <a:solidFill>
                  <a:schemeClr val="tx1"/>
                </a:solidFill>
                <a:latin typeface="+mj-lt"/>
              </a:defRPr>
            </a:lvl1pPr>
            <a:lvl2pPr marL="12700" indent="0" algn="ctr">
              <a:buNone/>
              <a:defRPr sz="1200">
                <a:latin typeface="+mj-lt"/>
              </a:defRPr>
            </a:lvl2pPr>
            <a:lvl3pPr marL="236519" indent="0">
              <a:buNone/>
              <a:defRPr sz="1200"/>
            </a:lvl3pPr>
            <a:lvl4pPr marL="460339" indent="0">
              <a:buNone/>
              <a:defRPr sz="1200"/>
            </a:lvl4pPr>
            <a:lvl5pPr marL="696860" indent="0">
              <a:buNone/>
              <a:defRPr sz="1200"/>
            </a:lvl5pPr>
          </a:lstStyle>
          <a:p>
            <a:pPr marL="9525">
              <a:spcBef>
                <a:spcPts val="0"/>
              </a:spcBef>
              <a:spcAft>
                <a:spcPts val="500"/>
              </a:spcAft>
            </a:pPr>
            <a:r>
              <a:rPr lang="en-US" sz="1400" b="1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Text placeholder</a:t>
            </a:r>
          </a:p>
          <a:p>
            <a:pPr marL="22225" lvl="1">
              <a:spcBef>
                <a:spcPts val="0"/>
              </a:spcBef>
              <a:spcAft>
                <a:spcPts val="500"/>
              </a:spcAft>
            </a:pPr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810934251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ER SLID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91;p17">
            <a:extLst>
              <a:ext uri="{FF2B5EF4-FFF2-40B4-BE49-F238E27FC236}">
                <a16:creationId xmlns:a16="http://schemas.microsoft.com/office/drawing/2014/main" id="{35D49C55-7167-304C-AD2C-70FEB5FAACAA}"/>
              </a:ext>
            </a:extLst>
          </p:cNvPr>
          <p:cNvPicPr/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07968" y="25839"/>
            <a:ext cx="6384032" cy="6309320"/>
          </a:xfrm>
          <a:prstGeom prst="rect">
            <a:avLst/>
          </a:prstGeom>
          <a:ln w="0">
            <a:noFill/>
          </a:ln>
        </p:spPr>
      </p:pic>
      <p:pic>
        <p:nvPicPr>
          <p:cNvPr id="12" name="Google Shape;107;p19">
            <a:extLst>
              <a:ext uri="{FF2B5EF4-FFF2-40B4-BE49-F238E27FC236}">
                <a16:creationId xmlns:a16="http://schemas.microsoft.com/office/drawing/2014/main" id="{944BFAD9-2334-1346-B888-5F696A807799}"/>
              </a:ext>
            </a:extLst>
          </p:cNvPr>
          <p:cNvPicPr/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-962" y="6362184"/>
            <a:ext cx="12191520" cy="523200"/>
          </a:xfrm>
          <a:prstGeom prst="rect">
            <a:avLst/>
          </a:prstGeom>
          <a:ln w="0">
            <a:noFill/>
          </a:ln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2099A479-AEC7-F644-9220-522FC7942D9B}"/>
              </a:ext>
            </a:extLst>
          </p:cNvPr>
          <p:cNvSpPr/>
          <p:nvPr userDrawn="1"/>
        </p:nvSpPr>
        <p:spPr>
          <a:xfrm>
            <a:off x="11547063" y="641909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FB20322-E558-5E43-B90C-AEF722D49614}"/>
              </a:ext>
            </a:extLst>
          </p:cNvPr>
          <p:cNvSpPr/>
          <p:nvPr userDrawn="1"/>
        </p:nvSpPr>
        <p:spPr>
          <a:xfrm>
            <a:off x="11547063" y="646557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CB00C47-20BD-6340-A196-D14A89156B6D}"/>
              </a:ext>
            </a:extLst>
          </p:cNvPr>
          <p:cNvSpPr txBox="1"/>
          <p:nvPr userDrawn="1"/>
        </p:nvSpPr>
        <p:spPr>
          <a:xfrm>
            <a:off x="11502039" y="6495512"/>
            <a:ext cx="349775" cy="256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954E5BDB-61AA-4049-AE86-82CC72DFC771}" type="slidenum">
              <a:rPr lang="en-US" sz="1067" smtClean="0">
                <a:solidFill>
                  <a:schemeClr val="bg1"/>
                </a:solidFill>
              </a:rPr>
              <a:t>‹#›</a:t>
            </a:fld>
            <a:endParaRPr lang="en-US" sz="1067">
              <a:solidFill>
                <a:schemeClr val="bg1"/>
              </a:solidFill>
            </a:endParaRP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3801D150-2A4E-144F-8EE4-96F09C9021C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1675" y="3284985"/>
            <a:ext cx="3822117" cy="1368151"/>
          </a:xfrm>
          <a:prstGeom prst="rect">
            <a:avLst/>
          </a:prstGeom>
        </p:spPr>
        <p:txBody>
          <a:bodyPr tIns="46800" rIns="90000" bIns="46800" anchor="t" anchorCtr="0"/>
          <a:lstStyle>
            <a:lvl1pPr marL="0" indent="0" algn="l">
              <a:lnSpc>
                <a:spcPct val="90000"/>
              </a:lnSpc>
              <a:spcAft>
                <a:spcPts val="1000"/>
              </a:spcAft>
              <a:buClr>
                <a:srgbClr val="F36F26"/>
              </a:buClr>
              <a:buSzPct val="100000"/>
              <a:buFont typeface="+mj-lt"/>
              <a:buNone/>
              <a:tabLst/>
              <a:defRPr b="0" kern="1200" baseline="0">
                <a:solidFill>
                  <a:schemeClr val="bg1"/>
                </a:solidFill>
              </a:defRPr>
            </a:lvl1pPr>
            <a:lvl2pPr marL="630000" indent="-165600">
              <a:lnSpc>
                <a:spcPct val="90000"/>
              </a:lnSpc>
              <a:spcBef>
                <a:spcPts val="500"/>
              </a:spcBef>
              <a:spcAft>
                <a:spcPts val="1000"/>
              </a:spcAft>
              <a:buClr>
                <a:srgbClr val="F36F26"/>
              </a:buClr>
              <a:buFont typeface="Wingdings" pitchFamily="2" charset="2"/>
              <a:buChar char="§"/>
              <a:tabLst/>
              <a:defRPr sz="1600" kern="1200" baseline="0">
                <a:solidFill>
                  <a:schemeClr val="bg1"/>
                </a:solidFill>
              </a:defRPr>
            </a:lvl2pPr>
            <a:lvl3pPr marL="630000" indent="-165600">
              <a:lnSpc>
                <a:spcPct val="90000"/>
              </a:lnSpc>
              <a:spcBef>
                <a:spcPts val="500"/>
              </a:spcBef>
              <a:spcAft>
                <a:spcPts val="1000"/>
              </a:spcAft>
              <a:buClr>
                <a:srgbClr val="F36F26"/>
              </a:buClr>
              <a:buFont typeface="Calibri" panose="020F0502020204030204" pitchFamily="34" charset="0"/>
              <a:buChar char="‒"/>
              <a:tabLst/>
              <a:defRPr sz="1400" kern="1200" baseline="0">
                <a:solidFill>
                  <a:schemeClr val="bg1"/>
                </a:solidFill>
              </a:defRPr>
            </a:lvl3pPr>
            <a:lvl4pPr marL="630000" indent="-165600">
              <a:lnSpc>
                <a:spcPct val="90000"/>
              </a:lnSpc>
              <a:spcBef>
                <a:spcPts val="500"/>
              </a:spcBef>
              <a:spcAft>
                <a:spcPts val="1000"/>
              </a:spcAft>
              <a:buClr>
                <a:srgbClr val="F36F26"/>
              </a:buClr>
              <a:buFont typeface="Calibri" panose="020F0502020204030204" pitchFamily="34" charset="0"/>
              <a:buChar char="●"/>
              <a:tabLst/>
              <a:defRPr sz="1400" kern="1200" baseline="0">
                <a:solidFill>
                  <a:schemeClr val="bg1"/>
                </a:solidFill>
              </a:defRPr>
            </a:lvl4pPr>
            <a:lvl5pPr marL="630000" indent="-165600">
              <a:lnSpc>
                <a:spcPct val="90000"/>
              </a:lnSpc>
              <a:spcBef>
                <a:spcPts val="500"/>
              </a:spcBef>
              <a:spcAft>
                <a:spcPts val="1000"/>
              </a:spcAft>
              <a:buFont typeface=".Hiragino Kaku Gothic Interface W3"/>
              <a:buChar char="▫"/>
              <a:tabLst/>
              <a:defRPr sz="1400" kern="120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Key Point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Google Shape;109;p19">
            <a:extLst>
              <a:ext uri="{FF2B5EF4-FFF2-40B4-BE49-F238E27FC236}">
                <a16:creationId xmlns:a16="http://schemas.microsoft.com/office/drawing/2014/main" id="{394D6738-13B2-D140-83D9-BC59E8940AA8}"/>
              </a:ext>
            </a:extLst>
          </p:cNvPr>
          <p:cNvSpPr/>
          <p:nvPr userDrawn="1"/>
        </p:nvSpPr>
        <p:spPr>
          <a:xfrm>
            <a:off x="9281760" y="6541678"/>
            <a:ext cx="1931040" cy="1646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1520">
              <a:lnSpc>
                <a:spcPct val="100000"/>
              </a:lnSpc>
              <a:tabLst>
                <a:tab pos="0" algn="l"/>
              </a:tabLst>
            </a:pPr>
            <a:r>
              <a:rPr lang="en-IN" sz="1070" b="0" i="0" kern="120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Tavant &amp; Customer Confidential</a:t>
            </a:r>
            <a:endParaRPr lang="en-IN" sz="1070" b="0" u="none" strike="noStrike"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F899CD62-B34B-2443-AD22-C48271E191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1674" y="2543175"/>
            <a:ext cx="5344607" cy="428625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>
              <a:defRPr sz="2400" b="1">
                <a:solidFill>
                  <a:srgbClr val="F77A33"/>
                </a:solidFill>
                <a:latin typeface="+mj-lt"/>
                <a:cs typeface="Calibri" panose="020F0502020204030204" pitchFamily="34" charset="0"/>
              </a:defRPr>
            </a:lvl1pPr>
          </a:lstStyle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US"/>
              <a:t>THIS IS YOUR BREAKER SLIDE TITLE</a:t>
            </a:r>
            <a:endParaRPr lang="en-IN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" name="Google Shape;108;p19">
            <a:extLst>
              <a:ext uri="{FF2B5EF4-FFF2-40B4-BE49-F238E27FC236}">
                <a16:creationId xmlns:a16="http://schemas.microsoft.com/office/drawing/2014/main" id="{B6FE6786-E58A-8241-8F9B-EBB77598C684}"/>
              </a:ext>
            </a:extLst>
          </p:cNvPr>
          <p:cNvPicPr/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265064" y="6462185"/>
            <a:ext cx="1264320" cy="344640"/>
          </a:xfrm>
          <a:prstGeom prst="rect">
            <a:avLst/>
          </a:prstGeom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3384819561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07;p19">
            <a:extLst>
              <a:ext uri="{FF2B5EF4-FFF2-40B4-BE49-F238E27FC236}">
                <a16:creationId xmlns:a16="http://schemas.microsoft.com/office/drawing/2014/main" id="{C0900330-6551-A544-97F3-E769CFB0E122}"/>
              </a:ext>
            </a:extLst>
          </p:cNvPr>
          <p:cNvPicPr/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-962" y="6362184"/>
            <a:ext cx="12191520" cy="523200"/>
          </a:xfrm>
          <a:prstGeom prst="rect">
            <a:avLst/>
          </a:prstGeom>
          <a:ln w="0">
            <a:noFill/>
          </a:ln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36629CA4-ED6B-7F4B-8BF1-531AA0FE90AA}"/>
              </a:ext>
            </a:extLst>
          </p:cNvPr>
          <p:cNvSpPr/>
          <p:nvPr userDrawn="1"/>
        </p:nvSpPr>
        <p:spPr>
          <a:xfrm>
            <a:off x="11547063" y="641909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83A8395-25FD-BA4B-B53D-93C34EB64F3F}"/>
              </a:ext>
            </a:extLst>
          </p:cNvPr>
          <p:cNvSpPr/>
          <p:nvPr userDrawn="1"/>
        </p:nvSpPr>
        <p:spPr>
          <a:xfrm>
            <a:off x="11547063" y="646557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23F962B-2D91-8F4B-9B4A-B37EAC284358}"/>
              </a:ext>
            </a:extLst>
          </p:cNvPr>
          <p:cNvSpPr txBox="1"/>
          <p:nvPr userDrawn="1"/>
        </p:nvSpPr>
        <p:spPr>
          <a:xfrm>
            <a:off x="11502039" y="6495512"/>
            <a:ext cx="349775" cy="256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954E5BDB-61AA-4049-AE86-82CC72DFC771}" type="slidenum">
              <a:rPr lang="en-US" sz="1067" smtClean="0">
                <a:solidFill>
                  <a:schemeClr val="bg1"/>
                </a:solidFill>
              </a:rPr>
              <a:t>‹#›</a:t>
            </a:fld>
            <a:endParaRPr lang="en-US" sz="1067">
              <a:solidFill>
                <a:schemeClr val="bg1"/>
              </a:solidFill>
            </a:endParaRP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76EF35C9-6C58-3943-81F4-9502B1AFCB34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319593" y="1262210"/>
            <a:ext cx="11547668" cy="4846823"/>
          </a:xfrm>
          <a:prstGeom prst="rect">
            <a:avLst/>
          </a:prstGeom>
        </p:spPr>
        <p:txBody>
          <a:bodyPr tIns="46800" rIns="90000" bIns="46800"/>
          <a:lstStyle>
            <a:lvl1pPr marL="274320" indent="-274320">
              <a:lnSpc>
                <a:spcPct val="90000"/>
              </a:lnSpc>
              <a:spcBef>
                <a:spcPts val="1000"/>
              </a:spcBef>
              <a:buClr>
                <a:srgbClr val="FF8909"/>
              </a:buClr>
              <a:buSzPct val="100000"/>
              <a:buFont typeface="Wingdings" panose="05000000000000000000" pitchFamily="2" charset="2"/>
              <a:buChar char="§"/>
              <a:defRPr sz="1800" kern="1200" baseline="0">
                <a:latin typeface="+mj-lt"/>
                <a:ea typeface="Roboto" pitchFamily="2" charset="0"/>
                <a:cs typeface="Roboto" pitchFamily="2" charset="0"/>
              </a:defRPr>
            </a:lvl1pPr>
            <a:lvl2pPr marL="457200" indent="-182880">
              <a:lnSpc>
                <a:spcPct val="90000"/>
              </a:lnSpc>
              <a:spcBef>
                <a:spcPts val="500"/>
              </a:spcBef>
              <a:buClr>
                <a:srgbClr val="FF8909"/>
              </a:buClr>
              <a:buFont typeface="Calibri" panose="020F0502020204030204" pitchFamily="34" charset="0"/>
              <a:buChar char="‒"/>
              <a:defRPr sz="1600" kern="1200" baseline="0">
                <a:solidFill>
                  <a:schemeClr val="tx1"/>
                </a:solidFill>
                <a:latin typeface="+mj-lt"/>
                <a:ea typeface="Roboto" pitchFamily="2" charset="0"/>
                <a:cs typeface="Roboto" pitchFamily="2" charset="0"/>
              </a:defRPr>
            </a:lvl2pPr>
            <a:lvl3pPr marL="731520" indent="-182880">
              <a:lnSpc>
                <a:spcPct val="90000"/>
              </a:lnSpc>
              <a:spcBef>
                <a:spcPts val="500"/>
              </a:spcBef>
              <a:buClr>
                <a:srgbClr val="FF8909"/>
              </a:buClr>
              <a:buFontTx/>
              <a:buChar char="•"/>
              <a:defRPr sz="1400" kern="1200" baseline="0">
                <a:solidFill>
                  <a:schemeClr val="tx1"/>
                </a:solidFill>
                <a:latin typeface="+mj-lt"/>
                <a:ea typeface="Roboto" pitchFamily="2" charset="0"/>
                <a:cs typeface="Roboto" pitchFamily="2" charset="0"/>
              </a:defRPr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6"/>
            <a:endParaRPr lang="en-US"/>
          </a:p>
        </p:txBody>
      </p:sp>
      <p:sp>
        <p:nvSpPr>
          <p:cNvPr id="11" name="Google Shape;109;p19">
            <a:extLst>
              <a:ext uri="{FF2B5EF4-FFF2-40B4-BE49-F238E27FC236}">
                <a16:creationId xmlns:a16="http://schemas.microsoft.com/office/drawing/2014/main" id="{0DB2DEAE-08BF-4A41-B738-79DC629452B0}"/>
              </a:ext>
            </a:extLst>
          </p:cNvPr>
          <p:cNvSpPr/>
          <p:nvPr userDrawn="1"/>
        </p:nvSpPr>
        <p:spPr>
          <a:xfrm>
            <a:off x="9281760" y="6541678"/>
            <a:ext cx="1931040" cy="1646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1520">
              <a:lnSpc>
                <a:spcPct val="100000"/>
              </a:lnSpc>
              <a:tabLst>
                <a:tab pos="0" algn="l"/>
              </a:tabLst>
            </a:pPr>
            <a:r>
              <a:rPr lang="en-IN" sz="1070" b="0" i="0" kern="120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Tavant &amp; Customer Confidential</a:t>
            </a:r>
            <a:endParaRPr lang="en-IN" sz="1070" b="0" u="none" strike="noStrike"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87CE4828-0DEA-474E-AC19-4E4D4F900EA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4739" y="717388"/>
            <a:ext cx="11542522" cy="377121"/>
          </a:xfrm>
        </p:spPr>
        <p:txBody>
          <a:bodyPr lIns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rgbClr val="F77A33"/>
                </a:solidFill>
                <a:latin typeface="+mn-lt"/>
                <a:cs typeface="Calibri" panose="020F0502020204030204" pitchFamily="34" charset="0"/>
              </a:defRPr>
            </a:lvl1pPr>
            <a:lvl2pPr marL="12700" indent="0">
              <a:buNone/>
              <a:defRPr sz="1800">
                <a:solidFill>
                  <a:schemeClr val="accent1"/>
                </a:solidFill>
              </a:defRPr>
            </a:lvl2pPr>
            <a:lvl3pPr>
              <a:defRPr sz="1800">
                <a:solidFill>
                  <a:schemeClr val="accent1"/>
                </a:solidFill>
              </a:defRPr>
            </a:lvl3pPr>
            <a:lvl4pPr>
              <a:defRPr sz="1800">
                <a:solidFill>
                  <a:schemeClr val="accent1"/>
                </a:solidFill>
              </a:defRPr>
            </a:lvl4pPr>
            <a:lvl5pPr>
              <a:defRPr sz="18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This Is Your Optional Subtitle – Keep to One Line Maximum if Used</a:t>
            </a:r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F4892D67-61CF-1C4F-9FBD-B355951EEB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4739" y="339472"/>
            <a:ext cx="11542522" cy="359457"/>
          </a:xfrm>
          <a:prstGeom prst="rect">
            <a:avLst/>
          </a:prstGeom>
        </p:spPr>
        <p:txBody>
          <a:bodyPr vert="horz" lIns="0" tIns="45720" rIns="91440" bIns="45720" rtlCol="0" anchor="ctr" anchorCtr="0">
            <a:noAutofit/>
          </a:bodyPr>
          <a:lstStyle>
            <a:lvl1pPr>
              <a:defRPr sz="2400" b="1">
                <a:latin typeface="+mj-lt"/>
                <a:cs typeface="Calibri" panose="020F0502020204030204" pitchFamily="34" charset="0"/>
              </a:defRPr>
            </a:lvl1pPr>
          </a:lstStyle>
          <a:p>
            <a:r>
              <a:rPr lang="en-US"/>
              <a:t>THIS IS YOUR TITLE – KEEP IT TO ONE LINE MAXIMUM</a:t>
            </a:r>
          </a:p>
        </p:txBody>
      </p:sp>
      <p:pic>
        <p:nvPicPr>
          <p:cNvPr id="15" name="Google Shape;108;p19">
            <a:extLst>
              <a:ext uri="{FF2B5EF4-FFF2-40B4-BE49-F238E27FC236}">
                <a16:creationId xmlns:a16="http://schemas.microsoft.com/office/drawing/2014/main" id="{BA40A820-CD2A-1945-A231-037307651F27}"/>
              </a:ext>
            </a:extLst>
          </p:cNvPr>
          <p:cNvPicPr/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265064" y="6462185"/>
            <a:ext cx="1264320" cy="344640"/>
          </a:xfrm>
          <a:prstGeom prst="rect">
            <a:avLst/>
          </a:prstGeom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2001779757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389C89B3-BF86-B546-8000-EB53625B8D7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8826" t="4629" r="24184" b="36391"/>
          <a:stretch/>
        </p:blipFill>
        <p:spPr>
          <a:xfrm>
            <a:off x="932689" y="0"/>
            <a:ext cx="11259310" cy="68580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805743D5-D835-3A43-9A81-9267331DF0E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bg1">
                  <a:alpha val="8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bject 4">
            <a:extLst>
              <a:ext uri="{FF2B5EF4-FFF2-40B4-BE49-F238E27FC236}">
                <a16:creationId xmlns:a16="http://schemas.microsoft.com/office/drawing/2014/main" id="{2A0AEEF9-5500-F245-8FDD-D51686BCECAB}"/>
              </a:ext>
            </a:extLst>
          </p:cNvPr>
          <p:cNvSpPr txBox="1"/>
          <p:nvPr/>
        </p:nvSpPr>
        <p:spPr>
          <a:xfrm>
            <a:off x="10190895" y="6503768"/>
            <a:ext cx="1497900" cy="13602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8659" algn="r"/>
            <a:r>
              <a:rPr lang="en-US" sz="800">
                <a:solidFill>
                  <a:schemeClr val="bg1">
                    <a:lumMod val="75000"/>
                  </a:schemeClr>
                </a:solidFill>
                <a:latin typeface="Calibri regular"/>
                <a:ea typeface="Roboto Light" panose="02000000000000000000" pitchFamily="2" charset="0"/>
                <a:cs typeface="Futura Book"/>
              </a:rPr>
              <a:t>Tavant &amp; Customer Confidential</a:t>
            </a: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DCFAA974-D16F-CE46-9C8E-4D7FFAD579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39541" y="6465237"/>
            <a:ext cx="1229868" cy="196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37F1B782-BC10-7840-8ADD-D2112445CD33}"/>
              </a:ext>
            </a:extLst>
          </p:cNvPr>
          <p:cNvSpPr/>
          <p:nvPr/>
        </p:nvSpPr>
        <p:spPr>
          <a:xfrm>
            <a:off x="11757660" y="6465237"/>
            <a:ext cx="194799" cy="194799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800"/>
          </a:p>
        </p:txBody>
      </p:sp>
      <p:pic>
        <p:nvPicPr>
          <p:cNvPr id="16" name="Picture 15" descr="Shape&#10;&#10;Description automatically generated with low confidence">
            <a:extLst>
              <a:ext uri="{FF2B5EF4-FFF2-40B4-BE49-F238E27FC236}">
                <a16:creationId xmlns:a16="http://schemas.microsoft.com/office/drawing/2014/main" id="{46577264-DEDF-4041-8B6B-92EDABBB407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809514" y="1"/>
            <a:ext cx="1382485" cy="119367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10E5335-8E26-3546-B8B7-6C7EDE42B619}"/>
              </a:ext>
            </a:extLst>
          </p:cNvPr>
          <p:cNvSpPr txBox="1"/>
          <p:nvPr userDrawn="1"/>
        </p:nvSpPr>
        <p:spPr>
          <a:xfrm>
            <a:off x="11701812" y="6454914"/>
            <a:ext cx="30649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954E5BDB-61AA-4049-AE86-82CC72DFC771}" type="slidenum">
              <a:rPr lang="en-US" sz="800" smtClean="0">
                <a:solidFill>
                  <a:schemeClr val="bg1"/>
                </a:solidFill>
              </a:rPr>
              <a:t>‹#›</a:t>
            </a:fld>
            <a:endParaRPr lang="en-US" sz="800">
              <a:solidFill>
                <a:schemeClr val="bg1"/>
              </a:solidFill>
            </a:endParaRP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40D8962D-CAD5-5E45-A140-FB6450D176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9539" y="292211"/>
            <a:ext cx="10733261" cy="359457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E3EDC04A-78D7-4545-B8A8-FBF43456053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39539" y="618487"/>
            <a:ext cx="10733261" cy="585516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accent1"/>
                </a:solidFill>
              </a:defRPr>
            </a:lvl1pPr>
            <a:lvl2pPr marL="12700" indent="0">
              <a:buNone/>
              <a:defRPr sz="1800">
                <a:solidFill>
                  <a:schemeClr val="accent1"/>
                </a:solidFill>
              </a:defRPr>
            </a:lvl2pPr>
            <a:lvl3pPr>
              <a:defRPr sz="1800">
                <a:solidFill>
                  <a:schemeClr val="accent1"/>
                </a:solidFill>
              </a:defRPr>
            </a:lvl3pPr>
            <a:lvl4pPr>
              <a:defRPr sz="1800">
                <a:solidFill>
                  <a:schemeClr val="accent1"/>
                </a:solidFill>
              </a:defRPr>
            </a:lvl4pPr>
            <a:lvl5pPr>
              <a:defRPr sz="18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CF9723D4-1C62-4618-B100-953BB57CF67B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239539" y="1500473"/>
            <a:ext cx="11259310" cy="4578580"/>
          </a:xfrm>
          <a:prstGeom prst="rect">
            <a:avLst/>
          </a:prstGeom>
        </p:spPr>
        <p:txBody>
          <a:bodyPr/>
          <a:lstStyle>
            <a:lvl1pPr marL="274320" indent="-274320">
              <a:buClr>
                <a:srgbClr val="FF8909"/>
              </a:buClr>
              <a:buFont typeface="Wingdings" panose="05000000000000000000" pitchFamily="2" charset="2"/>
              <a:buChar char="§"/>
              <a:defRPr sz="1600">
                <a:latin typeface="+mj-lt"/>
                <a:ea typeface="Roboto" pitchFamily="2" charset="0"/>
                <a:cs typeface="Roboto" pitchFamily="2" charset="0"/>
              </a:defRPr>
            </a:lvl1pPr>
            <a:lvl2pPr marL="457200" indent="-182880">
              <a:buClr>
                <a:srgbClr val="FF8909"/>
              </a:buClr>
              <a:buFont typeface="Calibri" panose="020F0502020204030204" pitchFamily="34" charset="0"/>
              <a:buChar char="‒"/>
              <a:defRPr sz="1400">
                <a:latin typeface="+mj-lt"/>
                <a:ea typeface="Roboto" pitchFamily="2" charset="0"/>
                <a:cs typeface="Roboto" pitchFamily="2" charset="0"/>
              </a:defRPr>
            </a:lvl2pPr>
            <a:lvl3pPr marL="731520" indent="-182880">
              <a:buClr>
                <a:srgbClr val="FF8909"/>
              </a:buClr>
              <a:buFontTx/>
              <a:buChar char="•"/>
              <a:defRPr sz="1400">
                <a:latin typeface="+mj-lt"/>
                <a:ea typeface="Roboto" pitchFamily="2" charset="0"/>
                <a:cs typeface="Roboto" pitchFamily="2" charset="0"/>
              </a:defRPr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193067638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+ 2-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389C89B3-BF86-B546-8000-EB53625B8D7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8826" t="4629" r="24184" b="36391"/>
          <a:stretch/>
        </p:blipFill>
        <p:spPr>
          <a:xfrm>
            <a:off x="932689" y="0"/>
            <a:ext cx="11259310" cy="68580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805743D5-D835-3A43-9A81-9267331DF0E0}"/>
              </a:ext>
            </a:extLst>
          </p:cNvPr>
          <p:cNvSpPr/>
          <p:nvPr userDrawn="1"/>
        </p:nvSpPr>
        <p:spPr>
          <a:xfrm>
            <a:off x="0" y="-2"/>
            <a:ext cx="12192000" cy="6858001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bg1">
                  <a:alpha val="8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bject 4">
            <a:extLst>
              <a:ext uri="{FF2B5EF4-FFF2-40B4-BE49-F238E27FC236}">
                <a16:creationId xmlns:a16="http://schemas.microsoft.com/office/drawing/2014/main" id="{2A0AEEF9-5500-F245-8FDD-D51686BCECAB}"/>
              </a:ext>
            </a:extLst>
          </p:cNvPr>
          <p:cNvSpPr txBox="1"/>
          <p:nvPr/>
        </p:nvSpPr>
        <p:spPr>
          <a:xfrm>
            <a:off x="10190895" y="6503768"/>
            <a:ext cx="1497900" cy="13602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8659" algn="r"/>
            <a:r>
              <a:rPr lang="en-US" sz="800">
                <a:solidFill>
                  <a:schemeClr val="bg1">
                    <a:lumMod val="75000"/>
                  </a:schemeClr>
                </a:solidFill>
                <a:latin typeface="Calibri regular"/>
                <a:ea typeface="Roboto Light" panose="02000000000000000000" pitchFamily="2" charset="0"/>
                <a:cs typeface="Futura Book"/>
              </a:rPr>
              <a:t>Tavant &amp; Customer Confidential</a:t>
            </a: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DCFAA974-D16F-CE46-9C8E-4D7FFAD579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39541" y="6465237"/>
            <a:ext cx="1229868" cy="196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37F1B782-BC10-7840-8ADD-D2112445CD33}"/>
              </a:ext>
            </a:extLst>
          </p:cNvPr>
          <p:cNvSpPr/>
          <p:nvPr/>
        </p:nvSpPr>
        <p:spPr>
          <a:xfrm>
            <a:off x="11757660" y="6465237"/>
            <a:ext cx="194799" cy="194799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800"/>
          </a:p>
        </p:txBody>
      </p:sp>
      <p:pic>
        <p:nvPicPr>
          <p:cNvPr id="16" name="Picture 15" descr="Shape&#10;&#10;Description automatically generated with low confidence">
            <a:extLst>
              <a:ext uri="{FF2B5EF4-FFF2-40B4-BE49-F238E27FC236}">
                <a16:creationId xmlns:a16="http://schemas.microsoft.com/office/drawing/2014/main" id="{46577264-DEDF-4041-8B6B-92EDABBB407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809514" y="1"/>
            <a:ext cx="1382485" cy="119367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10E5335-8E26-3546-B8B7-6C7EDE42B619}"/>
              </a:ext>
            </a:extLst>
          </p:cNvPr>
          <p:cNvSpPr txBox="1"/>
          <p:nvPr userDrawn="1"/>
        </p:nvSpPr>
        <p:spPr>
          <a:xfrm>
            <a:off x="11701812" y="6454914"/>
            <a:ext cx="30649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954E5BDB-61AA-4049-AE86-82CC72DFC771}" type="slidenum">
              <a:rPr lang="en-US" sz="800" smtClean="0">
                <a:solidFill>
                  <a:schemeClr val="bg1"/>
                </a:solidFill>
              </a:rPr>
              <a:t>‹#›</a:t>
            </a:fld>
            <a:endParaRPr lang="en-US" sz="800">
              <a:solidFill>
                <a:schemeClr val="bg1"/>
              </a:solidFill>
            </a:endParaRP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40D8962D-CAD5-5E45-A140-FB6450D176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9539" y="292211"/>
            <a:ext cx="10733261" cy="359457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E3EDC04A-78D7-4545-B8A8-FBF43456053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39539" y="618487"/>
            <a:ext cx="10733261" cy="585516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accent1"/>
                </a:solidFill>
              </a:defRPr>
            </a:lvl1pPr>
            <a:lvl2pPr marL="12700" indent="0">
              <a:buNone/>
              <a:defRPr sz="1800">
                <a:solidFill>
                  <a:schemeClr val="accent1"/>
                </a:solidFill>
              </a:defRPr>
            </a:lvl2pPr>
            <a:lvl3pPr>
              <a:defRPr sz="1800">
                <a:solidFill>
                  <a:schemeClr val="accent1"/>
                </a:solidFill>
              </a:defRPr>
            </a:lvl3pPr>
            <a:lvl4pPr>
              <a:defRPr sz="1800">
                <a:solidFill>
                  <a:schemeClr val="accent1"/>
                </a:solidFill>
              </a:defRPr>
            </a:lvl4pPr>
            <a:lvl5pPr>
              <a:defRPr sz="18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E9FEDAD2-AE6D-4264-B672-BE74A6E84937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239539" y="1500473"/>
            <a:ext cx="5698806" cy="4578580"/>
          </a:xfrm>
          <a:prstGeom prst="rect">
            <a:avLst/>
          </a:prstGeom>
        </p:spPr>
        <p:txBody>
          <a:bodyPr/>
          <a:lstStyle>
            <a:lvl1pPr marL="274320" indent="-274320">
              <a:buClr>
                <a:srgbClr val="FF8909"/>
              </a:buClr>
              <a:buFont typeface="Wingdings" panose="05000000000000000000" pitchFamily="2" charset="2"/>
              <a:buChar char="§"/>
              <a:defRPr sz="1600">
                <a:latin typeface="+mj-lt"/>
                <a:ea typeface="Roboto" pitchFamily="2" charset="0"/>
                <a:cs typeface="Roboto" pitchFamily="2" charset="0"/>
              </a:defRPr>
            </a:lvl1pPr>
            <a:lvl2pPr marL="457200" indent="-182880">
              <a:buClr>
                <a:srgbClr val="FF8909"/>
              </a:buClr>
              <a:buFont typeface="Calibri" panose="020F0502020204030204" pitchFamily="34" charset="0"/>
              <a:buChar char="‒"/>
              <a:defRPr sz="1400">
                <a:latin typeface="+mj-lt"/>
                <a:ea typeface="Roboto" pitchFamily="2" charset="0"/>
                <a:cs typeface="Roboto" pitchFamily="2" charset="0"/>
              </a:defRPr>
            </a:lvl2pPr>
            <a:lvl3pPr marL="731520" indent="-182880">
              <a:buClr>
                <a:srgbClr val="FF8909"/>
              </a:buClr>
              <a:buFontTx/>
              <a:buChar char="•"/>
              <a:defRPr sz="1400">
                <a:latin typeface="+mj-lt"/>
                <a:ea typeface="Roboto" pitchFamily="2" charset="0"/>
                <a:cs typeface="Roboto" pitchFamily="2" charset="0"/>
              </a:defRPr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264E21A4-4E0D-474D-8D25-F33F6ED4A590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6096000" y="1510580"/>
            <a:ext cx="5698806" cy="4578580"/>
          </a:xfrm>
          <a:prstGeom prst="rect">
            <a:avLst/>
          </a:prstGeom>
        </p:spPr>
        <p:txBody>
          <a:bodyPr/>
          <a:lstStyle>
            <a:lvl1pPr marL="274320" indent="-274320">
              <a:buClr>
                <a:srgbClr val="FF8909"/>
              </a:buClr>
              <a:buFont typeface="Wingdings" panose="05000000000000000000" pitchFamily="2" charset="2"/>
              <a:buChar char="§"/>
              <a:defRPr sz="1600">
                <a:latin typeface="+mj-lt"/>
                <a:ea typeface="Roboto" pitchFamily="2" charset="0"/>
                <a:cs typeface="Roboto" pitchFamily="2" charset="0"/>
              </a:defRPr>
            </a:lvl1pPr>
            <a:lvl2pPr marL="457200" indent="-182880">
              <a:buClr>
                <a:srgbClr val="FF8909"/>
              </a:buClr>
              <a:defRPr lang="en-US" sz="1400" kern="1200" dirty="0">
                <a:solidFill>
                  <a:srgbClr val="77787B"/>
                </a:solidFill>
                <a:latin typeface="+mj-lt"/>
                <a:ea typeface="Roboto" pitchFamily="2" charset="0"/>
                <a:cs typeface="Roboto" pitchFamily="2" charset="0"/>
              </a:defRPr>
            </a:lvl2pPr>
            <a:lvl3pPr marL="731520" indent="-182880">
              <a:buClr>
                <a:srgbClr val="FF8909"/>
              </a:buClr>
              <a:buFontTx/>
              <a:buChar char="•"/>
              <a:defRPr sz="1400">
                <a:latin typeface="+mj-lt"/>
                <a:ea typeface="Roboto" pitchFamily="2" charset="0"/>
                <a:cs typeface="Roboto" pitchFamily="2" charset="0"/>
              </a:defRPr>
            </a:lvl3pPr>
          </a:lstStyle>
          <a:p>
            <a:pPr lvl="0"/>
            <a:r>
              <a:rPr lang="en-US"/>
              <a:t>Edit Master text styles</a:t>
            </a:r>
          </a:p>
          <a:p>
            <a:pPr marL="457200" lvl="1" indent="-18288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8909"/>
              </a:buClr>
              <a:buFont typeface="Calibri" panose="020F0502020204030204" pitchFamily="34" charset="0"/>
              <a:buChar char="‒"/>
              <a:tabLst/>
            </a:pPr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201042565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3090053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_AND_BOD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115;p20">
            <a:extLst>
              <a:ext uri="{FF2B5EF4-FFF2-40B4-BE49-F238E27FC236}">
                <a16:creationId xmlns:a16="http://schemas.microsoft.com/office/drawing/2014/main" id="{2D8A38AA-037F-A84C-83FF-4D838D35D539}"/>
              </a:ext>
            </a:extLst>
          </p:cNvPr>
          <p:cNvPicPr/>
          <p:nvPr userDrawn="1"/>
        </p:nvPicPr>
        <p:blipFill rotWithShape="1">
          <a:blip r:embed="rId2"/>
          <a:srcRect b="-2"/>
          <a:stretch/>
        </p:blipFill>
        <p:spPr>
          <a:xfrm>
            <a:off x="480" y="120"/>
            <a:ext cx="12191520" cy="6857880"/>
          </a:xfrm>
          <a:prstGeom prst="rect">
            <a:avLst/>
          </a:prstGeom>
          <a:ln w="0">
            <a:noFill/>
          </a:ln>
        </p:spPr>
      </p:pic>
      <p:pic>
        <p:nvPicPr>
          <p:cNvPr id="6" name="Google Shape;117;p20">
            <a:extLst>
              <a:ext uri="{FF2B5EF4-FFF2-40B4-BE49-F238E27FC236}">
                <a16:creationId xmlns:a16="http://schemas.microsoft.com/office/drawing/2014/main" id="{3F932FD4-DCEE-7F49-9B08-7826F217FE32}"/>
              </a:ext>
            </a:extLst>
          </p:cNvPr>
          <p:cNvPicPr/>
          <p:nvPr userDrawn="1"/>
        </p:nvPicPr>
        <p:blipFill>
          <a:blip r:embed="rId3" cstate="print"/>
          <a:stretch/>
        </p:blipFill>
        <p:spPr>
          <a:xfrm>
            <a:off x="4746240" y="4674931"/>
            <a:ext cx="2699520" cy="736320"/>
          </a:xfrm>
          <a:prstGeom prst="rect">
            <a:avLst/>
          </a:prstGeom>
          <a:ln w="0">
            <a:noFill/>
          </a:ln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7AEDE318-3518-B54E-B858-82B68C74214A}"/>
              </a:ext>
            </a:extLst>
          </p:cNvPr>
          <p:cNvGrpSpPr/>
          <p:nvPr userDrawn="1"/>
        </p:nvGrpSpPr>
        <p:grpSpPr>
          <a:xfrm>
            <a:off x="127591" y="5515720"/>
            <a:ext cx="11919097" cy="818686"/>
            <a:chOff x="375763" y="4136814"/>
            <a:chExt cx="8392475" cy="614016"/>
          </a:xfrm>
        </p:grpSpPr>
        <p:sp>
          <p:nvSpPr>
            <p:cNvPr id="8" name="Google Shape;116;p20">
              <a:extLst>
                <a:ext uri="{FF2B5EF4-FFF2-40B4-BE49-F238E27FC236}">
                  <a16:creationId xmlns:a16="http://schemas.microsoft.com/office/drawing/2014/main" id="{A46C79EB-D808-0442-807E-C2A377CDAD2D}"/>
                </a:ext>
              </a:extLst>
            </p:cNvPr>
            <p:cNvSpPr/>
            <p:nvPr/>
          </p:nvSpPr>
          <p:spPr>
            <a:xfrm>
              <a:off x="375763" y="4136814"/>
              <a:ext cx="8392475" cy="614016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50000"/>
                </a:lnSpc>
                <a:tabLst>
                  <a:tab pos="0" algn="l"/>
                </a:tabLst>
              </a:pPr>
              <a:r>
                <a:rPr lang="en" sz="1870" b="0" u="none" strike="noStrike">
                  <a:solidFill>
                    <a:schemeClr val="lt1"/>
                  </a:solidFill>
                  <a:uFillTx/>
                  <a:latin typeface="+mj-lt"/>
                  <a:ea typeface="Arial"/>
                </a:rPr>
                <a:t>Silicon Valley </a:t>
              </a:r>
              <a:r>
                <a:rPr lang="en" sz="1870" b="0" u="none" strike="noStrike">
                  <a:solidFill>
                    <a:srgbClr val="F36F26"/>
                  </a:solidFill>
                  <a:uFillTx/>
                  <a:latin typeface="+mj-lt"/>
                  <a:ea typeface="Calibri"/>
                </a:rPr>
                <a:t>|</a:t>
              </a:r>
              <a:r>
                <a:rPr lang="en" sz="1870" b="0" u="none" strike="noStrike">
                  <a:solidFill>
                    <a:schemeClr val="lt1"/>
                  </a:solidFill>
                  <a:uFillTx/>
                  <a:latin typeface="+mj-lt"/>
                  <a:ea typeface="Calibri"/>
                </a:rPr>
                <a:t> Dallas </a:t>
              </a:r>
              <a:r>
                <a:rPr lang="en" sz="1870" b="0" u="none" strike="noStrike">
                  <a:solidFill>
                    <a:srgbClr val="F36F26"/>
                  </a:solidFill>
                  <a:uFillTx/>
                  <a:latin typeface="+mj-lt"/>
                  <a:ea typeface="Calibri"/>
                </a:rPr>
                <a:t>|</a:t>
              </a:r>
              <a:r>
                <a:rPr lang="en" sz="1870" b="0" u="none" strike="noStrike">
                  <a:solidFill>
                    <a:schemeClr val="lt1"/>
                  </a:solidFill>
                  <a:uFillTx/>
                  <a:latin typeface="+mj-lt"/>
                  <a:ea typeface="Calibri"/>
                </a:rPr>
                <a:t> New York </a:t>
              </a:r>
              <a:r>
                <a:rPr lang="en" sz="1870" b="0" u="none" strike="noStrike">
                  <a:solidFill>
                    <a:srgbClr val="F36F26"/>
                  </a:solidFill>
                  <a:uFillTx/>
                  <a:latin typeface="+mj-lt"/>
                  <a:ea typeface="Calibri"/>
                </a:rPr>
                <a:t>|</a:t>
              </a:r>
              <a:r>
                <a:rPr lang="en" sz="1870" b="0" u="none" strike="noStrike">
                  <a:solidFill>
                    <a:schemeClr val="lt1"/>
                  </a:solidFill>
                  <a:uFillTx/>
                  <a:latin typeface="+mj-lt"/>
                  <a:ea typeface="Calibri"/>
                </a:rPr>
                <a:t> London </a:t>
              </a:r>
              <a:r>
                <a:rPr lang="en" sz="1870" b="0" u="none" strike="noStrike">
                  <a:solidFill>
                    <a:srgbClr val="F36F26"/>
                  </a:solidFill>
                  <a:uFillTx/>
                  <a:latin typeface="+mj-lt"/>
                  <a:ea typeface="Calibri"/>
                </a:rPr>
                <a:t>|</a:t>
              </a:r>
              <a:r>
                <a:rPr lang="en" sz="1870" b="0" u="none" strike="noStrike">
                  <a:solidFill>
                    <a:schemeClr val="lt1"/>
                  </a:solidFill>
                  <a:uFillTx/>
                  <a:latin typeface="+mj-lt"/>
                  <a:ea typeface="Calibri"/>
                </a:rPr>
                <a:t> </a:t>
              </a:r>
              <a:r>
                <a:rPr lang="en-IN" sz="1870" b="0" u="none" strike="noStrike">
                  <a:solidFill>
                    <a:schemeClr val="bg1"/>
                  </a:solidFill>
                  <a:uFillTx/>
                  <a:latin typeface="+mj-lt"/>
                  <a:ea typeface="Calibri"/>
                </a:rPr>
                <a:t>Amsterdam </a:t>
              </a:r>
              <a:r>
                <a:rPr lang="en" sz="1870" b="0" u="none" strike="noStrike">
                  <a:solidFill>
                    <a:srgbClr val="F36F26"/>
                  </a:solidFill>
                  <a:uFillTx/>
                  <a:latin typeface="+mj-lt"/>
                  <a:ea typeface="Calibri"/>
                </a:rPr>
                <a:t>|</a:t>
              </a:r>
              <a:r>
                <a:rPr lang="en" sz="1870" b="0" u="none" strike="noStrike">
                  <a:solidFill>
                    <a:schemeClr val="lt1"/>
                  </a:solidFill>
                  <a:uFillTx/>
                  <a:latin typeface="+mj-lt"/>
                  <a:ea typeface="Calibri"/>
                </a:rPr>
                <a:t> Bangalore </a:t>
              </a:r>
              <a:r>
                <a:rPr lang="en" sz="1870" b="0" u="none" strike="noStrike">
                  <a:solidFill>
                    <a:srgbClr val="F36F26"/>
                  </a:solidFill>
                  <a:uFillTx/>
                  <a:latin typeface="+mj-lt"/>
                  <a:ea typeface="Calibri"/>
                </a:rPr>
                <a:t>|</a:t>
              </a:r>
              <a:r>
                <a:rPr lang="en" sz="1870" b="0" u="none" strike="noStrike">
                  <a:solidFill>
                    <a:schemeClr val="lt1"/>
                  </a:solidFill>
                  <a:uFillTx/>
                  <a:latin typeface="+mj-lt"/>
                  <a:ea typeface="Calibri"/>
                </a:rPr>
                <a:t> Hyderabad </a:t>
              </a:r>
              <a:r>
                <a:rPr lang="en" sz="1870" b="0" u="none" strike="noStrike">
                  <a:solidFill>
                    <a:srgbClr val="F36F26"/>
                  </a:solidFill>
                  <a:uFillTx/>
                  <a:latin typeface="+mj-lt"/>
                  <a:ea typeface="Calibri"/>
                </a:rPr>
                <a:t>|</a:t>
              </a:r>
              <a:r>
                <a:rPr lang="en" sz="1870" b="0" u="none" strike="noStrike">
                  <a:solidFill>
                    <a:schemeClr val="lt1"/>
                  </a:solidFill>
                  <a:uFillTx/>
                  <a:latin typeface="+mj-lt"/>
                  <a:ea typeface="Calibri"/>
                </a:rPr>
                <a:t> Noida </a:t>
              </a:r>
              <a:r>
                <a:rPr lang="en" sz="1870" b="0" u="none" strike="noStrike">
                  <a:solidFill>
                    <a:srgbClr val="F36F26"/>
                  </a:solidFill>
                  <a:uFillTx/>
                  <a:latin typeface="+mj-lt"/>
                  <a:ea typeface="Calibri"/>
                </a:rPr>
                <a:t>|</a:t>
              </a:r>
              <a:r>
                <a:rPr lang="en" sz="1870" b="0" u="none" strike="noStrike">
                  <a:solidFill>
                    <a:schemeClr val="lt1"/>
                  </a:solidFill>
                  <a:uFillTx/>
                  <a:latin typeface="+mj-lt"/>
                  <a:ea typeface="Calibri"/>
                </a:rPr>
                <a:t> Sydney </a:t>
              </a:r>
              <a:r>
                <a:rPr lang="en" sz="1870" b="0" u="none" strike="noStrike">
                  <a:solidFill>
                    <a:srgbClr val="F36F26"/>
                  </a:solidFill>
                  <a:uFillTx/>
                  <a:latin typeface="+mj-lt"/>
                  <a:ea typeface="Calibri"/>
                </a:rPr>
                <a:t>|</a:t>
              </a:r>
              <a:r>
                <a:rPr lang="en" sz="1870" b="0" u="none" strike="noStrike">
                  <a:solidFill>
                    <a:schemeClr val="lt1"/>
                  </a:solidFill>
                  <a:uFillTx/>
                  <a:latin typeface="+mj-lt"/>
                  <a:ea typeface="Calibri"/>
                </a:rPr>
                <a:t> Tokyo </a:t>
              </a:r>
              <a:r>
                <a:rPr lang="en" sz="1870" b="0" u="none" strike="noStrike">
                  <a:solidFill>
                    <a:srgbClr val="F36F26"/>
                  </a:solidFill>
                  <a:uFillTx/>
                  <a:latin typeface="+mj-lt"/>
                  <a:ea typeface="Calibri"/>
                </a:rPr>
                <a:t>|</a:t>
              </a:r>
              <a:r>
                <a:rPr lang="en" sz="1870" b="0" u="none" strike="noStrike">
                  <a:solidFill>
                    <a:schemeClr val="lt1"/>
                  </a:solidFill>
                  <a:uFillTx/>
                  <a:latin typeface="+mj-lt"/>
                  <a:ea typeface="Calibri"/>
                </a:rPr>
                <a:t> Guadalajara</a:t>
              </a:r>
              <a:br>
                <a:rPr sz="1870">
                  <a:latin typeface="+mj-lt"/>
                </a:rPr>
              </a:br>
              <a:r>
                <a:rPr lang="en" sz="1870" b="0" u="none" strike="noStrike">
                  <a:solidFill>
                    <a:schemeClr val="lt1"/>
                  </a:solidFill>
                  <a:uFillTx/>
                  <a:latin typeface="+mj-lt"/>
                  <a:ea typeface="Calibri"/>
                </a:rPr>
                <a:t>+1-866-9-TAVANT  </a:t>
              </a:r>
              <a:r>
                <a:rPr lang="en" sz="1870" b="0" u="none" strike="noStrike">
                  <a:solidFill>
                    <a:srgbClr val="F36F26"/>
                  </a:solidFill>
                  <a:uFillTx/>
                  <a:latin typeface="+mj-lt"/>
                  <a:ea typeface="Calibri"/>
                </a:rPr>
                <a:t>|  </a:t>
              </a:r>
              <a:r>
                <a:rPr lang="en" sz="1870" b="0" u="none" strike="noStrike">
                  <a:solidFill>
                    <a:schemeClr val="lt1"/>
                  </a:solidFill>
                  <a:uFillTx/>
                  <a:latin typeface="+mj-lt"/>
                  <a:ea typeface="Calibri"/>
                </a:rPr>
                <a:t>     hello@tavant.com</a:t>
              </a:r>
              <a:endParaRPr lang="en-IN" sz="1870" b="0" u="none" strike="noStrike">
                <a:solidFill>
                  <a:srgbClr val="000000"/>
                </a:solidFill>
                <a:uFillTx/>
                <a:latin typeface="+mj-lt"/>
              </a:endParaRPr>
            </a:p>
          </p:txBody>
        </p:sp>
        <p:pic>
          <p:nvPicPr>
            <p:cNvPr id="9" name="Google Shape;118;p20">
              <a:extLst>
                <a:ext uri="{FF2B5EF4-FFF2-40B4-BE49-F238E27FC236}">
                  <a16:creationId xmlns:a16="http://schemas.microsoft.com/office/drawing/2014/main" id="{489A420E-B653-6B46-BDFE-830A470F4726}"/>
                </a:ext>
              </a:extLst>
            </p:cNvPr>
            <p:cNvPicPr/>
            <p:nvPr/>
          </p:nvPicPr>
          <p:blipFill>
            <a:blip r:embed="rId4" cstate="print"/>
            <a:stretch/>
          </p:blipFill>
          <p:spPr>
            <a:xfrm>
              <a:off x="4572000" y="4593771"/>
              <a:ext cx="157680" cy="1123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0" name="Google Shape;119;p20">
              <a:extLst>
                <a:ext uri="{FF2B5EF4-FFF2-40B4-BE49-F238E27FC236}">
                  <a16:creationId xmlns:a16="http://schemas.microsoft.com/office/drawing/2014/main" id="{9E350E4C-E507-0C40-9A8C-6270691D8783}"/>
                </a:ext>
              </a:extLst>
            </p:cNvPr>
            <p:cNvPicPr/>
            <p:nvPr/>
          </p:nvPicPr>
          <p:blipFill>
            <a:blip r:embed="rId5" cstate="print"/>
            <a:stretch/>
          </p:blipFill>
          <p:spPr>
            <a:xfrm>
              <a:off x="2912619" y="4599200"/>
              <a:ext cx="116422" cy="116422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30" name="Google Shape;109;p19">
            <a:extLst>
              <a:ext uri="{FF2B5EF4-FFF2-40B4-BE49-F238E27FC236}">
                <a16:creationId xmlns:a16="http://schemas.microsoft.com/office/drawing/2014/main" id="{9994CF07-0743-3C4E-8B18-E7D3E7A7046A}"/>
              </a:ext>
            </a:extLst>
          </p:cNvPr>
          <p:cNvSpPr/>
          <p:nvPr userDrawn="1"/>
        </p:nvSpPr>
        <p:spPr>
          <a:xfrm>
            <a:off x="9281760" y="6514084"/>
            <a:ext cx="1931040" cy="16421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1520">
              <a:lnSpc>
                <a:spcPct val="100000"/>
              </a:lnSpc>
              <a:tabLst>
                <a:tab pos="0" algn="l"/>
              </a:tabLst>
            </a:pPr>
            <a:r>
              <a:rPr lang="en" sz="1067" b="0" u="none" strike="noStrike">
                <a:uFillTx/>
                <a:latin typeface="Calibri"/>
                <a:ea typeface="Calibri"/>
              </a:rPr>
              <a:t>Tavant Proprietary &amp; Confidential</a:t>
            </a:r>
            <a:endParaRPr lang="en-IN" sz="1067" b="0" u="none" strike="noStrike">
              <a:uFillTx/>
              <a:latin typeface="Arial"/>
            </a:endParaRPr>
          </a:p>
        </p:txBody>
      </p:sp>
      <p:sp>
        <p:nvSpPr>
          <p:cNvPr id="14" name="Google Shape;60;p13">
            <a:extLst>
              <a:ext uri="{FF2B5EF4-FFF2-40B4-BE49-F238E27FC236}">
                <a16:creationId xmlns:a16="http://schemas.microsoft.com/office/drawing/2014/main" id="{EC2E6762-8BFB-6841-A7EE-E4FC6D8AD34B}"/>
              </a:ext>
            </a:extLst>
          </p:cNvPr>
          <p:cNvSpPr/>
          <p:nvPr userDrawn="1"/>
        </p:nvSpPr>
        <p:spPr>
          <a:xfrm>
            <a:off x="5130480" y="6514084"/>
            <a:ext cx="1931040" cy="16421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1520">
              <a:lnSpc>
                <a:spcPct val="100000"/>
              </a:lnSpc>
              <a:tabLst>
                <a:tab pos="0" algn="l"/>
              </a:tabLst>
            </a:pPr>
            <a:r>
              <a:rPr lang="en" sz="1067" b="0" u="none" strike="noStrike">
                <a:solidFill>
                  <a:schemeClr val="bg1">
                    <a:lumMod val="50000"/>
                  </a:schemeClr>
                </a:solidFill>
                <a:uFillTx/>
                <a:latin typeface="Calibri"/>
                <a:ea typeface="Calibri"/>
              </a:rPr>
              <a:t>Tavant Proprietary &amp; Confidential</a:t>
            </a:r>
            <a:endParaRPr lang="en-IN" sz="1067" b="0" u="none" strike="noStrike">
              <a:solidFill>
                <a:schemeClr val="bg1">
                  <a:lumMod val="50000"/>
                </a:schemeClr>
              </a:solidFill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06469642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300897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7;p19">
            <a:extLst>
              <a:ext uri="{FF2B5EF4-FFF2-40B4-BE49-F238E27FC236}">
                <a16:creationId xmlns:a16="http://schemas.microsoft.com/office/drawing/2014/main" id="{EB642119-D1DA-2A41-9E40-D8B8ED072025}"/>
              </a:ext>
            </a:extLst>
          </p:cNvPr>
          <p:cNvPicPr/>
          <p:nvPr userDrawn="1"/>
        </p:nvPicPr>
        <p:blipFill>
          <a:blip r:embed="rId2"/>
          <a:stretch/>
        </p:blipFill>
        <p:spPr>
          <a:xfrm>
            <a:off x="-962" y="6362184"/>
            <a:ext cx="12191520" cy="523200"/>
          </a:xfrm>
          <a:prstGeom prst="rect">
            <a:avLst/>
          </a:prstGeom>
          <a:ln w="0">
            <a:noFill/>
          </a:ln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67BE79E2-C9BE-0B45-B7B9-B90FF6DB172F}"/>
              </a:ext>
            </a:extLst>
          </p:cNvPr>
          <p:cNvSpPr/>
          <p:nvPr userDrawn="1"/>
        </p:nvSpPr>
        <p:spPr>
          <a:xfrm>
            <a:off x="11547063" y="641909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EF44AC2-DA98-DF49-8A31-93632B2FB633}"/>
              </a:ext>
            </a:extLst>
          </p:cNvPr>
          <p:cNvSpPr/>
          <p:nvPr userDrawn="1"/>
        </p:nvSpPr>
        <p:spPr>
          <a:xfrm>
            <a:off x="11547063" y="646557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A0E174B-16EF-5F4F-BAA8-928FE02C1800}"/>
              </a:ext>
            </a:extLst>
          </p:cNvPr>
          <p:cNvSpPr txBox="1"/>
          <p:nvPr userDrawn="1"/>
        </p:nvSpPr>
        <p:spPr>
          <a:xfrm>
            <a:off x="11502039" y="6495512"/>
            <a:ext cx="349775" cy="256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954E5BDB-61AA-4049-AE86-82CC72DFC771}" type="slidenum">
              <a:rPr lang="en-US" sz="1067" smtClean="0">
                <a:solidFill>
                  <a:schemeClr val="bg1"/>
                </a:solidFill>
              </a:rPr>
              <a:t>‹#›</a:t>
            </a:fld>
            <a:endParaRPr lang="en-US" sz="1067">
              <a:solidFill>
                <a:schemeClr val="bg1"/>
              </a:solidFill>
            </a:endParaRPr>
          </a:p>
        </p:txBody>
      </p:sp>
      <p:sp>
        <p:nvSpPr>
          <p:cNvPr id="13" name="Google Shape;109;p19">
            <a:extLst>
              <a:ext uri="{FF2B5EF4-FFF2-40B4-BE49-F238E27FC236}">
                <a16:creationId xmlns:a16="http://schemas.microsoft.com/office/drawing/2014/main" id="{383F7148-1946-CB41-9C4B-9ABFEB5D817D}"/>
              </a:ext>
            </a:extLst>
          </p:cNvPr>
          <p:cNvSpPr/>
          <p:nvPr userDrawn="1"/>
        </p:nvSpPr>
        <p:spPr>
          <a:xfrm>
            <a:off x="9281760" y="6541678"/>
            <a:ext cx="1931040" cy="1646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1520">
              <a:lnSpc>
                <a:spcPct val="100000"/>
              </a:lnSpc>
              <a:tabLst>
                <a:tab pos="0" algn="l"/>
              </a:tabLst>
            </a:pPr>
            <a:r>
              <a:rPr lang="en-IN" sz="1070" b="0" i="0" kern="120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Tavant &amp; Customer Confidential</a:t>
            </a:r>
            <a:endParaRPr lang="en-IN" sz="1070" b="0" u="none" strike="noStrike"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99514E-6A92-4F1B-BF99-08F4220E1F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4739" y="339472"/>
            <a:ext cx="11542522" cy="359457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>
              <a:defRPr sz="2400" b="1">
                <a:latin typeface="+mj-lt"/>
                <a:cs typeface="Calibri" panose="020F0502020204030204" pitchFamily="34" charset="0"/>
              </a:defRPr>
            </a:lvl1pPr>
          </a:lstStyle>
          <a:p>
            <a:r>
              <a:rPr lang="en-US"/>
              <a:t>THIS IS YOUR TITLE – KEEP IT TO ONE LINE MAXIMUM</a:t>
            </a:r>
          </a:p>
        </p:txBody>
      </p:sp>
      <p:pic>
        <p:nvPicPr>
          <p:cNvPr id="14" name="Google Shape;108;p19">
            <a:extLst>
              <a:ext uri="{FF2B5EF4-FFF2-40B4-BE49-F238E27FC236}">
                <a16:creationId xmlns:a16="http://schemas.microsoft.com/office/drawing/2014/main" id="{6FD24764-8DB6-0349-893D-31832A40A279}"/>
              </a:ext>
            </a:extLst>
          </p:cNvPr>
          <p:cNvPicPr/>
          <p:nvPr userDrawn="1"/>
        </p:nvPicPr>
        <p:blipFill>
          <a:blip r:embed="rId3" cstate="print"/>
          <a:stretch/>
        </p:blipFill>
        <p:spPr>
          <a:xfrm>
            <a:off x="265064" y="6462185"/>
            <a:ext cx="1264320" cy="344640"/>
          </a:xfrm>
          <a:prstGeom prst="rect">
            <a:avLst/>
          </a:prstGeom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5924594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5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9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35.xml"/><Relationship Id="rId18" Type="http://schemas.openxmlformats.org/officeDocument/2006/relationships/slideLayout" Target="../slideLayouts/slideLayout40.xml"/><Relationship Id="rId26" Type="http://schemas.openxmlformats.org/officeDocument/2006/relationships/slideLayout" Target="../slideLayouts/slideLayout48.xml"/><Relationship Id="rId39" Type="http://schemas.openxmlformats.org/officeDocument/2006/relationships/slideLayout" Target="../slideLayouts/slideLayout61.xml"/><Relationship Id="rId21" Type="http://schemas.openxmlformats.org/officeDocument/2006/relationships/slideLayout" Target="../slideLayouts/slideLayout43.xml"/><Relationship Id="rId34" Type="http://schemas.openxmlformats.org/officeDocument/2006/relationships/slideLayout" Target="../slideLayouts/slideLayout56.xml"/><Relationship Id="rId42" Type="http://schemas.openxmlformats.org/officeDocument/2006/relationships/slideLayout" Target="../slideLayouts/slideLayout64.xml"/><Relationship Id="rId7" Type="http://schemas.openxmlformats.org/officeDocument/2006/relationships/slideLayout" Target="../slideLayouts/slideLayout29.xml"/><Relationship Id="rId2" Type="http://schemas.openxmlformats.org/officeDocument/2006/relationships/slideLayout" Target="../slideLayouts/slideLayout24.xml"/><Relationship Id="rId16" Type="http://schemas.openxmlformats.org/officeDocument/2006/relationships/slideLayout" Target="../slideLayouts/slideLayout38.xml"/><Relationship Id="rId29" Type="http://schemas.openxmlformats.org/officeDocument/2006/relationships/slideLayout" Target="../slideLayouts/slideLayout51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24" Type="http://schemas.openxmlformats.org/officeDocument/2006/relationships/slideLayout" Target="../slideLayouts/slideLayout46.xml"/><Relationship Id="rId32" Type="http://schemas.openxmlformats.org/officeDocument/2006/relationships/slideLayout" Target="../slideLayouts/slideLayout54.xml"/><Relationship Id="rId37" Type="http://schemas.openxmlformats.org/officeDocument/2006/relationships/slideLayout" Target="../slideLayouts/slideLayout59.xml"/><Relationship Id="rId40" Type="http://schemas.openxmlformats.org/officeDocument/2006/relationships/slideLayout" Target="../slideLayouts/slideLayout62.xml"/><Relationship Id="rId45" Type="http://schemas.openxmlformats.org/officeDocument/2006/relationships/theme" Target="../theme/theme3.xml"/><Relationship Id="rId5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37.xml"/><Relationship Id="rId23" Type="http://schemas.openxmlformats.org/officeDocument/2006/relationships/slideLayout" Target="../slideLayouts/slideLayout45.xml"/><Relationship Id="rId28" Type="http://schemas.openxmlformats.org/officeDocument/2006/relationships/slideLayout" Target="../slideLayouts/slideLayout50.xml"/><Relationship Id="rId36" Type="http://schemas.openxmlformats.org/officeDocument/2006/relationships/slideLayout" Target="../slideLayouts/slideLayout58.xml"/><Relationship Id="rId10" Type="http://schemas.openxmlformats.org/officeDocument/2006/relationships/slideLayout" Target="../slideLayouts/slideLayout32.xml"/><Relationship Id="rId19" Type="http://schemas.openxmlformats.org/officeDocument/2006/relationships/slideLayout" Target="../slideLayouts/slideLayout41.xml"/><Relationship Id="rId31" Type="http://schemas.openxmlformats.org/officeDocument/2006/relationships/slideLayout" Target="../slideLayouts/slideLayout53.xml"/><Relationship Id="rId44" Type="http://schemas.openxmlformats.org/officeDocument/2006/relationships/slideLayout" Target="../slideLayouts/slideLayout66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slideLayout" Target="../slideLayouts/slideLayout36.xml"/><Relationship Id="rId22" Type="http://schemas.openxmlformats.org/officeDocument/2006/relationships/slideLayout" Target="../slideLayouts/slideLayout44.xml"/><Relationship Id="rId27" Type="http://schemas.openxmlformats.org/officeDocument/2006/relationships/slideLayout" Target="../slideLayouts/slideLayout49.xml"/><Relationship Id="rId30" Type="http://schemas.openxmlformats.org/officeDocument/2006/relationships/slideLayout" Target="../slideLayouts/slideLayout52.xml"/><Relationship Id="rId35" Type="http://schemas.openxmlformats.org/officeDocument/2006/relationships/slideLayout" Target="../slideLayouts/slideLayout57.xml"/><Relationship Id="rId43" Type="http://schemas.openxmlformats.org/officeDocument/2006/relationships/slideLayout" Target="../slideLayouts/slideLayout65.xml"/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34.xml"/><Relationship Id="rId17" Type="http://schemas.openxmlformats.org/officeDocument/2006/relationships/slideLayout" Target="../slideLayouts/slideLayout39.xml"/><Relationship Id="rId25" Type="http://schemas.openxmlformats.org/officeDocument/2006/relationships/slideLayout" Target="../slideLayouts/slideLayout47.xml"/><Relationship Id="rId33" Type="http://schemas.openxmlformats.org/officeDocument/2006/relationships/slideLayout" Target="../slideLayouts/slideLayout55.xml"/><Relationship Id="rId38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6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4.xml"/><Relationship Id="rId3" Type="http://schemas.openxmlformats.org/officeDocument/2006/relationships/slideLayout" Target="../slideLayouts/slideLayout69.xml"/><Relationship Id="rId7" Type="http://schemas.openxmlformats.org/officeDocument/2006/relationships/slideLayout" Target="../slideLayouts/slideLayout73.xml"/><Relationship Id="rId2" Type="http://schemas.openxmlformats.org/officeDocument/2006/relationships/slideLayout" Target="../slideLayouts/slideLayout68.xml"/><Relationship Id="rId1" Type="http://schemas.openxmlformats.org/officeDocument/2006/relationships/slideLayout" Target="../slideLayouts/slideLayout67.xml"/><Relationship Id="rId6" Type="http://schemas.openxmlformats.org/officeDocument/2006/relationships/slideLayout" Target="../slideLayouts/slideLayout72.xml"/><Relationship Id="rId11" Type="http://schemas.openxmlformats.org/officeDocument/2006/relationships/theme" Target="../theme/theme4.xml"/><Relationship Id="rId5" Type="http://schemas.openxmlformats.org/officeDocument/2006/relationships/slideLayout" Target="../slideLayouts/slideLayout71.xml"/><Relationship Id="rId10" Type="http://schemas.openxmlformats.org/officeDocument/2006/relationships/slideLayout" Target="../slideLayouts/slideLayout76.xml"/><Relationship Id="rId4" Type="http://schemas.openxmlformats.org/officeDocument/2006/relationships/slideLayout" Target="../slideLayouts/slideLayout70.xml"/><Relationship Id="rId9" Type="http://schemas.openxmlformats.org/officeDocument/2006/relationships/slideLayout" Target="../slideLayouts/slideLayout75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theme" Target="../theme/theme5.xml"/><Relationship Id="rId3" Type="http://schemas.openxmlformats.org/officeDocument/2006/relationships/slideLayout" Target="../slideLayouts/slideLayout79.xml"/><Relationship Id="rId7" Type="http://schemas.openxmlformats.org/officeDocument/2006/relationships/slideLayout" Target="../slideLayouts/slideLayout83.xml"/><Relationship Id="rId2" Type="http://schemas.openxmlformats.org/officeDocument/2006/relationships/slideLayout" Target="../slideLayouts/slideLayout78.xml"/><Relationship Id="rId1" Type="http://schemas.openxmlformats.org/officeDocument/2006/relationships/slideLayout" Target="../slideLayouts/slideLayout77.xml"/><Relationship Id="rId6" Type="http://schemas.openxmlformats.org/officeDocument/2006/relationships/slideLayout" Target="../slideLayouts/slideLayout82.xml"/><Relationship Id="rId5" Type="http://schemas.openxmlformats.org/officeDocument/2006/relationships/slideLayout" Target="../slideLayouts/slideLayout81.xml"/><Relationship Id="rId4" Type="http://schemas.openxmlformats.org/officeDocument/2006/relationships/slideLayout" Target="../slideLayouts/slideLayout80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1.xml"/><Relationship Id="rId13" Type="http://schemas.openxmlformats.org/officeDocument/2006/relationships/slideLayout" Target="../slideLayouts/slideLayout96.xml"/><Relationship Id="rId3" Type="http://schemas.openxmlformats.org/officeDocument/2006/relationships/slideLayout" Target="../slideLayouts/slideLayout86.xml"/><Relationship Id="rId7" Type="http://schemas.openxmlformats.org/officeDocument/2006/relationships/slideLayout" Target="../slideLayouts/slideLayout90.xml"/><Relationship Id="rId12" Type="http://schemas.openxmlformats.org/officeDocument/2006/relationships/slideLayout" Target="../slideLayouts/slideLayout95.xml"/><Relationship Id="rId2" Type="http://schemas.openxmlformats.org/officeDocument/2006/relationships/slideLayout" Target="../slideLayouts/slideLayout85.xml"/><Relationship Id="rId1" Type="http://schemas.openxmlformats.org/officeDocument/2006/relationships/slideLayout" Target="../slideLayouts/slideLayout84.xml"/><Relationship Id="rId6" Type="http://schemas.openxmlformats.org/officeDocument/2006/relationships/slideLayout" Target="../slideLayouts/slideLayout89.xml"/><Relationship Id="rId11" Type="http://schemas.openxmlformats.org/officeDocument/2006/relationships/slideLayout" Target="../slideLayouts/slideLayout94.xml"/><Relationship Id="rId5" Type="http://schemas.openxmlformats.org/officeDocument/2006/relationships/slideLayout" Target="../slideLayouts/slideLayout88.xml"/><Relationship Id="rId15" Type="http://schemas.openxmlformats.org/officeDocument/2006/relationships/theme" Target="../theme/theme6.xml"/><Relationship Id="rId10" Type="http://schemas.openxmlformats.org/officeDocument/2006/relationships/slideLayout" Target="../slideLayouts/slideLayout93.xml"/><Relationship Id="rId4" Type="http://schemas.openxmlformats.org/officeDocument/2006/relationships/slideLayout" Target="../slideLayouts/slideLayout87.xml"/><Relationship Id="rId9" Type="http://schemas.openxmlformats.org/officeDocument/2006/relationships/slideLayout" Target="../slideLayouts/slideLayout92.xml"/><Relationship Id="rId14" Type="http://schemas.openxmlformats.org/officeDocument/2006/relationships/slideLayout" Target="../slideLayouts/slideLayout97.xml"/></Relationships>
</file>

<file path=ppt/slideMasters/_rels/slideMaster7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10.xml"/><Relationship Id="rId18" Type="http://schemas.openxmlformats.org/officeDocument/2006/relationships/slideLayout" Target="../slideLayouts/slideLayout115.xml"/><Relationship Id="rId26" Type="http://schemas.openxmlformats.org/officeDocument/2006/relationships/slideLayout" Target="../slideLayouts/slideLayout123.xml"/><Relationship Id="rId39" Type="http://schemas.openxmlformats.org/officeDocument/2006/relationships/slideLayout" Target="../slideLayouts/slideLayout136.xml"/><Relationship Id="rId21" Type="http://schemas.openxmlformats.org/officeDocument/2006/relationships/slideLayout" Target="../slideLayouts/slideLayout118.xml"/><Relationship Id="rId34" Type="http://schemas.openxmlformats.org/officeDocument/2006/relationships/slideLayout" Target="../slideLayouts/slideLayout131.xml"/><Relationship Id="rId7" Type="http://schemas.openxmlformats.org/officeDocument/2006/relationships/slideLayout" Target="../slideLayouts/slideLayout104.xml"/><Relationship Id="rId12" Type="http://schemas.openxmlformats.org/officeDocument/2006/relationships/slideLayout" Target="../slideLayouts/slideLayout109.xml"/><Relationship Id="rId17" Type="http://schemas.openxmlformats.org/officeDocument/2006/relationships/slideLayout" Target="../slideLayouts/slideLayout114.xml"/><Relationship Id="rId25" Type="http://schemas.openxmlformats.org/officeDocument/2006/relationships/slideLayout" Target="../slideLayouts/slideLayout122.xml"/><Relationship Id="rId33" Type="http://schemas.openxmlformats.org/officeDocument/2006/relationships/slideLayout" Target="../slideLayouts/slideLayout130.xml"/><Relationship Id="rId38" Type="http://schemas.openxmlformats.org/officeDocument/2006/relationships/slideLayout" Target="../slideLayouts/slideLayout135.xml"/><Relationship Id="rId2" Type="http://schemas.openxmlformats.org/officeDocument/2006/relationships/slideLayout" Target="../slideLayouts/slideLayout99.xml"/><Relationship Id="rId16" Type="http://schemas.openxmlformats.org/officeDocument/2006/relationships/slideLayout" Target="../slideLayouts/slideLayout113.xml"/><Relationship Id="rId20" Type="http://schemas.openxmlformats.org/officeDocument/2006/relationships/slideLayout" Target="../slideLayouts/slideLayout117.xml"/><Relationship Id="rId29" Type="http://schemas.openxmlformats.org/officeDocument/2006/relationships/slideLayout" Target="../slideLayouts/slideLayout126.xml"/><Relationship Id="rId1" Type="http://schemas.openxmlformats.org/officeDocument/2006/relationships/slideLayout" Target="../slideLayouts/slideLayout98.xml"/><Relationship Id="rId6" Type="http://schemas.openxmlformats.org/officeDocument/2006/relationships/slideLayout" Target="../slideLayouts/slideLayout103.xml"/><Relationship Id="rId11" Type="http://schemas.openxmlformats.org/officeDocument/2006/relationships/slideLayout" Target="../slideLayouts/slideLayout108.xml"/><Relationship Id="rId24" Type="http://schemas.openxmlformats.org/officeDocument/2006/relationships/slideLayout" Target="../slideLayouts/slideLayout121.xml"/><Relationship Id="rId32" Type="http://schemas.openxmlformats.org/officeDocument/2006/relationships/slideLayout" Target="../slideLayouts/slideLayout129.xml"/><Relationship Id="rId37" Type="http://schemas.openxmlformats.org/officeDocument/2006/relationships/slideLayout" Target="../slideLayouts/slideLayout134.xml"/><Relationship Id="rId40" Type="http://schemas.openxmlformats.org/officeDocument/2006/relationships/theme" Target="../theme/theme7.xml"/><Relationship Id="rId5" Type="http://schemas.openxmlformats.org/officeDocument/2006/relationships/slideLayout" Target="../slideLayouts/slideLayout102.xml"/><Relationship Id="rId15" Type="http://schemas.openxmlformats.org/officeDocument/2006/relationships/slideLayout" Target="../slideLayouts/slideLayout112.xml"/><Relationship Id="rId23" Type="http://schemas.openxmlformats.org/officeDocument/2006/relationships/slideLayout" Target="../slideLayouts/slideLayout120.xml"/><Relationship Id="rId28" Type="http://schemas.openxmlformats.org/officeDocument/2006/relationships/slideLayout" Target="../slideLayouts/slideLayout125.xml"/><Relationship Id="rId36" Type="http://schemas.openxmlformats.org/officeDocument/2006/relationships/slideLayout" Target="../slideLayouts/slideLayout133.xml"/><Relationship Id="rId10" Type="http://schemas.openxmlformats.org/officeDocument/2006/relationships/slideLayout" Target="../slideLayouts/slideLayout107.xml"/><Relationship Id="rId19" Type="http://schemas.openxmlformats.org/officeDocument/2006/relationships/slideLayout" Target="../slideLayouts/slideLayout116.xml"/><Relationship Id="rId31" Type="http://schemas.openxmlformats.org/officeDocument/2006/relationships/slideLayout" Target="../slideLayouts/slideLayout128.xml"/><Relationship Id="rId4" Type="http://schemas.openxmlformats.org/officeDocument/2006/relationships/slideLayout" Target="../slideLayouts/slideLayout101.xml"/><Relationship Id="rId9" Type="http://schemas.openxmlformats.org/officeDocument/2006/relationships/slideLayout" Target="../slideLayouts/slideLayout106.xml"/><Relationship Id="rId14" Type="http://schemas.openxmlformats.org/officeDocument/2006/relationships/slideLayout" Target="../slideLayouts/slideLayout111.xml"/><Relationship Id="rId22" Type="http://schemas.openxmlformats.org/officeDocument/2006/relationships/slideLayout" Target="../slideLayouts/slideLayout119.xml"/><Relationship Id="rId27" Type="http://schemas.openxmlformats.org/officeDocument/2006/relationships/slideLayout" Target="../slideLayouts/slideLayout124.xml"/><Relationship Id="rId30" Type="http://schemas.openxmlformats.org/officeDocument/2006/relationships/slideLayout" Target="../slideLayouts/slideLayout127.xml"/><Relationship Id="rId35" Type="http://schemas.openxmlformats.org/officeDocument/2006/relationships/slideLayout" Target="../slideLayouts/slideLayout132.xml"/><Relationship Id="rId8" Type="http://schemas.openxmlformats.org/officeDocument/2006/relationships/slideLayout" Target="../slideLayouts/slideLayout105.xml"/><Relationship Id="rId3" Type="http://schemas.openxmlformats.org/officeDocument/2006/relationships/slideLayout" Target="../slideLayouts/slideLayout10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03C305-61F7-5848-965E-BB53FCF60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539" y="292211"/>
            <a:ext cx="11712917" cy="359457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132A33-AD2C-3F43-9DE0-CEF27CC8D1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39539" y="1200397"/>
            <a:ext cx="11712917" cy="4976565"/>
          </a:xfrm>
          <a:prstGeom prst="rect">
            <a:avLst/>
          </a:prstGeom>
        </p:spPr>
        <p:txBody>
          <a:bodyPr vert="horz" lIns="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57950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9" r:id="rId2"/>
    <p:sldLayoutId id="2147483681" r:id="rId3"/>
    <p:sldLayoutId id="2147483682" r:id="rId4"/>
    <p:sldLayoutId id="2147483683" r:id="rId5"/>
    <p:sldLayoutId id="2147483692" r:id="rId6"/>
    <p:sldLayoutId id="2147483693" r:id="rId7"/>
    <p:sldLayoutId id="2147483711" r:id="rId8"/>
    <p:sldLayoutId id="2147483712" r:id="rId9"/>
    <p:sldLayoutId id="2147483694" r:id="rId10"/>
    <p:sldLayoutId id="2147483695" r:id="rId11"/>
    <p:sldLayoutId id="2147483696" r:id="rId12"/>
    <p:sldLayoutId id="2147483697" r:id="rId13"/>
    <p:sldLayoutId id="2147483700" r:id="rId14"/>
    <p:sldLayoutId id="2147483927" r:id="rId1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236538" indent="-223838" algn="l" defTabSz="914400" rtl="0" eaLnBrk="1" latinLnBrk="0" hangingPunct="1">
        <a:lnSpc>
          <a:spcPct val="90000"/>
        </a:lnSpc>
        <a:spcBef>
          <a:spcPts val="500"/>
        </a:spcBef>
        <a:buClr>
          <a:srgbClr val="F36F26"/>
        </a:buClr>
        <a:buFont typeface="Wingdings" pitchFamily="2" charset="2"/>
        <a:buChar char="§"/>
        <a:tabLst/>
        <a:defRPr sz="1600" kern="1200">
          <a:solidFill>
            <a:srgbClr val="77787B"/>
          </a:solidFill>
          <a:latin typeface="+mn-lt"/>
          <a:ea typeface="+mn-ea"/>
          <a:cs typeface="+mn-cs"/>
        </a:defRPr>
      </a:lvl2pPr>
      <a:lvl3pPr marL="460375" indent="-223838" algn="l" defTabSz="914400" rtl="0" eaLnBrk="1" latinLnBrk="0" hangingPunct="1">
        <a:lnSpc>
          <a:spcPct val="90000"/>
        </a:lnSpc>
        <a:spcBef>
          <a:spcPts val="500"/>
        </a:spcBef>
        <a:buClr>
          <a:srgbClr val="77787B"/>
        </a:buClr>
        <a:buFont typeface=".Lucida Grande UI Regular"/>
        <a:buChar char="▫"/>
        <a:tabLst/>
        <a:defRPr sz="1400" kern="1200">
          <a:solidFill>
            <a:srgbClr val="77787B"/>
          </a:solidFill>
          <a:latin typeface="+mn-lt"/>
          <a:ea typeface="+mn-ea"/>
          <a:cs typeface="+mn-cs"/>
        </a:defRPr>
      </a:lvl3pPr>
      <a:lvl4pPr marL="696913" indent="-236538" algn="l" defTabSz="914400" rtl="0" eaLnBrk="1" latinLnBrk="0" hangingPunct="1">
        <a:lnSpc>
          <a:spcPct val="90000"/>
        </a:lnSpc>
        <a:spcBef>
          <a:spcPts val="500"/>
        </a:spcBef>
        <a:buClr>
          <a:srgbClr val="77787B"/>
        </a:buClr>
        <a:buFont typeface=".Lucida Grande UI Regular"/>
        <a:buChar char="▫"/>
        <a:tabLst/>
        <a:defRPr sz="1400" kern="1200">
          <a:solidFill>
            <a:srgbClr val="77787B"/>
          </a:solidFill>
          <a:latin typeface="+mn-lt"/>
          <a:ea typeface="+mn-ea"/>
          <a:cs typeface="+mn-cs"/>
        </a:defRPr>
      </a:lvl4pPr>
      <a:lvl5pPr marL="920750" indent="-223838" algn="l" defTabSz="914400" rtl="0" eaLnBrk="1" latinLnBrk="0" hangingPunct="1">
        <a:lnSpc>
          <a:spcPct val="90000"/>
        </a:lnSpc>
        <a:spcBef>
          <a:spcPts val="500"/>
        </a:spcBef>
        <a:buClr>
          <a:srgbClr val="77787B"/>
        </a:buClr>
        <a:buFont typeface=".Lucida Grande UI Regular"/>
        <a:buChar char="▫"/>
        <a:tabLst/>
        <a:defRPr sz="1400" kern="1200">
          <a:solidFill>
            <a:srgbClr val="77787B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415680" y="992640"/>
            <a:ext cx="11360160" cy="27364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buNone/>
            </a:pPr>
            <a:r>
              <a:rPr lang="en-IN" sz="6933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609600" y="1604640"/>
            <a:ext cx="1097232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67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1151914" lvl="1" indent="-431968">
              <a:spcBef>
                <a:spcPts val="1512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67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727871" lvl="2" indent="-383972">
              <a:spcBef>
                <a:spcPts val="113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67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2303828" lvl="3" indent="-287979">
              <a:spcBef>
                <a:spcPts val="756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67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879784" lvl="4" indent="-287979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667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3455742" lvl="5" indent="-287979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667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4031698" lvl="6" indent="-287979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667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</p:spTree>
    <p:extLst>
      <p:ext uri="{BB962C8B-B14F-4D97-AF65-F5344CB8AC3E}">
        <p14:creationId xmlns:p14="http://schemas.microsoft.com/office/powerpoint/2010/main" val="1595999631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</p:sldLayoutIdLst>
  <p:hf hdr="0" ftr="0" dt="0"/>
  <p:txStyles>
    <p:titleStyle>
      <a:lvl1pPr indent="0">
        <a:buNone/>
        <a:defRPr/>
      </a:lvl1pPr>
    </p:titleStyle>
    <p:bodyStyle>
      <a:lvl1pPr marL="575986" indent="-431989">
        <a:spcBef>
          <a:spcPts val="1889"/>
        </a:spcBef>
        <a:buClr>
          <a:srgbClr val="000000"/>
        </a:buClr>
        <a:buSzPct val="45000"/>
        <a:buFont typeface="Wingdings" charset="2"/>
        <a:buChar char=""/>
        <a:defRPr/>
      </a:lvl1pPr>
    </p:bodyStyle>
    <p:otherStyle/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415680" y="992640"/>
            <a:ext cx="11360160" cy="27364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buNone/>
            </a:pPr>
            <a:r>
              <a:rPr lang="en-IN" sz="6933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609600" y="1604640"/>
            <a:ext cx="1097232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67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1151914" lvl="1" indent="-431968">
              <a:spcBef>
                <a:spcPts val="1512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67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727871" lvl="2" indent="-383972">
              <a:spcBef>
                <a:spcPts val="113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67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2303828" lvl="3" indent="-287979">
              <a:spcBef>
                <a:spcPts val="756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67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879784" lvl="4" indent="-287979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667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3455742" lvl="5" indent="-287979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667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4031698" lvl="6" indent="-287979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667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</p:spTree>
    <p:extLst>
      <p:ext uri="{BB962C8B-B14F-4D97-AF65-F5344CB8AC3E}">
        <p14:creationId xmlns:p14="http://schemas.microsoft.com/office/powerpoint/2010/main" val="2557446783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  <p:sldLayoutId id="2147483725" r:id="rId4"/>
    <p:sldLayoutId id="2147483726" r:id="rId5"/>
    <p:sldLayoutId id="2147483727" r:id="rId6"/>
    <p:sldLayoutId id="2147483728" r:id="rId7"/>
    <p:sldLayoutId id="2147483729" r:id="rId8"/>
    <p:sldLayoutId id="2147483730" r:id="rId9"/>
    <p:sldLayoutId id="2147483731" r:id="rId10"/>
    <p:sldLayoutId id="2147483732" r:id="rId11"/>
    <p:sldLayoutId id="2147483733" r:id="rId12"/>
    <p:sldLayoutId id="2147483734" r:id="rId13"/>
    <p:sldLayoutId id="2147483735" r:id="rId14"/>
    <p:sldLayoutId id="2147483736" r:id="rId15"/>
    <p:sldLayoutId id="2147483737" r:id="rId16"/>
    <p:sldLayoutId id="2147483738" r:id="rId17"/>
    <p:sldLayoutId id="2147483739" r:id="rId18"/>
    <p:sldLayoutId id="2147483740" r:id="rId19"/>
    <p:sldLayoutId id="2147483741" r:id="rId20"/>
    <p:sldLayoutId id="2147483742" r:id="rId21"/>
    <p:sldLayoutId id="2147483743" r:id="rId22"/>
    <p:sldLayoutId id="2147483744" r:id="rId23"/>
    <p:sldLayoutId id="2147483745" r:id="rId24"/>
    <p:sldLayoutId id="2147483746" r:id="rId25"/>
    <p:sldLayoutId id="2147483747" r:id="rId26"/>
    <p:sldLayoutId id="2147483748" r:id="rId27"/>
    <p:sldLayoutId id="2147483749" r:id="rId28"/>
    <p:sldLayoutId id="2147483750" r:id="rId29"/>
    <p:sldLayoutId id="2147483751" r:id="rId30"/>
    <p:sldLayoutId id="2147483752" r:id="rId31"/>
    <p:sldLayoutId id="2147483753" r:id="rId32"/>
    <p:sldLayoutId id="2147483754" r:id="rId33"/>
    <p:sldLayoutId id="2147483755" r:id="rId34"/>
    <p:sldLayoutId id="2147483756" r:id="rId35"/>
    <p:sldLayoutId id="2147483757" r:id="rId36"/>
    <p:sldLayoutId id="2147483758" r:id="rId37"/>
    <p:sldLayoutId id="2147483759" r:id="rId38"/>
    <p:sldLayoutId id="2147483760" r:id="rId39"/>
    <p:sldLayoutId id="2147483761" r:id="rId40"/>
    <p:sldLayoutId id="2147483762" r:id="rId41"/>
    <p:sldLayoutId id="2147483763" r:id="rId42"/>
    <p:sldLayoutId id="2147483764" r:id="rId43"/>
    <p:sldLayoutId id="2147483765" r:id="rId44"/>
  </p:sldLayoutIdLst>
  <p:hf hdr="0" ftr="0" dt="0"/>
  <p:txStyles>
    <p:titleStyle>
      <a:lvl1pPr indent="0">
        <a:buNone/>
        <a:defRPr/>
      </a:lvl1pPr>
    </p:titleStyle>
    <p:bodyStyle>
      <a:lvl1pPr marL="575986" indent="-431989">
        <a:spcBef>
          <a:spcPts val="1889"/>
        </a:spcBef>
        <a:buClr>
          <a:srgbClr val="000000"/>
        </a:buClr>
        <a:buSzPct val="45000"/>
        <a:buFont typeface="Wingdings" charset="2"/>
        <a:buChar char=""/>
        <a:defRPr/>
      </a:lvl1pPr>
    </p:bodyStyle>
    <p:otherStyle/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415680" y="992640"/>
            <a:ext cx="11360160" cy="27364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buNone/>
            </a:pPr>
            <a:r>
              <a:rPr lang="en-IN" sz="6933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609600" y="1604640"/>
            <a:ext cx="1097232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67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1151914" lvl="1" indent="-431968">
              <a:spcBef>
                <a:spcPts val="1512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67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727871" lvl="2" indent="-383972">
              <a:spcBef>
                <a:spcPts val="113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67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2303828" lvl="3" indent="-287979">
              <a:spcBef>
                <a:spcPts val="756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67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879784" lvl="4" indent="-287979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667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3455742" lvl="5" indent="-287979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667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4031698" lvl="6" indent="-287979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667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</p:spTree>
    <p:extLst>
      <p:ext uri="{BB962C8B-B14F-4D97-AF65-F5344CB8AC3E}">
        <p14:creationId xmlns:p14="http://schemas.microsoft.com/office/powerpoint/2010/main" val="614971623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834" r:id="rId1"/>
    <p:sldLayoutId id="2147483835" r:id="rId2"/>
    <p:sldLayoutId id="2147483836" r:id="rId3"/>
    <p:sldLayoutId id="2147483837" r:id="rId4"/>
    <p:sldLayoutId id="2147483838" r:id="rId5"/>
    <p:sldLayoutId id="2147483839" r:id="rId6"/>
    <p:sldLayoutId id="2147483840" r:id="rId7"/>
    <p:sldLayoutId id="2147483841" r:id="rId8"/>
    <p:sldLayoutId id="2147483842" r:id="rId9"/>
    <p:sldLayoutId id="2147483843" r:id="rId10"/>
  </p:sldLayoutIdLst>
  <p:hf hdr="0" ftr="0" dt="0"/>
  <p:txStyles>
    <p:titleStyle>
      <a:lvl1pPr indent="0">
        <a:buNone/>
        <a:defRPr/>
      </a:lvl1pPr>
    </p:titleStyle>
    <p:bodyStyle>
      <a:lvl1pPr marL="575986" indent="-431989">
        <a:spcBef>
          <a:spcPts val="1889"/>
        </a:spcBef>
        <a:buClr>
          <a:srgbClr val="000000"/>
        </a:buClr>
        <a:buSzPct val="45000"/>
        <a:buFont typeface="Wingdings" charset="2"/>
        <a:buChar char=""/>
        <a:defRPr/>
      </a:lvl1pPr>
    </p:bodyStyle>
    <p:otherStyle/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415680" y="992640"/>
            <a:ext cx="11360160" cy="27364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buNone/>
            </a:pPr>
            <a:r>
              <a:rPr lang="en-IN" sz="6933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609600" y="1604640"/>
            <a:ext cx="1097232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67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1151914" lvl="1" indent="-431968">
              <a:spcBef>
                <a:spcPts val="1512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67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727871" lvl="2" indent="-383972">
              <a:spcBef>
                <a:spcPts val="113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67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2303828" lvl="3" indent="-287979">
              <a:spcBef>
                <a:spcPts val="756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67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879784" lvl="4" indent="-287979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667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3455742" lvl="5" indent="-287979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667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4031698" lvl="6" indent="-287979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667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</p:spTree>
    <p:extLst>
      <p:ext uri="{BB962C8B-B14F-4D97-AF65-F5344CB8AC3E}">
        <p14:creationId xmlns:p14="http://schemas.microsoft.com/office/powerpoint/2010/main" val="194235035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845" r:id="rId1"/>
    <p:sldLayoutId id="2147483846" r:id="rId2"/>
    <p:sldLayoutId id="2147483847" r:id="rId3"/>
    <p:sldLayoutId id="2147483848" r:id="rId4"/>
    <p:sldLayoutId id="2147483849" r:id="rId5"/>
    <p:sldLayoutId id="2147483850" r:id="rId6"/>
    <p:sldLayoutId id="2147483851" r:id="rId7"/>
  </p:sldLayoutIdLst>
  <p:hf hdr="0" ftr="0" dt="0"/>
  <p:txStyles>
    <p:titleStyle>
      <a:lvl1pPr indent="0">
        <a:buNone/>
        <a:defRPr/>
      </a:lvl1pPr>
    </p:titleStyle>
    <p:bodyStyle>
      <a:lvl1pPr marL="575986" indent="-431989">
        <a:spcBef>
          <a:spcPts val="1889"/>
        </a:spcBef>
        <a:buClr>
          <a:srgbClr val="000000"/>
        </a:buClr>
        <a:buSzPct val="45000"/>
        <a:buFont typeface="Wingdings" charset="2"/>
        <a:buChar char=""/>
        <a:defRPr/>
      </a:lvl1pPr>
    </p:bodyStyle>
    <p:otherStyle/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415680" y="992640"/>
            <a:ext cx="11360160" cy="27364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buNone/>
            </a:pPr>
            <a:r>
              <a:rPr lang="en-IN" sz="6933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609600" y="1604640"/>
            <a:ext cx="1097232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67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1151914" lvl="1" indent="-431968">
              <a:spcBef>
                <a:spcPts val="1512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67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727871" lvl="2" indent="-383972">
              <a:spcBef>
                <a:spcPts val="113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67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2303828" lvl="3" indent="-287979">
              <a:spcBef>
                <a:spcPts val="756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67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879784" lvl="4" indent="-287979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667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3455742" lvl="5" indent="-287979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667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4031698" lvl="6" indent="-287979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667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</p:spTree>
    <p:extLst>
      <p:ext uri="{BB962C8B-B14F-4D97-AF65-F5344CB8AC3E}">
        <p14:creationId xmlns:p14="http://schemas.microsoft.com/office/powerpoint/2010/main" val="110965051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854" r:id="rId1"/>
    <p:sldLayoutId id="2147483855" r:id="rId2"/>
    <p:sldLayoutId id="2147483856" r:id="rId3"/>
    <p:sldLayoutId id="2147483857" r:id="rId4"/>
    <p:sldLayoutId id="2147483858" r:id="rId5"/>
    <p:sldLayoutId id="2147483859" r:id="rId6"/>
    <p:sldLayoutId id="2147483860" r:id="rId7"/>
    <p:sldLayoutId id="2147483861" r:id="rId8"/>
    <p:sldLayoutId id="2147483864" r:id="rId9"/>
    <p:sldLayoutId id="2147483865" r:id="rId10"/>
    <p:sldLayoutId id="2147483866" r:id="rId11"/>
    <p:sldLayoutId id="2147483867" r:id="rId12"/>
    <p:sldLayoutId id="2147483868" r:id="rId13"/>
    <p:sldLayoutId id="2147483869" r:id="rId14"/>
  </p:sldLayoutIdLst>
  <p:hf hdr="0" ftr="0" dt="0"/>
  <p:txStyles>
    <p:titleStyle>
      <a:lvl1pPr indent="0">
        <a:buNone/>
        <a:defRPr/>
      </a:lvl1pPr>
    </p:titleStyle>
    <p:bodyStyle>
      <a:lvl1pPr marL="575986" indent="-431989">
        <a:spcBef>
          <a:spcPts val="1889"/>
        </a:spcBef>
        <a:buClr>
          <a:srgbClr val="000000"/>
        </a:buClr>
        <a:buSzPct val="45000"/>
        <a:buFont typeface="Wingdings" charset="2"/>
        <a:buChar char=""/>
        <a:defRPr/>
      </a:lvl1pPr>
    </p:bodyStyle>
    <p:otherStyle/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415680" y="992640"/>
            <a:ext cx="11360160" cy="27364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buNone/>
            </a:pPr>
            <a:r>
              <a:rPr lang="en-IN" sz="6933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609600" y="1604640"/>
            <a:ext cx="1097232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67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1151914" lvl="1" indent="-431968">
              <a:spcBef>
                <a:spcPts val="1512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67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727871" lvl="2" indent="-383972">
              <a:spcBef>
                <a:spcPts val="113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67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2303828" lvl="3" indent="-287979">
              <a:spcBef>
                <a:spcPts val="756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67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879784" lvl="4" indent="-287979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667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3455742" lvl="5" indent="-287979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667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4031698" lvl="6" indent="-287979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667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</p:spTree>
    <p:extLst>
      <p:ext uri="{BB962C8B-B14F-4D97-AF65-F5344CB8AC3E}">
        <p14:creationId xmlns:p14="http://schemas.microsoft.com/office/powerpoint/2010/main" val="152368803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887" r:id="rId1"/>
    <p:sldLayoutId id="2147483888" r:id="rId2"/>
    <p:sldLayoutId id="2147483889" r:id="rId3"/>
    <p:sldLayoutId id="2147483890" r:id="rId4"/>
    <p:sldLayoutId id="2147483891" r:id="rId5"/>
    <p:sldLayoutId id="2147483892" r:id="rId6"/>
    <p:sldLayoutId id="2147483893" r:id="rId7"/>
    <p:sldLayoutId id="2147483894" r:id="rId8"/>
    <p:sldLayoutId id="2147483895" r:id="rId9"/>
    <p:sldLayoutId id="2147483896" r:id="rId10"/>
    <p:sldLayoutId id="2147483897" r:id="rId11"/>
    <p:sldLayoutId id="2147483898" r:id="rId12"/>
    <p:sldLayoutId id="2147483899" r:id="rId13"/>
    <p:sldLayoutId id="2147483900" r:id="rId14"/>
    <p:sldLayoutId id="2147483901" r:id="rId15"/>
    <p:sldLayoutId id="2147483902" r:id="rId16"/>
    <p:sldLayoutId id="2147483903" r:id="rId17"/>
    <p:sldLayoutId id="2147483904" r:id="rId18"/>
    <p:sldLayoutId id="2147483905" r:id="rId19"/>
    <p:sldLayoutId id="2147483906" r:id="rId20"/>
    <p:sldLayoutId id="2147483907" r:id="rId21"/>
    <p:sldLayoutId id="2147483908" r:id="rId22"/>
    <p:sldLayoutId id="2147483909" r:id="rId23"/>
    <p:sldLayoutId id="2147483910" r:id="rId24"/>
    <p:sldLayoutId id="2147483911" r:id="rId25"/>
    <p:sldLayoutId id="2147483912" r:id="rId26"/>
    <p:sldLayoutId id="2147483913" r:id="rId27"/>
    <p:sldLayoutId id="2147483914" r:id="rId28"/>
    <p:sldLayoutId id="2147483915" r:id="rId29"/>
    <p:sldLayoutId id="2147483916" r:id="rId30"/>
    <p:sldLayoutId id="2147483917" r:id="rId31"/>
    <p:sldLayoutId id="2147483918" r:id="rId32"/>
    <p:sldLayoutId id="2147483919" r:id="rId33"/>
    <p:sldLayoutId id="2147483920" r:id="rId34"/>
    <p:sldLayoutId id="2147483921" r:id="rId35"/>
    <p:sldLayoutId id="2147483922" r:id="rId36"/>
    <p:sldLayoutId id="2147483923" r:id="rId37"/>
    <p:sldLayoutId id="2147483924" r:id="rId38"/>
    <p:sldLayoutId id="2147483925" r:id="rId39"/>
  </p:sldLayoutIdLst>
  <p:hf hdr="0" ftr="0" dt="0"/>
  <p:txStyles>
    <p:titleStyle>
      <a:lvl1pPr indent="0">
        <a:buNone/>
        <a:defRPr/>
      </a:lvl1pPr>
    </p:titleStyle>
    <p:bodyStyle>
      <a:lvl1pPr marL="575986" indent="-431989">
        <a:spcBef>
          <a:spcPts val="1889"/>
        </a:spcBef>
        <a:buClr>
          <a:srgbClr val="000000"/>
        </a:buClr>
        <a:buSzPct val="45000"/>
        <a:buFont typeface="Wingdings" charset="2"/>
        <a:buChar char=""/>
        <a:defRPr/>
      </a:lvl1pPr>
    </p:bodyStyle>
    <p:otherStyle/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B88F18-4E77-4C4F-AC5B-545C5F3E36F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>
                <a:latin typeface="Aptos" panose="020B0004020202020204" pitchFamily="34" charset="0"/>
              </a:rPr>
              <a:t>11/26/2025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42E105-BEB1-5989-0140-B3B8B42C1A7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5620" y="2417549"/>
            <a:ext cx="8128537" cy="673334"/>
          </a:xfrm>
        </p:spPr>
        <p:txBody>
          <a:bodyPr/>
          <a:lstStyle/>
          <a:p>
            <a:r>
              <a:rPr lang="en-IN" cap="all" dirty="0">
                <a:solidFill>
                  <a:srgbClr val="FFFFFF"/>
                </a:solidFill>
                <a:latin typeface="Aptos" panose="020B0004020202020204" pitchFamily="34" charset="0"/>
              </a:rPr>
              <a:t>Weekly status report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02EB07-BA1C-AAD1-0C17-E44EE3C69C8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8418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>
            <a:extLst>
              <a:ext uri="{FF2B5EF4-FFF2-40B4-BE49-F238E27FC236}">
                <a16:creationId xmlns:a16="http://schemas.microsoft.com/office/drawing/2014/main" id="{35EB7308-4C06-86E0-D01F-EE567E632C3E}"/>
              </a:ext>
            </a:extLst>
          </p:cNvPr>
          <p:cNvSpPr txBox="1">
            <a:spLocks/>
          </p:cNvSpPr>
          <p:nvPr/>
        </p:nvSpPr>
        <p:spPr>
          <a:xfrm>
            <a:off x="322737" y="76419"/>
            <a:ext cx="10972438" cy="400111"/>
          </a:xfrm>
          <a:prstGeom prst="rect">
            <a:avLst/>
          </a:prstGeom>
        </p:spPr>
        <p:txBody>
          <a:bodyPr vert="horz" lIns="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b="1" i="0" u="none" strike="noStrike" kern="1200" cap="none" spc="0" normalizeH="0" baseline="0" noProof="0">
              <a:ln>
                <a:noFill/>
              </a:ln>
              <a:solidFill>
                <a:srgbClr val="F36F26"/>
              </a:solidFill>
              <a:effectLst/>
              <a:uLnTx/>
              <a:uFillTx/>
              <a:latin typeface="+mn-lt"/>
              <a:ea typeface="+mj-ea"/>
              <a:cs typeface="+mj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28FE2C8-44B9-9E0E-C8C7-62F9CB7142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Executive Summary</a:t>
            </a:r>
          </a:p>
        </p:txBody>
      </p:sp>
      <p:graphicFrame>
        <p:nvGraphicFramePr>
          <p:cNvPr id="9" name="Table 11">
            <a:extLst>
              <a:ext uri="{FF2B5EF4-FFF2-40B4-BE49-F238E27FC236}">
                <a16:creationId xmlns:a16="http://schemas.microsoft.com/office/drawing/2014/main" id="{2A4A61C4-C2EA-E18E-94D2-93472590D5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2331203"/>
              </p:ext>
            </p:extLst>
          </p:nvPr>
        </p:nvGraphicFramePr>
        <p:xfrm>
          <a:off x="354935" y="981691"/>
          <a:ext cx="5830293" cy="3163345"/>
        </p:xfrm>
        <a:graphic>
          <a:graphicData uri="http://schemas.openxmlformats.org/drawingml/2006/table">
            <a:tbl>
              <a:tblPr firstRow="1" bandRow="1"/>
              <a:tblGrid>
                <a:gridCol w="5830293">
                  <a:extLst>
                    <a:ext uri="{9D8B030D-6E8A-4147-A177-3AD203B41FA5}">
                      <a16:colId xmlns:a16="http://schemas.microsoft.com/office/drawing/2014/main" val="2408465911"/>
                    </a:ext>
                  </a:extLst>
                </a:gridCol>
              </a:tblGrid>
              <a:tr h="34577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kern="1200" cap="none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Calibri"/>
                        </a:rPr>
                        <a:t>Key Accomplishments for last week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6F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0778632"/>
                  </a:ext>
                </a:extLst>
              </a:tr>
              <a:tr h="281757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287338" marR="0" lvl="0" indent="-287338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endParaRPr lang="en-US" sz="1400" b="0" i="0" u="none" strike="noStrike" cap="none" dirty="0">
                        <a:solidFill>
                          <a:schemeClr val="dk1"/>
                        </a:solidFill>
                        <a:effectLst/>
                        <a:latin typeface="Calibri"/>
                        <a:ea typeface="Calibri"/>
                        <a:cs typeface="Calibri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8243873"/>
                  </a:ext>
                </a:extLst>
              </a:tr>
            </a:tbl>
          </a:graphicData>
        </a:graphic>
      </p:graphicFrame>
      <p:graphicFrame>
        <p:nvGraphicFramePr>
          <p:cNvPr id="10" name="Table 14">
            <a:extLst>
              <a:ext uri="{FF2B5EF4-FFF2-40B4-BE49-F238E27FC236}">
                <a16:creationId xmlns:a16="http://schemas.microsoft.com/office/drawing/2014/main" id="{06F97A7C-A2AA-9FCA-EEF3-F50FB72729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3936792"/>
              </p:ext>
            </p:extLst>
          </p:nvPr>
        </p:nvGraphicFramePr>
        <p:xfrm>
          <a:off x="6327944" y="981691"/>
          <a:ext cx="5719166" cy="3038781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883016">
                  <a:extLst>
                    <a:ext uri="{9D8B030D-6E8A-4147-A177-3AD203B41FA5}">
                      <a16:colId xmlns:a16="http://schemas.microsoft.com/office/drawing/2014/main" val="3094571949"/>
                    </a:ext>
                  </a:extLst>
                </a:gridCol>
                <a:gridCol w="3772709">
                  <a:extLst>
                    <a:ext uri="{9D8B030D-6E8A-4147-A177-3AD203B41FA5}">
                      <a16:colId xmlns:a16="http://schemas.microsoft.com/office/drawing/2014/main" val="2767637113"/>
                    </a:ext>
                  </a:extLst>
                </a:gridCol>
                <a:gridCol w="1063441">
                  <a:extLst>
                    <a:ext uri="{9D8B030D-6E8A-4147-A177-3AD203B41FA5}">
                      <a16:colId xmlns:a16="http://schemas.microsoft.com/office/drawing/2014/main" val="2157081452"/>
                    </a:ext>
                  </a:extLst>
                </a:gridCol>
              </a:tblGrid>
              <a:tr h="330274">
                <a:tc gridSpan="3"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 dirty="0">
                          <a:solidFill>
                            <a:schemeClr val="lt1"/>
                          </a:solidFill>
                          <a:latin typeface="Calibri"/>
                          <a:cs typeface="Calibri"/>
                          <a:sym typeface="Arial"/>
                        </a:rPr>
                        <a:t>Top priorities for next week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7838998"/>
                  </a:ext>
                </a:extLst>
              </a:tr>
              <a:tr h="406276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alibri"/>
                          <a:cs typeface="Calibri"/>
                        </a:rPr>
                        <a:t>Priority #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Calibri"/>
                          <a:cs typeface="Calibri"/>
                        </a:rPr>
                        <a:t>Description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alibri"/>
                          <a:cs typeface="Calibri"/>
                        </a:rPr>
                        <a:t>Owner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571849"/>
                  </a:ext>
                </a:extLst>
              </a:tr>
              <a:tr h="67712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cs typeface="Arial"/>
                          <a:sym typeface="Arial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Calibri" panose="020F0502020204030204" pitchFamily="34" charset="0"/>
                        <a:cs typeface="Arial"/>
                        <a:sym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latin typeface="+mn-lt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0802036"/>
                  </a:ext>
                </a:extLst>
              </a:tr>
              <a:tr h="4062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cs typeface="Arial"/>
                          <a:sym typeface="Arial"/>
                        </a:rPr>
                        <a:t>2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Calibri"/>
                        <a:sym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3339080"/>
                  </a:ext>
                </a:extLst>
              </a:tr>
              <a:tr h="4062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cs typeface="Arial"/>
                          <a:sym typeface="Arial"/>
                        </a:rPr>
                        <a:t>3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latin typeface="+mn-lt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7589787"/>
                  </a:ext>
                </a:extLst>
              </a:tr>
              <a:tr h="4062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cs typeface="Arial"/>
                          <a:sym typeface="Arial"/>
                        </a:rPr>
                        <a:t>4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Calibri"/>
                        <a:sym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0900647"/>
                  </a:ext>
                </a:extLst>
              </a:tr>
              <a:tr h="4062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cs typeface="Arial"/>
                          <a:sym typeface="Arial"/>
                        </a:rPr>
                        <a:t>5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Calibri"/>
                        <a:sym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4374049"/>
                  </a:ext>
                </a:extLst>
              </a:tr>
            </a:tbl>
          </a:graphicData>
        </a:graphic>
      </p:graphicFrame>
      <p:graphicFrame>
        <p:nvGraphicFramePr>
          <p:cNvPr id="11" name="Table 14">
            <a:extLst>
              <a:ext uri="{FF2B5EF4-FFF2-40B4-BE49-F238E27FC236}">
                <a16:creationId xmlns:a16="http://schemas.microsoft.com/office/drawing/2014/main" id="{A38F184A-AD97-F9F2-9055-D58CA95B3E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9363475"/>
              </p:ext>
            </p:extLst>
          </p:nvPr>
        </p:nvGraphicFramePr>
        <p:xfrm>
          <a:off x="370372" y="4412106"/>
          <a:ext cx="11303418" cy="1364691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040991">
                  <a:extLst>
                    <a:ext uri="{9D8B030D-6E8A-4147-A177-3AD203B41FA5}">
                      <a16:colId xmlns:a16="http://schemas.microsoft.com/office/drawing/2014/main" val="3094571949"/>
                    </a:ext>
                  </a:extLst>
                </a:gridCol>
                <a:gridCol w="3688957">
                  <a:extLst>
                    <a:ext uri="{9D8B030D-6E8A-4147-A177-3AD203B41FA5}">
                      <a16:colId xmlns:a16="http://schemas.microsoft.com/office/drawing/2014/main" val="2767637113"/>
                    </a:ext>
                  </a:extLst>
                </a:gridCol>
                <a:gridCol w="3210560">
                  <a:extLst>
                    <a:ext uri="{9D8B030D-6E8A-4147-A177-3AD203B41FA5}">
                      <a16:colId xmlns:a16="http://schemas.microsoft.com/office/drawing/2014/main" val="1022549864"/>
                    </a:ext>
                  </a:extLst>
                </a:gridCol>
                <a:gridCol w="1841538">
                  <a:extLst>
                    <a:ext uri="{9D8B030D-6E8A-4147-A177-3AD203B41FA5}">
                      <a16:colId xmlns:a16="http://schemas.microsoft.com/office/drawing/2014/main" val="2157081452"/>
                    </a:ext>
                  </a:extLst>
                </a:gridCol>
                <a:gridCol w="1521372">
                  <a:extLst>
                    <a:ext uri="{9D8B030D-6E8A-4147-A177-3AD203B41FA5}">
                      <a16:colId xmlns:a16="http://schemas.microsoft.com/office/drawing/2014/main" val="3159714138"/>
                    </a:ext>
                  </a:extLst>
                </a:gridCol>
              </a:tblGrid>
              <a:tr h="312294">
                <a:tc gridSpan="5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cs typeface="Arial"/>
                          <a:sym typeface="Arial"/>
                        </a:rPr>
                        <a:t>Key Risks, Issues and Action items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400" b="1" i="0" u="none" strike="noStrike" cap="none">
                        <a:solidFill>
                          <a:schemeClr val="lt1"/>
                        </a:solidFill>
                        <a:latin typeface="Calibri"/>
                        <a:cs typeface="Calibri"/>
                        <a:sym typeface="Arial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7838998"/>
                  </a:ext>
                </a:extLst>
              </a:tr>
              <a:tr h="337513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Calibri"/>
                          <a:cs typeface="Calibri"/>
                        </a:rPr>
                        <a:t>Priority #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latin typeface="Calibri"/>
                          <a:cs typeface="Calibri"/>
                        </a:rPr>
                        <a:t>Action Item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latin typeface="Calibri"/>
                          <a:cs typeface="Calibri"/>
                        </a:rPr>
                        <a:t>Owner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latin typeface="Calibri"/>
                          <a:cs typeface="Calibri"/>
                        </a:rPr>
                        <a:t>Target Date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latin typeface="Calibri"/>
                          <a:cs typeface="Calibri"/>
                        </a:rPr>
                        <a:t>Status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571849"/>
                  </a:ext>
                </a:extLst>
              </a:tr>
              <a:tr h="24160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2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endParaRPr lang="en-US" sz="1400" b="0" i="0" u="none" strike="noStrike" cap="none" dirty="0">
                        <a:solidFill>
                          <a:schemeClr val="dk1"/>
                        </a:solidFill>
                        <a:effectLst/>
                        <a:latin typeface="Calibri"/>
                        <a:ea typeface="Calibri"/>
                        <a:cs typeface="Calibri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400" b="0" i="0" u="none" strike="noStrike" cap="none" dirty="0">
                        <a:solidFill>
                          <a:schemeClr val="dk1"/>
                        </a:solidFill>
                        <a:effectLst/>
                        <a:latin typeface="Calibri"/>
                        <a:ea typeface="Calibri"/>
                        <a:cs typeface="Calibri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ts val="2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endParaRPr lang="en-US" sz="1400" b="0" i="0" u="none" strike="noStrike" cap="none" dirty="0">
                        <a:solidFill>
                          <a:schemeClr val="dk1"/>
                        </a:solidFill>
                        <a:effectLst/>
                        <a:latin typeface="Calibri"/>
                        <a:ea typeface="Calibri"/>
                        <a:cs typeface="Calibri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i="0" u="none" strike="noStrike" cap="none" dirty="0">
                        <a:solidFill>
                          <a:schemeClr val="dk1"/>
                        </a:solidFill>
                        <a:effectLst/>
                        <a:latin typeface="Calibri"/>
                        <a:ea typeface="Calibri"/>
                        <a:cs typeface="Calibri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1" i="0" u="none" strike="noStrike" cap="none" dirty="0">
                        <a:solidFill>
                          <a:srgbClr val="00B050"/>
                        </a:solidFill>
                        <a:effectLst/>
                        <a:latin typeface="Calibri"/>
                        <a:ea typeface="Calibri"/>
                        <a:cs typeface="Calibri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4961732"/>
                  </a:ext>
                </a:extLst>
              </a:tr>
              <a:tr h="24160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2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endParaRPr lang="en-US" sz="1400" b="0" i="0" u="none" strike="noStrike" cap="none" dirty="0">
                        <a:solidFill>
                          <a:schemeClr val="dk1"/>
                        </a:solidFill>
                        <a:effectLst/>
                        <a:latin typeface="Calibri"/>
                        <a:ea typeface="Calibri"/>
                        <a:cs typeface="Calibri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400" b="0" i="0" u="none" strike="noStrike" cap="none" dirty="0">
                        <a:solidFill>
                          <a:schemeClr val="dk1"/>
                        </a:solidFill>
                        <a:effectLst/>
                        <a:latin typeface="Calibri"/>
                        <a:ea typeface="Calibri"/>
                        <a:cs typeface="Calibri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ts val="2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endParaRPr lang="en-US" sz="1400" b="0" i="0" u="none" strike="noStrike" cap="none" dirty="0">
                        <a:solidFill>
                          <a:schemeClr val="dk1"/>
                        </a:solidFill>
                        <a:effectLst/>
                        <a:latin typeface="Calibri"/>
                        <a:ea typeface="Calibri"/>
                        <a:cs typeface="Calibri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0" i="0" u="none" strike="noStrike" cap="none" dirty="0">
                        <a:solidFill>
                          <a:schemeClr val="dk1"/>
                        </a:solidFill>
                        <a:effectLst/>
                        <a:latin typeface="Calibri"/>
                        <a:ea typeface="Calibri"/>
                        <a:cs typeface="Calibri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1" i="0" u="none" strike="noStrike" cap="none" dirty="0">
                        <a:solidFill>
                          <a:srgbClr val="00B050"/>
                        </a:solidFill>
                        <a:effectLst/>
                        <a:latin typeface="Calibri"/>
                        <a:ea typeface="Calibri"/>
                        <a:cs typeface="Calibri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6087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98271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CD7312-511C-6604-5F71-22CE60DB1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>
            <a:extLst>
              <a:ext uri="{FF2B5EF4-FFF2-40B4-BE49-F238E27FC236}">
                <a16:creationId xmlns:a16="http://schemas.microsoft.com/office/drawing/2014/main" id="{23D5C8B2-2727-427E-3341-BCCF2DC90F24}"/>
              </a:ext>
            </a:extLst>
          </p:cNvPr>
          <p:cNvSpPr txBox="1">
            <a:spLocks/>
          </p:cNvSpPr>
          <p:nvPr/>
        </p:nvSpPr>
        <p:spPr>
          <a:xfrm>
            <a:off x="322737" y="76419"/>
            <a:ext cx="10972438" cy="400111"/>
          </a:xfrm>
          <a:prstGeom prst="rect">
            <a:avLst/>
          </a:prstGeom>
        </p:spPr>
        <p:txBody>
          <a:bodyPr vert="horz" lIns="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b="1" i="0" u="none" strike="noStrike" kern="1200" cap="none" spc="0" normalizeH="0" baseline="0" noProof="0">
              <a:ln>
                <a:noFill/>
              </a:ln>
              <a:solidFill>
                <a:srgbClr val="F36F26"/>
              </a:solidFill>
              <a:effectLst/>
              <a:uLnTx/>
              <a:uFillTx/>
              <a:latin typeface="+mn-lt"/>
              <a:ea typeface="+mj-ea"/>
              <a:cs typeface="+mj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CF4E7F-04FB-0E76-32FF-0E9428099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Milestones</a:t>
            </a:r>
          </a:p>
        </p:txBody>
      </p:sp>
      <p:graphicFrame>
        <p:nvGraphicFramePr>
          <p:cNvPr id="2" name="Table 14">
            <a:extLst>
              <a:ext uri="{FF2B5EF4-FFF2-40B4-BE49-F238E27FC236}">
                <a16:creationId xmlns:a16="http://schemas.microsoft.com/office/drawing/2014/main" id="{4EB9B1BE-4B12-9A3F-EBA8-4B77FC52C2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4732271"/>
              </p:ext>
            </p:extLst>
          </p:nvPr>
        </p:nvGraphicFramePr>
        <p:xfrm>
          <a:off x="322737" y="961982"/>
          <a:ext cx="11456870" cy="2606469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237156">
                  <a:extLst>
                    <a:ext uri="{9D8B030D-6E8A-4147-A177-3AD203B41FA5}">
                      <a16:colId xmlns:a16="http://schemas.microsoft.com/office/drawing/2014/main" val="3094571949"/>
                    </a:ext>
                  </a:extLst>
                </a:gridCol>
                <a:gridCol w="5468688">
                  <a:extLst>
                    <a:ext uri="{9D8B030D-6E8A-4147-A177-3AD203B41FA5}">
                      <a16:colId xmlns:a16="http://schemas.microsoft.com/office/drawing/2014/main" val="2767637113"/>
                    </a:ext>
                  </a:extLst>
                </a:gridCol>
                <a:gridCol w="1348074">
                  <a:extLst>
                    <a:ext uri="{9D8B030D-6E8A-4147-A177-3AD203B41FA5}">
                      <a16:colId xmlns:a16="http://schemas.microsoft.com/office/drawing/2014/main" val="2157081452"/>
                    </a:ext>
                  </a:extLst>
                </a:gridCol>
                <a:gridCol w="3402952">
                  <a:extLst>
                    <a:ext uri="{9D8B030D-6E8A-4147-A177-3AD203B41FA5}">
                      <a16:colId xmlns:a16="http://schemas.microsoft.com/office/drawing/2014/main" val="964465651"/>
                    </a:ext>
                  </a:extLst>
                </a:gridCol>
              </a:tblGrid>
              <a:tr h="228087">
                <a:tc gridSpan="3"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1" i="0" u="none" strike="noStrike" cap="none" dirty="0">
                          <a:solidFill>
                            <a:schemeClr val="lt1"/>
                          </a:solidFill>
                          <a:latin typeface="Calibri"/>
                          <a:cs typeface="Calibri"/>
                          <a:sym typeface="Arial"/>
                        </a:rPr>
                        <a:t>Key Milestones and Status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600" b="1" i="0" u="none" strike="noStrike" cap="none" dirty="0">
                        <a:solidFill>
                          <a:schemeClr val="lt1"/>
                        </a:solidFill>
                        <a:latin typeface="Calibri"/>
                        <a:cs typeface="Calibri"/>
                        <a:sym typeface="Arial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7838998"/>
                  </a:ext>
                </a:extLst>
              </a:tr>
              <a:tr h="228087"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Calibri"/>
                          <a:cs typeface="Calibri"/>
                        </a:rPr>
                        <a:t>Priority #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Calibri"/>
                          <a:cs typeface="Calibri"/>
                        </a:rPr>
                        <a:t>Milestone Description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Calibri"/>
                          <a:cs typeface="Calibri"/>
                        </a:rPr>
                        <a:t>Target Date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Calibri"/>
                          <a:cs typeface="Calibri"/>
                        </a:rPr>
                        <a:t>Status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571849"/>
                  </a:ext>
                </a:extLst>
              </a:tr>
              <a:tr h="55985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cap="none" dirty="0">
                        <a:solidFill>
                          <a:schemeClr val="dk1"/>
                        </a:solidFill>
                        <a:latin typeface="+mn-lt"/>
                        <a:cs typeface="Arial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Arial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latin typeface="+mn-lt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 dirty="0">
                        <a:solidFill>
                          <a:schemeClr val="bg1"/>
                        </a:solidFill>
                        <a:latin typeface="+mn-lt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4961732"/>
                  </a:ext>
                </a:extLst>
              </a:tr>
              <a:tr h="452574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cap="none" dirty="0">
                        <a:solidFill>
                          <a:schemeClr val="dk1"/>
                        </a:solidFill>
                        <a:latin typeface="+mn-lt"/>
                        <a:cs typeface="Arial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Calibri" panose="020F0502020204030204" pitchFamily="34" charset="0"/>
                        <a:cs typeface="Arial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latin typeface="+mn-lt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 dirty="0">
                        <a:solidFill>
                          <a:schemeClr val="bg1"/>
                        </a:solidFill>
                        <a:latin typeface="+mn-lt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0802036"/>
                  </a:ext>
                </a:extLst>
              </a:tr>
              <a:tr h="24882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latin typeface="+mn-lt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 dirty="0">
                        <a:solidFill>
                          <a:schemeClr val="bg1"/>
                        </a:solidFill>
                        <a:latin typeface="+mn-lt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6902330"/>
                  </a:ext>
                </a:extLst>
              </a:tr>
              <a:tr h="64916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cap="none" dirty="0">
                        <a:solidFill>
                          <a:schemeClr val="dk1"/>
                        </a:solidFill>
                        <a:latin typeface="+mn-lt"/>
                        <a:cs typeface="Arial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Arial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Calibri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Calibri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9203143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F5C3EF5-9926-1DB7-4C84-F26A690739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7323276"/>
              </p:ext>
            </p:extLst>
          </p:nvPr>
        </p:nvGraphicFramePr>
        <p:xfrm>
          <a:off x="322737" y="4053903"/>
          <a:ext cx="7731564" cy="1005840"/>
        </p:xfrm>
        <a:graphic>
          <a:graphicData uri="http://schemas.openxmlformats.org/drawingml/2006/table">
            <a:tbl>
              <a:tblPr firstRow="1" bandRow="1"/>
              <a:tblGrid>
                <a:gridCol w="4925124">
                  <a:extLst>
                    <a:ext uri="{9D8B030D-6E8A-4147-A177-3AD203B41FA5}">
                      <a16:colId xmlns:a16="http://schemas.microsoft.com/office/drawing/2014/main" val="3956167266"/>
                    </a:ext>
                  </a:extLst>
                </a:gridCol>
                <a:gridCol w="1577080">
                  <a:extLst>
                    <a:ext uri="{9D8B030D-6E8A-4147-A177-3AD203B41FA5}">
                      <a16:colId xmlns:a16="http://schemas.microsoft.com/office/drawing/2014/main" val="1246742394"/>
                    </a:ext>
                  </a:extLst>
                </a:gridCol>
                <a:gridCol w="1229360">
                  <a:extLst>
                    <a:ext uri="{9D8B030D-6E8A-4147-A177-3AD203B41FA5}">
                      <a16:colId xmlns:a16="http://schemas.microsoft.com/office/drawing/2014/main" val="3093928914"/>
                    </a:ext>
                  </a:extLst>
                </a:gridCol>
              </a:tblGrid>
              <a:tr h="213151">
                <a:tc>
                  <a:txBody>
                    <a:bodyPr/>
                    <a:lstStyle/>
                    <a:p>
                      <a:r>
                        <a:rPr lang="en-US" dirty="0"/>
                        <a:t>Upcoming Key Milestones</a:t>
                      </a:r>
                    </a:p>
                  </a:txBody>
                  <a:tcPr>
                    <a:solidFill>
                      <a:srgbClr val="F36F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Target Date</a:t>
                      </a:r>
                    </a:p>
                  </a:txBody>
                  <a:tcPr>
                    <a:solidFill>
                      <a:srgbClr val="F36F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Owner</a:t>
                      </a:r>
                    </a:p>
                  </a:txBody>
                  <a:tcPr>
                    <a:solidFill>
                      <a:srgbClr val="F36F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1882690"/>
                  </a:ext>
                </a:extLst>
              </a:tr>
              <a:tr h="198273">
                <a:tc>
                  <a:txBody>
                    <a:bodyPr/>
                    <a:lstStyle/>
                    <a:p>
                      <a:r>
                        <a:rPr lang="en-US" dirty="0"/>
                        <a:t>Final demo of CX guided chatbot with MVP considerations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06/26/24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Tavant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5604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94347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EC91E0B-EE9D-9337-045C-DA75F3138A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6245" y="2019617"/>
            <a:ext cx="5779509" cy="1670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54540"/>
      </p:ext>
    </p:extLst>
  </p:cSld>
  <p:clrMapOvr>
    <a:masterClrMapping/>
  </p:clrMapOvr>
</p:sld>
</file>

<file path=ppt/theme/theme1.xml><?xml version="1.0" encoding="utf-8"?>
<a:theme xmlns:a="http://schemas.openxmlformats.org/drawingml/2006/main" name="Tavant Presentation Template 2025">
  <a:themeElements>
    <a:clrScheme name="Tavant">
      <a:dk1>
        <a:srgbClr val="000000"/>
      </a:dk1>
      <a:lt1>
        <a:srgbClr val="FFFFFF"/>
      </a:lt1>
      <a:dk2>
        <a:srgbClr val="76777B"/>
      </a:dk2>
      <a:lt2>
        <a:srgbClr val="FFFFFF"/>
      </a:lt2>
      <a:accent1>
        <a:srgbClr val="F36E26"/>
      </a:accent1>
      <a:accent2>
        <a:srgbClr val="841018"/>
      </a:accent2>
      <a:accent3>
        <a:srgbClr val="C92C8F"/>
      </a:accent3>
      <a:accent4>
        <a:srgbClr val="1576D2"/>
      </a:accent4>
      <a:accent5>
        <a:srgbClr val="67C446"/>
      </a:accent5>
      <a:accent6>
        <a:srgbClr val="FEBE31"/>
      </a:accent6>
      <a:hlink>
        <a:srgbClr val="F36E26"/>
      </a:hlink>
      <a:folHlink>
        <a:srgbClr val="512AA2"/>
      </a:folHlink>
    </a:clrScheme>
    <a:fontScheme name="Custom 1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avant Corporate Template 2025" id="{400BA2CD-2598-410C-BE63-0D7069BBFE8B}" vid="{E8D07E4F-DDE5-4221-AD15-BF5B82724593}"/>
    </a:ext>
  </a:extLst>
</a:theme>
</file>

<file path=ppt/theme/theme2.xml><?xml version="1.0" encoding="utf-8"?>
<a:theme xmlns:a="http://schemas.openxmlformats.org/drawingml/2006/main" name="1_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avant Corporate Template 2025" id="{400BA2CD-2598-410C-BE63-0D7069BBFE8B}" vid="{8080604F-D003-471A-9918-BBD28B98751E}"/>
    </a:ext>
  </a:extLst>
</a:theme>
</file>

<file path=ppt/theme/theme3.xml><?xml version="1.0" encoding="utf-8"?>
<a:theme xmlns:a="http://schemas.openxmlformats.org/drawingml/2006/main" name="5_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avant PPT design - New template 15" id="{5C933BD8-8219-FE43-8347-CA0148DC7338}" vid="{E3C7E6FC-E494-1942-B41C-2E96BFAE0376}"/>
    </a:ext>
  </a:extLst>
</a:theme>
</file>

<file path=ppt/theme/theme4.xml><?xml version="1.0" encoding="utf-8"?>
<a:theme xmlns:a="http://schemas.openxmlformats.org/drawingml/2006/main" name="3_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avant PPT design - New template 15" id="{5C933BD8-8219-FE43-8347-CA0148DC7338}" vid="{E3C7E6FC-E494-1942-B41C-2E96BFAE0376}"/>
    </a:ext>
  </a:extLst>
</a:theme>
</file>

<file path=ppt/theme/theme5.xml><?xml version="1.0" encoding="utf-8"?>
<a:theme xmlns:a="http://schemas.openxmlformats.org/drawingml/2006/main" name="2_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avant PPT design - New template 15" id="{5C933BD8-8219-FE43-8347-CA0148DC7338}" vid="{E3C7E6FC-E494-1942-B41C-2E96BFAE0376}"/>
    </a:ext>
  </a:extLst>
</a:theme>
</file>

<file path=ppt/theme/theme6.xml><?xml version="1.0" encoding="utf-8"?>
<a:theme xmlns:a="http://schemas.openxmlformats.org/drawingml/2006/main" name="4_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avant PPT design - New template 15" id="{5C933BD8-8219-FE43-8347-CA0148DC7338}" vid="{E3C7E6FC-E494-1942-B41C-2E96BFAE0376}"/>
    </a:ext>
  </a:extLst>
</a:theme>
</file>

<file path=ppt/theme/theme7.xml><?xml version="1.0" encoding="utf-8"?>
<a:theme xmlns:a="http://schemas.openxmlformats.org/drawingml/2006/main" name="6_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avant PPT design - New template 15" id="{5C933BD8-8219-FE43-8347-CA0148DC7338}" vid="{E3C7E6FC-E494-1942-B41C-2E96BFAE0376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213350d-ccf8-487c-924c-8458a01ce21d" xsi:nil="true"/>
    <lcf76f155ced4ddcb4097134ff3c332f xmlns="6830b0bc-1caf-4ca4-8cfe-04d4b2dbf41d">
      <Terms xmlns="http://schemas.microsoft.com/office/infopath/2007/PartnerControls"/>
    </lcf76f155ced4ddcb4097134ff3c332f>
    <Test xmlns="6830b0bc-1caf-4ca4-8cfe-04d4b2dbf41d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98668963886054DA51141BED17D4274" ma:contentTypeVersion="17" ma:contentTypeDescription="Create a new document." ma:contentTypeScope="" ma:versionID="1be24f45a7d610c9d22eca2ee009b123">
  <xsd:schema xmlns:xsd="http://www.w3.org/2001/XMLSchema" xmlns:xs="http://www.w3.org/2001/XMLSchema" xmlns:p="http://schemas.microsoft.com/office/2006/metadata/properties" xmlns:ns2="6830b0bc-1caf-4ca4-8cfe-04d4b2dbf41d" xmlns:ns3="d213350d-ccf8-487c-924c-8458a01ce21d" targetNamespace="http://schemas.microsoft.com/office/2006/metadata/properties" ma:root="true" ma:fieldsID="59a5730aec1e3c8ef96a24e5dc01d732" ns2:_="" ns3:_="">
    <xsd:import namespace="6830b0bc-1caf-4ca4-8cfe-04d4b2dbf41d"/>
    <xsd:import namespace="d213350d-ccf8-487c-924c-8458a01ce21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Test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830b0bc-1caf-4ca4-8cfe-04d4b2dbf41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Test" ma:index="14" nillable="true" ma:displayName="Keywords" ma:description="Test" ma:format="Dropdown" ma:internalName="Test">
      <xsd:simpleType>
        <xsd:restriction base="dms:Text">
          <xsd:maxLength value="255"/>
        </xsd:restriction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16842823-5b2e-4dbd-aa0c-9bcffd94c0d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213350d-ccf8-487c-924c-8458a01ce21d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9" nillable="true" ma:displayName="Taxonomy Catch All Column" ma:hidden="true" ma:list="{545fb781-0e69-47c8-99dc-6b6ff1f8542d}" ma:internalName="TaxCatchAll" ma:showField="CatchAllData" ma:web="d213350d-ccf8-487c-924c-8458a01ce21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1158A1D-6DB8-4ACB-9E9A-50BC01F6A33E}">
  <ds:schemaRefs>
    <ds:schemaRef ds:uri="http://schemas.microsoft.com/office/infopath/2007/PartnerControls"/>
    <ds:schemaRef ds:uri="http://www.w3.org/XML/1998/namespace"/>
    <ds:schemaRef ds:uri="6830b0bc-1caf-4ca4-8cfe-04d4b2dbf41d"/>
    <ds:schemaRef ds:uri="http://schemas.microsoft.com/office/2006/metadata/properties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d213350d-ccf8-487c-924c-8458a01ce21d"/>
    <ds:schemaRef ds:uri="http://purl.org/dc/dcmitype/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166B93D0-8261-4DB0-A3D8-6364C8859F59}">
  <ds:schemaRefs>
    <ds:schemaRef ds:uri="6830b0bc-1caf-4ca4-8cfe-04d4b2dbf41d"/>
    <ds:schemaRef ds:uri="d213350d-ccf8-487c-924c-8458a01ce21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241080F1-FBC3-48CC-A273-1A0BBB04AA5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Tavant Corporate Template 2025</Template>
  <TotalTime>2830</TotalTime>
  <Words>71</Words>
  <Application>Microsoft Office PowerPoint</Application>
  <PresentationFormat>Widescreen</PresentationFormat>
  <Paragraphs>32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7</vt:i4>
      </vt:variant>
      <vt:variant>
        <vt:lpstr>Slide Titles</vt:lpstr>
      </vt:variant>
      <vt:variant>
        <vt:i4>4</vt:i4>
      </vt:variant>
    </vt:vector>
  </HeadingPairs>
  <TitlesOfParts>
    <vt:vector size="19" baseType="lpstr">
      <vt:lpstr>.Hiragino Kaku Gothic Interface W3</vt:lpstr>
      <vt:lpstr>.Lucida Grande UI Regular</vt:lpstr>
      <vt:lpstr>Aptos</vt:lpstr>
      <vt:lpstr>Arial</vt:lpstr>
      <vt:lpstr>Calibri</vt:lpstr>
      <vt:lpstr>Calibri regular</vt:lpstr>
      <vt:lpstr>Symbol</vt:lpstr>
      <vt:lpstr>Wingdings</vt:lpstr>
      <vt:lpstr>Tavant Presentation Template 2025</vt:lpstr>
      <vt:lpstr>1_Simple Light</vt:lpstr>
      <vt:lpstr>5_Simple Light</vt:lpstr>
      <vt:lpstr>3_Simple Light</vt:lpstr>
      <vt:lpstr>2_Simple Light</vt:lpstr>
      <vt:lpstr>4_Simple Light</vt:lpstr>
      <vt:lpstr>6_Simple Light</vt:lpstr>
      <vt:lpstr>PowerPoint Presentation</vt:lpstr>
      <vt:lpstr>Executive Summary</vt:lpstr>
      <vt:lpstr>Key Milestones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Anurag Pratap</dc:creator>
  <cp:keywords/>
  <dc:description>No part of this document may be reproduced, stored in a retrieval system, transmitted in any form or by any means, electronic, mechanical, photocopying, recording, or otherwise, without express written permission from Tavant.</dc:description>
  <cp:lastModifiedBy>Rajesh Sampath</cp:lastModifiedBy>
  <cp:revision>10</cp:revision>
  <cp:lastPrinted>2025-10-11T17:49:30Z</cp:lastPrinted>
  <dcterms:created xsi:type="dcterms:W3CDTF">2025-09-30T06:17:19Z</dcterms:created>
  <dcterms:modified xsi:type="dcterms:W3CDTF">2025-11-26T20:30:52Z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0x010100F98668963886054DA51141BED17D4274</vt:lpwstr>
  </property>
  <property fmtid="{D5CDD505-2E9C-101B-9397-08002B2CF9AE}" pid="3" name="Document Type">
    <vt:lpwstr>4;#Template|e2bfdb9a-a5a1-4c21-8628-000fdc6dd8b7</vt:lpwstr>
  </property>
  <property fmtid="{D5CDD505-2E9C-101B-9397-08002B2CF9AE}" pid="4" name="NXPowerLiteLastOptimized">
    <vt:lpwstr>1881794</vt:lpwstr>
  </property>
  <property fmtid="{D5CDD505-2E9C-101B-9397-08002B2CF9AE}" pid="5" name="NXPowerLiteSettings">
    <vt:lpwstr>C7000400038000</vt:lpwstr>
  </property>
  <property fmtid="{D5CDD505-2E9C-101B-9397-08002B2CF9AE}" pid="6" name="NXPowerLiteVersion">
    <vt:lpwstr>S9.0.3</vt:lpwstr>
  </property>
  <property fmtid="{D5CDD505-2E9C-101B-9397-08002B2CF9AE}" pid="7" name="MediaServiceImageTags">
    <vt:lpwstr/>
  </property>
  <property fmtid="{D5CDD505-2E9C-101B-9397-08002B2CF9AE}" pid="8" name="Document_x0020_Type">
    <vt:lpwstr>4;#Template|e2bfdb9a-a5a1-4c21-8628-000fdc6dd8b7</vt:lpwstr>
  </property>
</Properties>
</file>